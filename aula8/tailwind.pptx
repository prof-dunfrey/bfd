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72" r:id="rId3"/>
    <p:sldId id="273" r:id="rId4"/>
    <p:sldId id="274" r:id="rId5"/>
    <p:sldId id="275" r:id="rId6"/>
    <p:sldId id="261" r:id="rId7"/>
  </p:sldIdLst>
  <p:sldSz cx="18288000" cy="10287000"/>
  <p:notesSz cx="68580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hEaYkUcXm3CrT2V5KTSinrpT4W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B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911E7-344E-4710-A7BE-582EE859ED60}" v="86" dt="2025-09-30T01:15:36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49" Type="http://schemas.openxmlformats.org/officeDocument/2006/relationships/theme" Target="theme/theme1.xml"/><Relationship Id="rId10" Type="http://schemas.openxmlformats.org/officeDocument/2006/relationships/font" Target="fonts/font2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4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nfrey Pires Aragão" userId="a7272183b7b4f9fa" providerId="LiveId" clId="{BC093FEF-2209-4052-BD12-23EF25E16502}"/>
    <pc:docChg chg="undo custSel addSld delSld modSld sldOrd">
      <pc:chgData name="Dunfrey Pires Aragão" userId="a7272183b7b4f9fa" providerId="LiveId" clId="{BC093FEF-2209-4052-BD12-23EF25E16502}" dt="2025-08-21T17:40:54.720" v="3038" actId="20577"/>
      <pc:docMkLst>
        <pc:docMk/>
      </pc:docMkLst>
      <pc:sldChg chg="del">
        <pc:chgData name="Dunfrey Pires Aragão" userId="a7272183b7b4f9fa" providerId="LiveId" clId="{BC093FEF-2209-4052-BD12-23EF25E16502}" dt="2025-08-17T15:47:32.243" v="1" actId="47"/>
        <pc:sldMkLst>
          <pc:docMk/>
          <pc:sldMk cId="2301139209" sldId="271"/>
        </pc:sldMkLst>
      </pc:sldChg>
      <pc:sldChg chg="addSp delSp modSp mod">
        <pc:chgData name="Dunfrey Pires Aragão" userId="a7272183b7b4f9fa" providerId="LiveId" clId="{BC093FEF-2209-4052-BD12-23EF25E16502}" dt="2025-08-19T13:46:35.869" v="722" actId="1076"/>
        <pc:sldMkLst>
          <pc:docMk/>
          <pc:sldMk cId="2693772875" sldId="272"/>
        </pc:sldMkLst>
      </pc:sldChg>
      <pc:sldChg chg="del">
        <pc:chgData name="Dunfrey Pires Aragão" userId="a7272183b7b4f9fa" providerId="LiveId" clId="{BC093FEF-2209-4052-BD12-23EF25E16502}" dt="2025-08-17T15:47:30.881" v="0" actId="47"/>
        <pc:sldMkLst>
          <pc:docMk/>
          <pc:sldMk cId="2610903633" sldId="276"/>
        </pc:sldMkLst>
      </pc:sldChg>
      <pc:sldChg chg="addSp delSp modSp mod ord">
        <pc:chgData name="Dunfrey Pires Aragão" userId="a7272183b7b4f9fa" providerId="LiveId" clId="{BC093FEF-2209-4052-BD12-23EF25E16502}" dt="2025-08-17T16:12:39.716" v="499" actId="20577"/>
        <pc:sldMkLst>
          <pc:docMk/>
          <pc:sldMk cId="1289493354" sldId="277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209825020" sldId="278"/>
        </pc:sldMkLst>
      </pc:sldChg>
      <pc:sldChg chg="addSp delSp modSp add mod">
        <pc:chgData name="Dunfrey Pires Aragão" userId="a7272183b7b4f9fa" providerId="LiveId" clId="{BC093FEF-2209-4052-BD12-23EF25E16502}" dt="2025-08-19T13:40:43.780" v="720" actId="14100"/>
        <pc:sldMkLst>
          <pc:docMk/>
          <pc:sldMk cId="3983019990" sldId="278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816410113" sldId="279"/>
        </pc:sldMkLst>
      </pc:sldChg>
      <pc:sldChg chg="addSp delSp modSp add mod">
        <pc:chgData name="Dunfrey Pires Aragão" userId="a7272183b7b4f9fa" providerId="LiveId" clId="{BC093FEF-2209-4052-BD12-23EF25E16502}" dt="2025-08-19T14:30:08.470" v="1411"/>
        <pc:sldMkLst>
          <pc:docMk/>
          <pc:sldMk cId="3967362222" sldId="279"/>
        </pc:sldMkLst>
      </pc:sldChg>
      <pc:sldChg chg="addSp modSp add mod">
        <pc:chgData name="Dunfrey Pires Aragão" userId="a7272183b7b4f9fa" providerId="LiveId" clId="{BC093FEF-2209-4052-BD12-23EF25E16502}" dt="2025-08-19T14:36:40.095" v="1620"/>
        <pc:sldMkLst>
          <pc:docMk/>
          <pc:sldMk cId="1742874426" sldId="28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4275640942" sldId="280"/>
        </pc:sldMkLst>
      </pc:sldChg>
      <pc:sldChg chg="addSp delSp modSp add mod">
        <pc:chgData name="Dunfrey Pires Aragão" userId="a7272183b7b4f9fa" providerId="LiveId" clId="{BC093FEF-2209-4052-BD12-23EF25E16502}" dt="2025-08-19T14:56:33.326" v="2143" actId="207"/>
        <pc:sldMkLst>
          <pc:docMk/>
          <pc:sldMk cId="2089862149" sldId="281"/>
        </pc:sldMkLst>
      </pc:sldChg>
      <pc:sldChg chg="modSp add mod">
        <pc:chgData name="Dunfrey Pires Aragão" userId="a7272183b7b4f9fa" providerId="LiveId" clId="{BC093FEF-2209-4052-BD12-23EF25E16502}" dt="2025-08-19T14:56:28.402" v="2141" actId="207"/>
        <pc:sldMkLst>
          <pc:docMk/>
          <pc:sldMk cId="1890113241" sldId="28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577570395" sldId="283"/>
        </pc:sldMkLst>
      </pc:sldChg>
      <pc:sldChg chg="addSp delSp modSp add mod">
        <pc:chgData name="Dunfrey Pires Aragão" userId="a7272183b7b4f9fa" providerId="LiveId" clId="{BC093FEF-2209-4052-BD12-23EF25E16502}" dt="2025-08-19T14:56:23.079" v="2139" actId="113"/>
        <pc:sldMkLst>
          <pc:docMk/>
          <pc:sldMk cId="2973689496" sldId="283"/>
        </pc:sldMkLst>
      </pc:sldChg>
      <pc:sldChg chg="addSp delSp modSp add mod">
        <pc:chgData name="Dunfrey Pires Aragão" userId="a7272183b7b4f9fa" providerId="LiveId" clId="{BC093FEF-2209-4052-BD12-23EF25E16502}" dt="2025-08-19T14:56:13.399" v="2135" actId="113"/>
        <pc:sldMkLst>
          <pc:docMk/>
          <pc:sldMk cId="3181291770" sldId="284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706630638" sldId="284"/>
        </pc:sldMkLst>
      </pc:sldChg>
      <pc:sldChg chg="addSp delSp modSp add mod">
        <pc:chgData name="Dunfrey Pires Aragão" userId="a7272183b7b4f9fa" providerId="LiveId" clId="{BC093FEF-2209-4052-BD12-23EF25E16502}" dt="2025-08-19T14:55:57.784" v="2133" actId="20577"/>
        <pc:sldMkLst>
          <pc:docMk/>
          <pc:sldMk cId="448178509" sldId="28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437489870" sldId="28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805043110" sldId="286"/>
        </pc:sldMkLst>
      </pc:sldChg>
      <pc:sldChg chg="addSp delSp modSp add mod">
        <pc:chgData name="Dunfrey Pires Aragão" userId="a7272183b7b4f9fa" providerId="LiveId" clId="{BC093FEF-2209-4052-BD12-23EF25E16502}" dt="2025-08-19T14:58:28.555" v="2165" actId="1076"/>
        <pc:sldMkLst>
          <pc:docMk/>
          <pc:sldMk cId="4130277746" sldId="286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08817509" sldId="287"/>
        </pc:sldMkLst>
      </pc:sldChg>
      <pc:sldChg chg="addSp delSp modSp add del mod">
        <pc:chgData name="Dunfrey Pires Aragão" userId="a7272183b7b4f9fa" providerId="LiveId" clId="{BC093FEF-2209-4052-BD12-23EF25E16502}" dt="2025-08-21T01:07:05.213" v="2198" actId="47"/>
        <pc:sldMkLst>
          <pc:docMk/>
          <pc:sldMk cId="3274987948" sldId="287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32781362" sldId="288"/>
        </pc:sldMkLst>
      </pc:sldChg>
      <pc:sldChg chg="addSp delSp modSp add mod ord">
        <pc:chgData name="Dunfrey Pires Aragão" userId="a7272183b7b4f9fa" providerId="LiveId" clId="{BC093FEF-2209-4052-BD12-23EF25E16502}" dt="2025-08-19T15:04:31.584" v="2196"/>
        <pc:sldMkLst>
          <pc:docMk/>
          <pc:sldMk cId="1948615925" sldId="288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96054855" sldId="289"/>
        </pc:sldMkLst>
      </pc:sldChg>
      <pc:sldChg chg="addSp delSp modSp add mod">
        <pc:chgData name="Dunfrey Pires Aragão" userId="a7272183b7b4f9fa" providerId="LiveId" clId="{BC093FEF-2209-4052-BD12-23EF25E16502}" dt="2025-08-21T17:40:54.720" v="3038" actId="20577"/>
        <pc:sldMkLst>
          <pc:docMk/>
          <pc:sldMk cId="1214366133" sldId="289"/>
        </pc:sldMkLst>
      </pc:sldChg>
      <pc:sldChg chg="addSp delSp modSp add mod">
        <pc:chgData name="Dunfrey Pires Aragão" userId="a7272183b7b4f9fa" providerId="LiveId" clId="{BC093FEF-2209-4052-BD12-23EF25E16502}" dt="2025-08-21T01:46:11.290" v="2995" actId="1076"/>
        <pc:sldMkLst>
          <pc:docMk/>
          <pc:sldMk cId="1399810990" sldId="29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70906923" sldId="29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843229357" sldId="291"/>
        </pc:sldMkLst>
      </pc:sldChg>
      <pc:sldChg chg="addSp delSp modSp add mod">
        <pc:chgData name="Dunfrey Pires Aragão" userId="a7272183b7b4f9fa" providerId="LiveId" clId="{BC093FEF-2209-4052-BD12-23EF25E16502}" dt="2025-08-21T01:45:41.039" v="2987" actId="6549"/>
        <pc:sldMkLst>
          <pc:docMk/>
          <pc:sldMk cId="3290488586" sldId="291"/>
        </pc:sldMkLst>
      </pc:sldChg>
      <pc:sldChg chg="addSp delSp modSp add mod">
        <pc:chgData name="Dunfrey Pires Aragão" userId="a7272183b7b4f9fa" providerId="LiveId" clId="{BC093FEF-2209-4052-BD12-23EF25E16502}" dt="2025-08-21T01:45:36.613" v="2986" actId="20577"/>
        <pc:sldMkLst>
          <pc:docMk/>
          <pc:sldMk cId="632184806" sldId="29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95363776" sldId="29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427134615" sldId="293"/>
        </pc:sldMkLst>
      </pc:sldChg>
      <pc:sldChg chg="add del">
        <pc:chgData name="Dunfrey Pires Aragão" userId="a7272183b7b4f9fa" providerId="LiveId" clId="{BC093FEF-2209-4052-BD12-23EF25E16502}" dt="2025-08-21T01:41:23.868" v="2954"/>
        <pc:sldMkLst>
          <pc:docMk/>
          <pc:sldMk cId="1050955040" sldId="293"/>
        </pc:sldMkLst>
      </pc:sldChg>
      <pc:sldChg chg="addSp delSp modSp add mod">
        <pc:chgData name="Dunfrey Pires Aragão" userId="a7272183b7b4f9fa" providerId="LiveId" clId="{BC093FEF-2209-4052-BD12-23EF25E16502}" dt="2025-08-21T01:48:20.461" v="3037" actId="1076"/>
        <pc:sldMkLst>
          <pc:docMk/>
          <pc:sldMk cId="3624316801" sldId="293"/>
        </pc:sldMkLst>
      </pc:sldChg>
      <pc:sldChg chg="add del">
        <pc:chgData name="Dunfrey Pires Aragão" userId="a7272183b7b4f9fa" providerId="LiveId" clId="{BC093FEF-2209-4052-BD12-23EF25E16502}" dt="2025-08-21T01:41:14.737" v="2952"/>
        <pc:sldMkLst>
          <pc:docMk/>
          <pc:sldMk cId="3866261861" sldId="293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967285722" sldId="294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81364848" sldId="29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02862243" sldId="296"/>
        </pc:sldMkLst>
      </pc:sldChg>
    </pc:docChg>
  </pc:docChgLst>
  <pc:docChgLst>
    <pc:chgData name="Dunfrey Pires Aragão" userId="a7272183b7b4f9fa" providerId="LiveId" clId="{BAC91D18-D65A-4EC3-924E-0C30E434E882}"/>
    <pc:docChg chg="undo custSel addSld delSld modSld sldOrd">
      <pc:chgData name="Dunfrey Pires Aragão" userId="a7272183b7b4f9fa" providerId="LiveId" clId="{BAC91D18-D65A-4EC3-924E-0C30E434E882}" dt="2025-10-01T20:46:43.228" v="3097" actId="47"/>
      <pc:docMkLst>
        <pc:docMk/>
      </pc:docMkLst>
      <pc:sldChg chg="modSp mod">
        <pc:chgData name="Dunfrey Pires Aragão" userId="a7272183b7b4f9fa" providerId="LiveId" clId="{BAC91D18-D65A-4EC3-924E-0C30E434E882}" dt="2025-09-28T16:34:59.123" v="1884" actId="20577"/>
        <pc:sldMkLst>
          <pc:docMk/>
          <pc:sldMk cId="2693772875" sldId="272"/>
        </pc:sldMkLst>
        <pc:spChg chg="mod">
          <ac:chgData name="Dunfrey Pires Aragão" userId="a7272183b7b4f9fa" providerId="LiveId" clId="{BAC91D18-D65A-4EC3-924E-0C30E434E882}" dt="2025-09-28T16:34:59.123" v="1884" actId="20577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BAC91D18-D65A-4EC3-924E-0C30E434E882}" dt="2025-09-28T16:30:05.465" v="1792" actId="1076"/>
          <ac:spMkLst>
            <pc:docMk/>
            <pc:sldMk cId="2693772875" sldId="272"/>
            <ac:spMk id="112" creationId="{BE948C0D-5CF7-1E55-F219-F6129DAB92D5}"/>
          </ac:spMkLst>
        </pc:spChg>
      </pc:sldChg>
      <pc:sldChg chg="addSp delSp modSp add del mod">
        <pc:chgData name="Dunfrey Pires Aragão" userId="a7272183b7b4f9fa" providerId="LiveId" clId="{BAC91D18-D65A-4EC3-924E-0C30E434E882}" dt="2025-09-28T16:30:11.267" v="1793" actId="47"/>
        <pc:sldMkLst>
          <pc:docMk/>
          <pc:sldMk cId="455110442" sldId="273"/>
        </pc:sldMkLst>
      </pc:sldChg>
      <pc:sldChg chg="addSp delSp modSp add mod">
        <pc:chgData name="Dunfrey Pires Aragão" userId="a7272183b7b4f9fa" providerId="LiveId" clId="{BAC91D18-D65A-4EC3-924E-0C30E434E882}" dt="2025-09-28T16:38:01.932" v="2016" actId="113"/>
        <pc:sldMkLst>
          <pc:docMk/>
          <pc:sldMk cId="711153070" sldId="273"/>
        </pc:sldMkLst>
        <pc:spChg chg="add mod">
          <ac:chgData name="Dunfrey Pires Aragão" userId="a7272183b7b4f9fa" providerId="LiveId" clId="{BAC91D18-D65A-4EC3-924E-0C30E434E882}" dt="2025-09-28T16:38:01.932" v="2016" actId="113"/>
          <ac:spMkLst>
            <pc:docMk/>
            <pc:sldMk cId="711153070" sldId="273"/>
            <ac:spMk id="9" creationId="{E62E4094-93B9-DDC3-B244-268B5932015D}"/>
          </ac:spMkLst>
        </pc:spChg>
        <pc:picChg chg="add mod">
          <ac:chgData name="Dunfrey Pires Aragão" userId="a7272183b7b4f9fa" providerId="LiveId" clId="{BAC91D18-D65A-4EC3-924E-0C30E434E882}" dt="2025-09-28T16:33:53.851" v="1857" actId="14100"/>
          <ac:picMkLst>
            <pc:docMk/>
            <pc:sldMk cId="711153070" sldId="273"/>
            <ac:picMk id="4" creationId="{86DC4945-B416-7F7A-6E2C-52EF28B23FE7}"/>
          </ac:picMkLst>
        </pc:picChg>
        <pc:picChg chg="mod">
          <ac:chgData name="Dunfrey Pires Aragão" userId="a7272183b7b4f9fa" providerId="LiveId" clId="{BAC91D18-D65A-4EC3-924E-0C30E434E882}" dt="2025-09-28T16:33:40.821" v="1847" actId="1076"/>
          <ac:picMkLst>
            <pc:docMk/>
            <pc:sldMk cId="711153070" sldId="273"/>
            <ac:picMk id="110" creationId="{9504409B-8664-FD44-8675-52C89558F35F}"/>
          </ac:picMkLst>
        </pc:picChg>
        <pc:picChg chg="add mod">
          <ac:chgData name="Dunfrey Pires Aragão" userId="a7272183b7b4f9fa" providerId="LiveId" clId="{BAC91D18-D65A-4EC3-924E-0C30E434E882}" dt="2025-09-28T16:34:37.533" v="1877" actId="1036"/>
          <ac:picMkLst>
            <pc:docMk/>
            <pc:sldMk cId="711153070" sldId="273"/>
            <ac:picMk id="1034" creationId="{98835DF2-6492-BE5A-E02F-A92E9437E583}"/>
          </ac:picMkLst>
        </pc:picChg>
      </pc:sldChg>
      <pc:sldChg chg="add del">
        <pc:chgData name="Dunfrey Pires Aragão" userId="a7272183b7b4f9fa" providerId="LiveId" clId="{BAC91D18-D65A-4EC3-924E-0C30E434E882}" dt="2025-09-21T15:17:52.877" v="203" actId="2890"/>
        <pc:sldMkLst>
          <pc:docMk/>
          <pc:sldMk cId="2388565274" sldId="273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712675742" sldId="273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383449958" sldId="274"/>
        </pc:sldMkLst>
      </pc:sldChg>
      <pc:sldChg chg="modSp add del mod ord">
        <pc:chgData name="Dunfrey Pires Aragão" userId="a7272183b7b4f9fa" providerId="LiveId" clId="{BAC91D18-D65A-4EC3-924E-0C30E434E882}" dt="2025-09-28T16:30:11.267" v="1793" actId="47"/>
        <pc:sldMkLst>
          <pc:docMk/>
          <pc:sldMk cId="2629982616" sldId="274"/>
        </pc:sldMkLst>
      </pc:sldChg>
      <pc:sldChg chg="add del replId">
        <pc:chgData name="Dunfrey Pires Aragão" userId="a7272183b7b4f9fa" providerId="LiveId" clId="{BAC91D18-D65A-4EC3-924E-0C30E434E882}" dt="2025-09-21T15:17:52.877" v="203" actId="2890"/>
        <pc:sldMkLst>
          <pc:docMk/>
          <pc:sldMk cId="3617653540" sldId="274"/>
        </pc:sldMkLst>
      </pc:sldChg>
      <pc:sldChg chg="addSp delSp modSp add mod ord">
        <pc:chgData name="Dunfrey Pires Aragão" userId="a7272183b7b4f9fa" providerId="LiveId" clId="{BAC91D18-D65A-4EC3-924E-0C30E434E882}" dt="2025-09-29T17:28:06.843" v="2073" actId="14100"/>
        <pc:sldMkLst>
          <pc:docMk/>
          <pc:sldMk cId="4095293745" sldId="274"/>
        </pc:sldMkLst>
        <pc:spChg chg="add mod">
          <ac:chgData name="Dunfrey Pires Aragão" userId="a7272183b7b4f9fa" providerId="LiveId" clId="{BAC91D18-D65A-4EC3-924E-0C30E434E882}" dt="2025-09-29T17:27:17.643" v="2052" actId="1076"/>
          <ac:spMkLst>
            <pc:docMk/>
            <pc:sldMk cId="4095293745" sldId="274"/>
            <ac:spMk id="6" creationId="{58496D50-13AE-891E-B837-8FF77EF6AA89}"/>
          </ac:spMkLst>
        </pc:spChg>
        <pc:spChg chg="add mod">
          <ac:chgData name="Dunfrey Pires Aragão" userId="a7272183b7b4f9fa" providerId="LiveId" clId="{BAC91D18-D65A-4EC3-924E-0C30E434E882}" dt="2025-09-29T17:28:06.843" v="2073" actId="14100"/>
          <ac:spMkLst>
            <pc:docMk/>
            <pc:sldMk cId="4095293745" sldId="274"/>
            <ac:spMk id="8" creationId="{093E64EB-BF61-81E0-8331-758DAD5F04CA}"/>
          </ac:spMkLst>
        </pc:spChg>
        <pc:picChg chg="add mod">
          <ac:chgData name="Dunfrey Pires Aragão" userId="a7272183b7b4f9fa" providerId="LiveId" clId="{BAC91D18-D65A-4EC3-924E-0C30E434E882}" dt="2025-09-29T17:26:40.923" v="2023" actId="1076"/>
          <ac:picMkLst>
            <pc:docMk/>
            <pc:sldMk cId="4095293745" sldId="274"/>
            <ac:picMk id="4" creationId="{B8F07AC2-3EAE-3B48-366C-4909B2E8E30D}"/>
          </ac:picMkLst>
        </pc:picChg>
        <pc:picChg chg="mod">
          <ac:chgData name="Dunfrey Pires Aragão" userId="a7272183b7b4f9fa" providerId="LiveId" clId="{BAC91D18-D65A-4EC3-924E-0C30E434E882}" dt="2025-09-29T17:27:59.333" v="2069" actId="1076"/>
          <ac:picMkLst>
            <pc:docMk/>
            <pc:sldMk cId="4095293745" sldId="274"/>
            <ac:picMk id="110" creationId="{51E3D79B-787F-683D-E101-1CFF479CED17}"/>
          </ac:picMkLst>
        </pc:picChg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1484859979" sldId="275"/>
        </pc:sldMkLst>
      </pc:sldChg>
      <pc:sldChg chg="addSp delSp modSp add del mod">
        <pc:chgData name="Dunfrey Pires Aragão" userId="a7272183b7b4f9fa" providerId="LiveId" clId="{BAC91D18-D65A-4EC3-924E-0C30E434E882}" dt="2025-09-28T16:30:11.267" v="1793" actId="47"/>
        <pc:sldMkLst>
          <pc:docMk/>
          <pc:sldMk cId="3002609995" sldId="275"/>
        </pc:sldMkLst>
      </pc:sldChg>
      <pc:sldChg chg="addSp delSp modSp add del mod setBg">
        <pc:chgData name="Dunfrey Pires Aragão" userId="a7272183b7b4f9fa" providerId="LiveId" clId="{BAC91D18-D65A-4EC3-924E-0C30E434E882}" dt="2025-09-29T18:03:55.436" v="2108" actId="2696"/>
        <pc:sldMkLst>
          <pc:docMk/>
          <pc:sldMk cId="3129523770" sldId="275"/>
        </pc:sldMkLst>
        <pc:spChg chg="mod">
          <ac:chgData name="Dunfrey Pires Aragão" userId="a7272183b7b4f9fa" providerId="LiveId" clId="{BAC91D18-D65A-4EC3-924E-0C30E434E882}" dt="2025-09-29T17:35:27.414" v="2087" actId="26606"/>
          <ac:spMkLst>
            <pc:docMk/>
            <pc:sldMk cId="3129523770" sldId="275"/>
            <ac:spMk id="112" creationId="{0A114AB3-AFAF-E639-EFC5-4E4A7AE259B2}"/>
          </ac:spMkLst>
        </pc:spChg>
        <pc:picChg chg="add mod ord">
          <ac:chgData name="Dunfrey Pires Aragão" userId="a7272183b7b4f9fa" providerId="LiveId" clId="{BAC91D18-D65A-4EC3-924E-0C30E434E882}" dt="2025-09-29T17:36:09.774" v="2106" actId="167"/>
          <ac:picMkLst>
            <pc:docMk/>
            <pc:sldMk cId="3129523770" sldId="275"/>
            <ac:picMk id="3" creationId="{AF588967-E41C-59A7-EC46-4EBFF1A7241D}"/>
          </ac:picMkLst>
        </pc:picChg>
        <pc:picChg chg="mod ord">
          <ac:chgData name="Dunfrey Pires Aragão" userId="a7272183b7b4f9fa" providerId="LiveId" clId="{BAC91D18-D65A-4EC3-924E-0C30E434E882}" dt="2025-09-29T17:36:01.880" v="2097" actId="167"/>
          <ac:picMkLst>
            <pc:docMk/>
            <pc:sldMk cId="3129523770" sldId="275"/>
            <ac:picMk id="110" creationId="{4029375B-DFC8-77FD-BA63-42C074AEFEB1}"/>
          </ac:picMkLst>
        </pc:picChg>
        <pc:picChg chg="mod ord">
          <ac:chgData name="Dunfrey Pires Aragão" userId="a7272183b7b4f9fa" providerId="LiveId" clId="{BAC91D18-D65A-4EC3-924E-0C30E434E882}" dt="2025-09-29T17:35:27.414" v="2087" actId="26606"/>
          <ac:picMkLst>
            <pc:docMk/>
            <pc:sldMk cId="3129523770" sldId="275"/>
            <ac:picMk id="111" creationId="{4946EE19-7330-812C-7F5F-00FAB2450F25}"/>
          </ac:picMkLst>
        </pc:picChg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306389745" sldId="276"/>
        </pc:sldMkLst>
      </pc:sldChg>
      <pc:sldChg chg="addSp delSp modSp add del mod">
        <pc:chgData name="Dunfrey Pires Aragão" userId="a7272183b7b4f9fa" providerId="LiveId" clId="{BAC91D18-D65A-4EC3-924E-0C30E434E882}" dt="2025-10-01T20:46:43.228" v="3097" actId="47"/>
        <pc:sldMkLst>
          <pc:docMk/>
          <pc:sldMk cId="415751925" sldId="276"/>
        </pc:sldMkLst>
        <pc:spChg chg="add del mod">
          <ac:chgData name="Dunfrey Pires Aragão" userId="a7272183b7b4f9fa" providerId="LiveId" clId="{BAC91D18-D65A-4EC3-924E-0C30E434E882}" dt="2025-09-30T01:11:19.195" v="2876" actId="478"/>
          <ac:spMkLst>
            <pc:docMk/>
            <pc:sldMk cId="415751925" sldId="276"/>
            <ac:spMk id="3" creationId="{99919D62-638E-9896-D78D-15ABAF2A6CC3}"/>
          </ac:spMkLst>
        </pc:spChg>
        <pc:spChg chg="add mod">
          <ac:chgData name="Dunfrey Pires Aragão" userId="a7272183b7b4f9fa" providerId="LiveId" clId="{BAC91D18-D65A-4EC3-924E-0C30E434E882}" dt="2025-09-30T01:09:03.236" v="2867" actId="20577"/>
          <ac:spMkLst>
            <pc:docMk/>
            <pc:sldMk cId="415751925" sldId="276"/>
            <ac:spMk id="4" creationId="{54DE2076-566A-95B0-2D17-D3968D2EC32C}"/>
          </ac:spMkLst>
        </pc:spChg>
        <pc:spChg chg="add mod">
          <ac:chgData name="Dunfrey Pires Aragão" userId="a7272183b7b4f9fa" providerId="LiveId" clId="{BAC91D18-D65A-4EC3-924E-0C30E434E882}" dt="2025-09-30T01:13:06.888" v="2957" actId="20577"/>
          <ac:spMkLst>
            <pc:docMk/>
            <pc:sldMk cId="415751925" sldId="276"/>
            <ac:spMk id="5" creationId="{C71A3610-EB6F-71A5-891B-40A766B633A1}"/>
          </ac:spMkLst>
        </pc:spChg>
        <pc:spChg chg="add mod">
          <ac:chgData name="Dunfrey Pires Aragão" userId="a7272183b7b4f9fa" providerId="LiveId" clId="{BAC91D18-D65A-4EC3-924E-0C30E434E882}" dt="2025-09-30T01:12:17.155" v="2937" actId="20577"/>
          <ac:spMkLst>
            <pc:docMk/>
            <pc:sldMk cId="415751925" sldId="276"/>
            <ac:spMk id="7" creationId="{1A9EB2BC-14FC-1A4D-86E8-F6A338999AB3}"/>
          </ac:spMkLst>
        </pc:spChg>
        <pc:spChg chg="add mod">
          <ac:chgData name="Dunfrey Pires Aragão" userId="a7272183b7b4f9fa" providerId="LiveId" clId="{BAC91D18-D65A-4EC3-924E-0C30E434E882}" dt="2025-09-30T01:08:52.371" v="2864" actId="20577"/>
          <ac:spMkLst>
            <pc:docMk/>
            <pc:sldMk cId="415751925" sldId="276"/>
            <ac:spMk id="9" creationId="{CE1BAC1C-9C6F-61CD-D80C-1A07BE88C6CB}"/>
          </ac:spMkLst>
        </pc:spChg>
        <pc:spChg chg="add del mod">
          <ac:chgData name="Dunfrey Pires Aragão" userId="a7272183b7b4f9fa" providerId="LiveId" clId="{BAC91D18-D65A-4EC3-924E-0C30E434E882}" dt="2025-09-30T01:11:16.955" v="2875" actId="478"/>
          <ac:spMkLst>
            <pc:docMk/>
            <pc:sldMk cId="415751925" sldId="276"/>
            <ac:spMk id="10" creationId="{ED033DD9-61E7-4789-8474-5321BC632FD6}"/>
          </ac:spMkLst>
        </pc:spChg>
        <pc:spChg chg="add del mod">
          <ac:chgData name="Dunfrey Pires Aragão" userId="a7272183b7b4f9fa" providerId="LiveId" clId="{BAC91D18-D65A-4EC3-924E-0C30E434E882}" dt="2025-09-30T01:11:16.955" v="2875" actId="478"/>
          <ac:spMkLst>
            <pc:docMk/>
            <pc:sldMk cId="415751925" sldId="276"/>
            <ac:spMk id="11" creationId="{68B01929-F626-0EAE-C322-AEF3145DBED2}"/>
          </ac:spMkLst>
        </pc:spChg>
        <pc:spChg chg="add del mod">
          <ac:chgData name="Dunfrey Pires Aragão" userId="a7272183b7b4f9fa" providerId="LiveId" clId="{BAC91D18-D65A-4EC3-924E-0C30E434E882}" dt="2025-09-30T01:11:16.955" v="2875" actId="478"/>
          <ac:spMkLst>
            <pc:docMk/>
            <pc:sldMk cId="415751925" sldId="276"/>
            <ac:spMk id="12" creationId="{6D18CBD2-A75E-8F9E-E45D-6626AB26541C}"/>
          </ac:spMkLst>
        </pc:spChg>
        <pc:spChg chg="add del mod ord">
          <ac:chgData name="Dunfrey Pires Aragão" userId="a7272183b7b4f9fa" providerId="LiveId" clId="{BAC91D18-D65A-4EC3-924E-0C30E434E882}" dt="2025-09-30T01:11:16.955" v="2875" actId="478"/>
          <ac:spMkLst>
            <pc:docMk/>
            <pc:sldMk cId="415751925" sldId="276"/>
            <ac:spMk id="13" creationId="{C5948781-595B-0968-E98F-22AF170AABDB}"/>
          </ac:spMkLst>
        </pc:spChg>
        <pc:spChg chg="add del mod">
          <ac:chgData name="Dunfrey Pires Aragão" userId="a7272183b7b4f9fa" providerId="LiveId" clId="{BAC91D18-D65A-4EC3-924E-0C30E434E882}" dt="2025-09-30T01:11:16.955" v="2875" actId="478"/>
          <ac:spMkLst>
            <pc:docMk/>
            <pc:sldMk cId="415751925" sldId="276"/>
            <ac:spMk id="16" creationId="{F552B7DE-27D8-2D51-3B46-BF954F5BB8F1}"/>
          </ac:spMkLst>
        </pc:spChg>
        <pc:spChg chg="add del mod">
          <ac:chgData name="Dunfrey Pires Aragão" userId="a7272183b7b4f9fa" providerId="LiveId" clId="{BAC91D18-D65A-4EC3-924E-0C30E434E882}" dt="2025-09-30T01:11:16.955" v="2875" actId="478"/>
          <ac:spMkLst>
            <pc:docMk/>
            <pc:sldMk cId="415751925" sldId="276"/>
            <ac:spMk id="17" creationId="{A5688239-F03B-A848-78C9-E76FA0EBE1F0}"/>
          </ac:spMkLst>
        </pc:spChg>
        <pc:spChg chg="add del mod">
          <ac:chgData name="Dunfrey Pires Aragão" userId="a7272183b7b4f9fa" providerId="LiveId" clId="{BAC91D18-D65A-4EC3-924E-0C30E434E882}" dt="2025-09-30T01:11:16.955" v="2875" actId="478"/>
          <ac:spMkLst>
            <pc:docMk/>
            <pc:sldMk cId="415751925" sldId="276"/>
            <ac:spMk id="18" creationId="{2FB8CF92-0121-4764-CC23-BAE3B59D4A22}"/>
          </ac:spMkLst>
        </pc:spChg>
        <pc:spChg chg="add del mod">
          <ac:chgData name="Dunfrey Pires Aragão" userId="a7272183b7b4f9fa" providerId="LiveId" clId="{BAC91D18-D65A-4EC3-924E-0C30E434E882}" dt="2025-09-30T01:11:16.955" v="2875" actId="478"/>
          <ac:spMkLst>
            <pc:docMk/>
            <pc:sldMk cId="415751925" sldId="276"/>
            <ac:spMk id="19" creationId="{6B184BB8-0E80-2E45-3487-8585CB7DC261}"/>
          </ac:spMkLst>
        </pc:spChg>
        <pc:spChg chg="add del mod">
          <ac:chgData name="Dunfrey Pires Aragão" userId="a7272183b7b4f9fa" providerId="LiveId" clId="{BAC91D18-D65A-4EC3-924E-0C30E434E882}" dt="2025-09-30T01:11:16.955" v="2875" actId="478"/>
          <ac:spMkLst>
            <pc:docMk/>
            <pc:sldMk cId="415751925" sldId="276"/>
            <ac:spMk id="20" creationId="{172854DE-B84D-DD1E-FC66-DC863D1C94E9}"/>
          </ac:spMkLst>
        </pc:spChg>
        <pc:spChg chg="add del mod">
          <ac:chgData name="Dunfrey Pires Aragão" userId="a7272183b7b4f9fa" providerId="LiveId" clId="{BAC91D18-D65A-4EC3-924E-0C30E434E882}" dt="2025-09-30T01:11:16.955" v="2875" actId="478"/>
          <ac:spMkLst>
            <pc:docMk/>
            <pc:sldMk cId="415751925" sldId="276"/>
            <ac:spMk id="21" creationId="{6DBBF0D4-C3CF-BFA5-16D5-F53EC0D41CB4}"/>
          </ac:spMkLst>
        </pc:spChg>
      </pc:sldChg>
      <pc:sldChg chg="addSp delSp modSp add del mod">
        <pc:chgData name="Dunfrey Pires Aragão" userId="a7272183b7b4f9fa" providerId="LiveId" clId="{BAC91D18-D65A-4EC3-924E-0C30E434E882}" dt="2025-09-28T16:30:11.267" v="1793" actId="47"/>
        <pc:sldMkLst>
          <pc:docMk/>
          <pc:sldMk cId="540805268" sldId="276"/>
        </pc:sldMkLst>
      </pc:sldChg>
      <pc:sldChg chg="new del">
        <pc:chgData name="Dunfrey Pires Aragão" userId="a7272183b7b4f9fa" providerId="LiveId" clId="{BAC91D18-D65A-4EC3-924E-0C30E434E882}" dt="2025-09-21T15:43:22.776" v="471" actId="680"/>
        <pc:sldMkLst>
          <pc:docMk/>
          <pc:sldMk cId="2109023974" sldId="276"/>
        </pc:sldMkLst>
      </pc:sldChg>
      <pc:sldChg chg="addSp delSp modSp add del mod">
        <pc:chgData name="Dunfrey Pires Aragão" userId="a7272183b7b4f9fa" providerId="LiveId" clId="{BAC91D18-D65A-4EC3-924E-0C30E434E882}" dt="2025-10-01T20:46:43.228" v="3097" actId="47"/>
        <pc:sldMkLst>
          <pc:docMk/>
          <pc:sldMk cId="412034993" sldId="277"/>
        </pc:sldMkLst>
        <pc:spChg chg="add mod">
          <ac:chgData name="Dunfrey Pires Aragão" userId="a7272183b7b4f9fa" providerId="LiveId" clId="{BAC91D18-D65A-4EC3-924E-0C30E434E882}" dt="2025-09-30T01:17:26.400" v="3075" actId="1035"/>
          <ac:spMkLst>
            <pc:docMk/>
            <pc:sldMk cId="412034993" sldId="277"/>
            <ac:spMk id="3" creationId="{D291527E-1D60-B394-953A-39B8F2BD794D}"/>
          </ac:spMkLst>
        </pc:spChg>
        <pc:spChg chg="add del mod">
          <ac:chgData name="Dunfrey Pires Aragão" userId="a7272183b7b4f9fa" providerId="LiveId" clId="{BAC91D18-D65A-4EC3-924E-0C30E434E882}" dt="2025-09-30T01:12:37.915" v="2938" actId="478"/>
          <ac:spMkLst>
            <pc:docMk/>
            <pc:sldMk cId="412034993" sldId="277"/>
            <ac:spMk id="5" creationId="{CB8ABF3F-C210-EB30-4D06-BDA1F10377B9}"/>
          </ac:spMkLst>
        </pc:spChg>
        <pc:spChg chg="add mod">
          <ac:chgData name="Dunfrey Pires Aragão" userId="a7272183b7b4f9fa" providerId="LiveId" clId="{BAC91D18-D65A-4EC3-924E-0C30E434E882}" dt="2025-09-30T01:17:26.400" v="3075" actId="1035"/>
          <ac:spMkLst>
            <pc:docMk/>
            <pc:sldMk cId="412034993" sldId="277"/>
            <ac:spMk id="6" creationId="{618D5644-FC9F-AC7B-5271-0C6734E42C6D}"/>
          </ac:spMkLst>
        </pc:spChg>
        <pc:spChg chg="mod">
          <ac:chgData name="Dunfrey Pires Aragão" userId="a7272183b7b4f9fa" providerId="LiveId" clId="{BAC91D18-D65A-4EC3-924E-0C30E434E882}" dt="2025-09-30T01:17:09.231" v="3043" actId="20577"/>
          <ac:spMkLst>
            <pc:docMk/>
            <pc:sldMk cId="412034993" sldId="277"/>
            <ac:spMk id="7" creationId="{04B209BB-FFC7-8280-C7B6-ACA6B0DFED87}"/>
          </ac:spMkLst>
        </pc:spChg>
        <pc:spChg chg="add mod">
          <ac:chgData name="Dunfrey Pires Aragão" userId="a7272183b7b4f9fa" providerId="LiveId" clId="{BAC91D18-D65A-4EC3-924E-0C30E434E882}" dt="2025-09-30T01:17:26.400" v="3075" actId="1035"/>
          <ac:spMkLst>
            <pc:docMk/>
            <pc:sldMk cId="412034993" sldId="277"/>
            <ac:spMk id="9" creationId="{C64514A3-677E-9B1C-EA3E-567CDB982749}"/>
          </ac:spMkLst>
        </pc:spChg>
        <pc:spChg chg="add mod">
          <ac:chgData name="Dunfrey Pires Aragão" userId="a7272183b7b4f9fa" providerId="LiveId" clId="{BAC91D18-D65A-4EC3-924E-0C30E434E882}" dt="2025-09-30T01:17:26.400" v="3075" actId="1035"/>
          <ac:spMkLst>
            <pc:docMk/>
            <pc:sldMk cId="412034993" sldId="277"/>
            <ac:spMk id="11" creationId="{61C6EED8-10CB-0C7B-9F60-2DABE59A10E7}"/>
          </ac:spMkLst>
        </pc:spChg>
        <pc:spChg chg="add mod">
          <ac:chgData name="Dunfrey Pires Aragão" userId="a7272183b7b4f9fa" providerId="LiveId" clId="{BAC91D18-D65A-4EC3-924E-0C30E434E882}" dt="2025-09-30T01:17:26.400" v="3075" actId="1035"/>
          <ac:spMkLst>
            <pc:docMk/>
            <pc:sldMk cId="412034993" sldId="277"/>
            <ac:spMk id="13" creationId="{4AE466C8-4869-1BA8-4DF6-89E68737BBCC}"/>
          </ac:spMkLst>
        </pc:spChg>
        <pc:spChg chg="add mod">
          <ac:chgData name="Dunfrey Pires Aragão" userId="a7272183b7b4f9fa" providerId="LiveId" clId="{BAC91D18-D65A-4EC3-924E-0C30E434E882}" dt="2025-09-30T01:17:26.400" v="3075" actId="1035"/>
          <ac:spMkLst>
            <pc:docMk/>
            <pc:sldMk cId="412034993" sldId="277"/>
            <ac:spMk id="15" creationId="{ADDAAC08-0EF2-006F-7B24-9E26846F6600}"/>
          </ac:spMkLst>
        </pc:spChg>
        <pc:spChg chg="add mod">
          <ac:chgData name="Dunfrey Pires Aragão" userId="a7272183b7b4f9fa" providerId="LiveId" clId="{BAC91D18-D65A-4EC3-924E-0C30E434E882}" dt="2025-09-30T01:18:09.691" v="3095" actId="1036"/>
          <ac:spMkLst>
            <pc:docMk/>
            <pc:sldMk cId="412034993" sldId="277"/>
            <ac:spMk id="17" creationId="{88C0C32C-C19A-E09D-2FA7-D96FE8ECDB6B}"/>
          </ac:spMkLst>
        </pc:spChg>
        <pc:spChg chg="add mod">
          <ac:chgData name="Dunfrey Pires Aragão" userId="a7272183b7b4f9fa" providerId="LiveId" clId="{BAC91D18-D65A-4EC3-924E-0C30E434E882}" dt="2025-09-30T01:18:09.691" v="3095" actId="1036"/>
          <ac:spMkLst>
            <pc:docMk/>
            <pc:sldMk cId="412034993" sldId="277"/>
            <ac:spMk id="19" creationId="{F28EF351-B87C-8F4A-48E6-2DD287CD946B}"/>
          </ac:spMkLst>
        </pc:spChg>
      </pc:sldChg>
      <pc:sldChg chg="addSp delSp modSp add del mod">
        <pc:chgData name="Dunfrey Pires Aragão" userId="a7272183b7b4f9fa" providerId="LiveId" clId="{BAC91D18-D65A-4EC3-924E-0C30E434E882}" dt="2025-09-28T16:30:11.267" v="1793" actId="47"/>
        <pc:sldMkLst>
          <pc:docMk/>
          <pc:sldMk cId="1566412879" sldId="277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4052768942" sldId="277"/>
        </pc:sldMkLst>
      </pc:sldChg>
      <pc:sldChg chg="modSp add del mod ord">
        <pc:chgData name="Dunfrey Pires Aragão" userId="a7272183b7b4f9fa" providerId="LiveId" clId="{BAC91D18-D65A-4EC3-924E-0C30E434E882}" dt="2025-09-28T16:30:11.267" v="1793" actId="47"/>
        <pc:sldMkLst>
          <pc:docMk/>
          <pc:sldMk cId="2631067196" sldId="278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656992325" sldId="278"/>
        </pc:sldMkLst>
      </pc:sldChg>
      <pc:sldChg chg="addSp delSp modSp add del mod">
        <pc:chgData name="Dunfrey Pires Aragão" userId="a7272183b7b4f9fa" providerId="LiveId" clId="{BAC91D18-D65A-4EC3-924E-0C30E434E882}" dt="2025-09-30T01:20:07.700" v="3096" actId="2696"/>
        <pc:sldMkLst>
          <pc:docMk/>
          <pc:sldMk cId="3759038391" sldId="278"/>
        </pc:sldMkLst>
        <pc:spChg chg="add del mod">
          <ac:chgData name="Dunfrey Pires Aragão" userId="a7272183b7b4f9fa" providerId="LiveId" clId="{BAC91D18-D65A-4EC3-924E-0C30E434E882}" dt="2025-09-30T00:29:12.544" v="2817" actId="478"/>
          <ac:spMkLst>
            <pc:docMk/>
            <pc:sldMk cId="3759038391" sldId="278"/>
            <ac:spMk id="3" creationId="{835B147B-BA41-F55F-A00C-A73E156E470E}"/>
          </ac:spMkLst>
        </pc:spChg>
        <pc:spChg chg="del">
          <ac:chgData name="Dunfrey Pires Aragão" userId="a7272183b7b4f9fa" providerId="LiveId" clId="{BAC91D18-D65A-4EC3-924E-0C30E434E882}" dt="2025-09-30T00:28:52.889" v="2808" actId="478"/>
          <ac:spMkLst>
            <pc:docMk/>
            <pc:sldMk cId="3759038391" sldId="278"/>
            <ac:spMk id="5" creationId="{7A0F4B4E-4485-2FF5-B331-BF14F5F4253D}"/>
          </ac:spMkLst>
        </pc:spChg>
        <pc:spChg chg="add mod">
          <ac:chgData name="Dunfrey Pires Aragão" userId="a7272183b7b4f9fa" providerId="LiveId" clId="{BAC91D18-D65A-4EC3-924E-0C30E434E882}" dt="2025-09-30T00:30:46.235" v="2841" actId="403"/>
          <ac:spMkLst>
            <pc:docMk/>
            <pc:sldMk cId="3759038391" sldId="278"/>
            <ac:spMk id="6" creationId="{02844039-7CF2-B489-368C-F6F0BE74D98B}"/>
          </ac:spMkLst>
        </pc:spChg>
        <pc:spChg chg="mod">
          <ac:chgData name="Dunfrey Pires Aragão" userId="a7272183b7b4f9fa" providerId="LiveId" clId="{BAC91D18-D65A-4EC3-924E-0C30E434E882}" dt="2025-09-30T00:31:26.979" v="2863" actId="20577"/>
          <ac:spMkLst>
            <pc:docMk/>
            <pc:sldMk cId="3759038391" sldId="278"/>
            <ac:spMk id="7" creationId="{C93AD8FA-A14D-2B7E-8D49-9B788B377198}"/>
          </ac:spMkLst>
        </pc:spChg>
      </pc:sldChg>
      <pc:sldChg chg="add del">
        <pc:chgData name="Dunfrey Pires Aragão" userId="a7272183b7b4f9fa" providerId="LiveId" clId="{BAC91D18-D65A-4EC3-924E-0C30E434E882}" dt="2025-09-22T14:05:08.942" v="849" actId="47"/>
        <pc:sldMkLst>
          <pc:docMk/>
          <pc:sldMk cId="392140053" sldId="279"/>
        </pc:sldMkLst>
      </pc:sldChg>
      <pc:sldChg chg="addSp delSp modSp add del mod">
        <pc:chgData name="Dunfrey Pires Aragão" userId="a7272183b7b4f9fa" providerId="LiveId" clId="{BAC91D18-D65A-4EC3-924E-0C30E434E882}" dt="2025-09-28T16:30:11.267" v="1793" actId="47"/>
        <pc:sldMkLst>
          <pc:docMk/>
          <pc:sldMk cId="743883733" sldId="279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1569741345" sldId="279"/>
        </pc:sldMkLst>
      </pc:sldChg>
      <pc:sldChg chg="addSp modSp add del mod ord">
        <pc:chgData name="Dunfrey Pires Aragão" userId="a7272183b7b4f9fa" providerId="LiveId" clId="{BAC91D18-D65A-4EC3-924E-0C30E434E882}" dt="2025-09-28T16:30:11.267" v="1793" actId="47"/>
        <pc:sldMkLst>
          <pc:docMk/>
          <pc:sldMk cId="1430052879" sldId="280"/>
        </pc:sldMkLst>
      </pc:sldChg>
      <pc:sldChg chg="add del">
        <pc:chgData name="Dunfrey Pires Aragão" userId="a7272183b7b4f9fa" providerId="LiveId" clId="{BAC91D18-D65A-4EC3-924E-0C30E434E882}" dt="2025-09-22T14:08:13.373" v="887" actId="2890"/>
        <pc:sldMkLst>
          <pc:docMk/>
          <pc:sldMk cId="3940824531" sldId="280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3964582281" sldId="280"/>
        </pc:sldMkLst>
      </pc:sldChg>
      <pc:sldChg chg="addSp delSp modSp add del mod ord">
        <pc:chgData name="Dunfrey Pires Aragão" userId="a7272183b7b4f9fa" providerId="LiveId" clId="{BAC91D18-D65A-4EC3-924E-0C30E434E882}" dt="2025-09-28T16:30:11.267" v="1793" actId="47"/>
        <pc:sldMkLst>
          <pc:docMk/>
          <pc:sldMk cId="1926579495" sldId="281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009738390" sldId="281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273909744" sldId="282"/>
        </pc:sldMkLst>
      </pc:sldChg>
      <pc:sldChg chg="addSp delSp modSp add del mod">
        <pc:chgData name="Dunfrey Pires Aragão" userId="a7272183b7b4f9fa" providerId="LiveId" clId="{BAC91D18-D65A-4EC3-924E-0C30E434E882}" dt="2025-09-22T23:56:43.142" v="1353" actId="47"/>
        <pc:sldMkLst>
          <pc:docMk/>
          <pc:sldMk cId="2572129761" sldId="282"/>
        </pc:sldMkLst>
      </pc:sldChg>
      <pc:sldChg chg="addSp delSp modSp add del mod ord">
        <pc:chgData name="Dunfrey Pires Aragão" userId="a7272183b7b4f9fa" providerId="LiveId" clId="{BAC91D18-D65A-4EC3-924E-0C30E434E882}" dt="2025-09-28T16:30:11.267" v="1793" actId="47"/>
        <pc:sldMkLst>
          <pc:docMk/>
          <pc:sldMk cId="1213289978" sldId="283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785691304" sldId="283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93567873" sldId="284"/>
        </pc:sldMkLst>
      </pc:sldChg>
      <pc:sldChg chg="addSp delSp modSp add del mod">
        <pc:chgData name="Dunfrey Pires Aragão" userId="a7272183b7b4f9fa" providerId="LiveId" clId="{BAC91D18-D65A-4EC3-924E-0C30E434E882}" dt="2025-09-28T16:30:11.267" v="1793" actId="47"/>
        <pc:sldMkLst>
          <pc:docMk/>
          <pc:sldMk cId="659577095" sldId="284"/>
        </pc:sldMkLst>
      </pc:sldChg>
      <pc:sldChg chg="addSp delSp modSp add del mod ord">
        <pc:chgData name="Dunfrey Pires Aragão" userId="a7272183b7b4f9fa" providerId="LiveId" clId="{BAC91D18-D65A-4EC3-924E-0C30E434E882}" dt="2025-09-28T16:30:11.267" v="1793" actId="47"/>
        <pc:sldMkLst>
          <pc:docMk/>
          <pc:sldMk cId="2194398821" sldId="285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327090450" sldId="285"/>
        </pc:sldMkLst>
      </pc:sldChg>
      <pc:sldChg chg="add del">
        <pc:chgData name="Dunfrey Pires Aragão" userId="a7272183b7b4f9fa" providerId="LiveId" clId="{BAC91D18-D65A-4EC3-924E-0C30E434E882}" dt="2025-09-28T16:30:11.267" v="1793" actId="47"/>
        <pc:sldMkLst>
          <pc:docMk/>
          <pc:sldMk cId="1476346048" sldId="286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1550310859" sldId="286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1645765549" sldId="287"/>
        </pc:sldMkLst>
      </pc:sldChg>
      <pc:sldChg chg="addSp delSp modSp add del mod">
        <pc:chgData name="Dunfrey Pires Aragão" userId="a7272183b7b4f9fa" providerId="LiveId" clId="{BAC91D18-D65A-4EC3-924E-0C30E434E882}" dt="2025-09-28T16:30:11.267" v="1793" actId="47"/>
        <pc:sldMkLst>
          <pc:docMk/>
          <pc:sldMk cId="4196889776" sldId="287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430332802" sldId="288"/>
        </pc:sldMkLst>
      </pc:sldChg>
      <pc:sldChg chg="addSp delSp modSp add del mod">
        <pc:chgData name="Dunfrey Pires Aragão" userId="a7272183b7b4f9fa" providerId="LiveId" clId="{BAC91D18-D65A-4EC3-924E-0C30E434E882}" dt="2025-09-28T16:30:11.267" v="1793" actId="47"/>
        <pc:sldMkLst>
          <pc:docMk/>
          <pc:sldMk cId="2236048603" sldId="288"/>
        </pc:sldMkLst>
      </pc:sldChg>
      <pc:sldChg chg="new del">
        <pc:chgData name="Dunfrey Pires Aragão" userId="a7272183b7b4f9fa" providerId="LiveId" clId="{BAC91D18-D65A-4EC3-924E-0C30E434E882}" dt="2025-09-23T02:05:21.694" v="1602" actId="680"/>
        <pc:sldMkLst>
          <pc:docMk/>
          <pc:sldMk cId="492507871" sldId="289"/>
        </pc:sldMkLst>
      </pc:sldChg>
      <pc:sldChg chg="delSp modSp add del mod">
        <pc:chgData name="Dunfrey Pires Aragão" userId="a7272183b7b4f9fa" providerId="LiveId" clId="{BAC91D18-D65A-4EC3-924E-0C30E434E882}" dt="2025-09-28T16:30:11.267" v="1793" actId="47"/>
        <pc:sldMkLst>
          <pc:docMk/>
          <pc:sldMk cId="1846275789" sldId="289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678303692" sldId="289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697412201" sldId="290"/>
        </pc:sldMkLst>
      </pc:sldChg>
      <pc:sldChg chg="addSp delSp modSp add del mod">
        <pc:chgData name="Dunfrey Pires Aragão" userId="a7272183b7b4f9fa" providerId="LiveId" clId="{BAC91D18-D65A-4EC3-924E-0C30E434E882}" dt="2025-09-28T16:30:11.267" v="1793" actId="47"/>
        <pc:sldMkLst>
          <pc:docMk/>
          <pc:sldMk cId="774229104" sldId="290"/>
        </pc:sldMkLst>
      </pc:sldChg>
      <pc:sldChg chg="addSp delSp modSp add del mod">
        <pc:chgData name="Dunfrey Pires Aragão" userId="a7272183b7b4f9fa" providerId="LiveId" clId="{BAC91D18-D65A-4EC3-924E-0C30E434E882}" dt="2025-09-28T16:30:11.267" v="1793" actId="47"/>
        <pc:sldMkLst>
          <pc:docMk/>
          <pc:sldMk cId="2311916404" sldId="291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456576403" sldId="291"/>
        </pc:sldMkLst>
      </pc:sldChg>
      <pc:sldChg chg="addSp delSp modSp add del mod ord">
        <pc:chgData name="Dunfrey Pires Aragão" userId="a7272183b7b4f9fa" providerId="LiveId" clId="{BAC91D18-D65A-4EC3-924E-0C30E434E882}" dt="2025-09-28T16:30:11.267" v="1793" actId="47"/>
        <pc:sldMkLst>
          <pc:docMk/>
          <pc:sldMk cId="1082239583" sldId="292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1222577279" sldId="292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37962840" sldId="293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976434699" sldId="294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679003917" sldId="295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370282640" sldId="296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1992999150" sldId="297"/>
        </pc:sldMkLst>
      </pc:sldChg>
    </pc:docChg>
  </pc:docChgLst>
  <pc:docChgLst>
    <pc:chgData name="Dunfrey Pires Aragão" userId="a7272183b7b4f9fa" providerId="LiveId" clId="{59918799-9268-47A3-8BDE-2BEE066F332C}"/>
    <pc:docChg chg="undo custSel addSld delSld modSld sldOrd">
      <pc:chgData name="Dunfrey Pires Aragão" userId="a7272183b7b4f9fa" providerId="LiveId" clId="{59918799-9268-47A3-8BDE-2BEE066F332C}" dt="2025-09-04T00:28:19.966" v="1930"/>
      <pc:docMkLst>
        <pc:docMk/>
      </pc:docMkLst>
      <pc:sldChg chg="addSp modSp mod">
        <pc:chgData name="Dunfrey Pires Aragão" userId="a7272183b7b4f9fa" providerId="LiveId" clId="{59918799-9268-47A3-8BDE-2BEE066F332C}" dt="2025-09-02T14:44:04.208" v="26" actId="403"/>
        <pc:sldMkLst>
          <pc:docMk/>
          <pc:sldMk cId="2693772875" sldId="272"/>
        </pc:sldMkLst>
        <pc:spChg chg="mod">
          <ac:chgData name="Dunfrey Pires Aragão" userId="a7272183b7b4f9fa" providerId="LiveId" clId="{59918799-9268-47A3-8BDE-2BEE066F332C}" dt="2025-09-02T14:44:04.208" v="26" actId="403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59918799-9268-47A3-8BDE-2BEE066F332C}" dt="2025-09-02T14:43:09.693" v="10" actId="20577"/>
          <ac:spMkLst>
            <pc:docMk/>
            <pc:sldMk cId="2693772875" sldId="272"/>
            <ac:spMk id="112" creationId="{BE948C0D-5CF7-1E55-F219-F6129DAB92D5}"/>
          </ac:spMkLst>
        </pc:spChg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516040122" sldId="273"/>
        </pc:sldMkLst>
      </pc:sldChg>
      <pc:sldChg chg="addSp modSp add mod">
        <pc:chgData name="Dunfrey Pires Aragão" userId="a7272183b7b4f9fa" providerId="LiveId" clId="{59918799-9268-47A3-8BDE-2BEE066F332C}" dt="2025-09-02T14:45:55.159" v="57" actId="113"/>
        <pc:sldMkLst>
          <pc:docMk/>
          <pc:sldMk cId="2712675742" sldId="273"/>
        </pc:sldMkLst>
      </pc:sldChg>
      <pc:sldChg chg="modSp add mod">
        <pc:chgData name="Dunfrey Pires Aragão" userId="a7272183b7b4f9fa" providerId="LiveId" clId="{59918799-9268-47A3-8BDE-2BEE066F332C}" dt="2025-09-02T14:47:13.978" v="79" actId="20577"/>
        <pc:sldMkLst>
          <pc:docMk/>
          <pc:sldMk cId="383449958" sldId="274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3357835207" sldId="274"/>
        </pc:sldMkLst>
      </pc:sldChg>
      <pc:sldChg chg="delSp modSp add mod">
        <pc:chgData name="Dunfrey Pires Aragão" userId="a7272183b7b4f9fa" providerId="LiveId" clId="{59918799-9268-47A3-8BDE-2BEE066F332C}" dt="2025-09-02T14:47:47.314" v="90" actId="20577"/>
        <pc:sldMkLst>
          <pc:docMk/>
          <pc:sldMk cId="1484859979" sldId="275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2019241113" sldId="275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185182782" sldId="276"/>
        </pc:sldMkLst>
      </pc:sldChg>
      <pc:sldChg chg="addSp delSp modSp add mod ord">
        <pc:chgData name="Dunfrey Pires Aragão" userId="a7272183b7b4f9fa" providerId="LiveId" clId="{59918799-9268-47A3-8BDE-2BEE066F332C}" dt="2025-09-02T14:56:21.405" v="146" actId="14100"/>
        <pc:sldMkLst>
          <pc:docMk/>
          <pc:sldMk cId="306389745" sldId="276"/>
        </pc:sldMkLst>
      </pc:sldChg>
      <pc:sldChg chg="addSp modSp add mod">
        <pc:chgData name="Dunfrey Pires Aragão" userId="a7272183b7b4f9fa" providerId="LiveId" clId="{59918799-9268-47A3-8BDE-2BEE066F332C}" dt="2025-09-02T14:56:53.529" v="158" actId="20577"/>
        <pc:sldMkLst>
          <pc:docMk/>
          <pc:sldMk cId="4052768942" sldId="277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4235190758" sldId="277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96040751" sldId="278"/>
        </pc:sldMkLst>
      </pc:sldChg>
      <pc:sldChg chg="addSp modSp add mod">
        <pc:chgData name="Dunfrey Pires Aragão" userId="a7272183b7b4f9fa" providerId="LiveId" clId="{59918799-9268-47A3-8BDE-2BEE066F332C}" dt="2025-09-02T15:00:24.257" v="249" actId="1076"/>
        <pc:sldMkLst>
          <pc:docMk/>
          <pc:sldMk cId="2656992325" sldId="278"/>
        </pc:sldMkLst>
      </pc:sldChg>
      <pc:sldChg chg="add">
        <pc:chgData name="Dunfrey Pires Aragão" userId="a7272183b7b4f9fa" providerId="LiveId" clId="{59918799-9268-47A3-8BDE-2BEE066F332C}" dt="2025-09-02T15:00:28.763" v="250"/>
        <pc:sldMkLst>
          <pc:docMk/>
          <pc:sldMk cId="1569741345" sldId="279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3071921603" sldId="279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786340363" sldId="280"/>
        </pc:sldMkLst>
      </pc:sldChg>
      <pc:sldChg chg="addSp delSp modSp add mod">
        <pc:chgData name="Dunfrey Pires Aragão" userId="a7272183b7b4f9fa" providerId="LiveId" clId="{59918799-9268-47A3-8BDE-2BEE066F332C}" dt="2025-09-02T15:04:23.466" v="391" actId="20577"/>
        <pc:sldMkLst>
          <pc:docMk/>
          <pc:sldMk cId="3964582281" sldId="280"/>
        </pc:sldMkLst>
      </pc:sldChg>
      <pc:sldChg chg="addSp delSp modSp add mod">
        <pc:chgData name="Dunfrey Pires Aragão" userId="a7272183b7b4f9fa" providerId="LiveId" clId="{59918799-9268-47A3-8BDE-2BEE066F332C}" dt="2025-09-02T15:19:11.021" v="471" actId="113"/>
        <pc:sldMkLst>
          <pc:docMk/>
          <pc:sldMk cId="2009738390" sldId="281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2245862389" sldId="281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2152344955" sldId="282"/>
        </pc:sldMkLst>
      </pc:sldChg>
      <pc:sldChg chg="addSp delSp modSp add mod">
        <pc:chgData name="Dunfrey Pires Aragão" userId="a7272183b7b4f9fa" providerId="LiveId" clId="{59918799-9268-47A3-8BDE-2BEE066F332C}" dt="2025-09-03T23:44:57.686" v="1892" actId="14100"/>
        <pc:sldMkLst>
          <pc:docMk/>
          <pc:sldMk cId="2273909744" sldId="282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1078725783" sldId="283"/>
        </pc:sldMkLst>
      </pc:sldChg>
      <pc:sldChg chg="addSp delSp modSp add mod ord">
        <pc:chgData name="Dunfrey Pires Aragão" userId="a7272183b7b4f9fa" providerId="LiveId" clId="{59918799-9268-47A3-8BDE-2BEE066F332C}" dt="2025-09-02T15:21:23.392" v="514" actId="403"/>
        <pc:sldMkLst>
          <pc:docMk/>
          <pc:sldMk cId="2785691304" sldId="283"/>
        </pc:sldMkLst>
      </pc:sldChg>
      <pc:sldChg chg="addSp delSp modSp add mod">
        <pc:chgData name="Dunfrey Pires Aragão" userId="a7272183b7b4f9fa" providerId="LiveId" clId="{59918799-9268-47A3-8BDE-2BEE066F332C}" dt="2025-09-02T15:33:43.055" v="528" actId="1076"/>
        <pc:sldMkLst>
          <pc:docMk/>
          <pc:sldMk cId="93567873" sldId="284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2422203827" sldId="284"/>
        </pc:sldMkLst>
      </pc:sldChg>
      <pc:sldChg chg="addSp delSp modSp add mod ord">
        <pc:chgData name="Dunfrey Pires Aragão" userId="a7272183b7b4f9fa" providerId="LiveId" clId="{59918799-9268-47A3-8BDE-2BEE066F332C}" dt="2025-09-02T15:40:58.054" v="693" actId="1076"/>
        <pc:sldMkLst>
          <pc:docMk/>
          <pc:sldMk cId="2327090450" sldId="285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4090453237" sldId="285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121371844" sldId="286"/>
        </pc:sldMkLst>
      </pc:sldChg>
      <pc:sldChg chg="addSp delSp modSp add mod">
        <pc:chgData name="Dunfrey Pires Aragão" userId="a7272183b7b4f9fa" providerId="LiveId" clId="{59918799-9268-47A3-8BDE-2BEE066F332C}" dt="2025-09-02T15:39:25.686" v="675" actId="113"/>
        <pc:sldMkLst>
          <pc:docMk/>
          <pc:sldMk cId="1550310859" sldId="286"/>
        </pc:sldMkLst>
      </pc:sldChg>
      <pc:sldChg chg="addSp modSp add mod">
        <pc:chgData name="Dunfrey Pires Aragão" userId="a7272183b7b4f9fa" providerId="LiveId" clId="{59918799-9268-47A3-8BDE-2BEE066F332C}" dt="2025-09-02T15:43:55.045" v="803" actId="403"/>
        <pc:sldMkLst>
          <pc:docMk/>
          <pc:sldMk cId="1645765549" sldId="287"/>
        </pc:sldMkLst>
      </pc:sldChg>
      <pc:sldChg chg="add del">
        <pc:chgData name="Dunfrey Pires Aragão" userId="a7272183b7b4f9fa" providerId="LiveId" clId="{59918799-9268-47A3-8BDE-2BEE066F332C}" dt="2025-09-02T15:40:26.503" v="677" actId="47"/>
        <pc:sldMkLst>
          <pc:docMk/>
          <pc:sldMk cId="3310570928" sldId="287"/>
        </pc:sldMkLst>
      </pc:sldChg>
      <pc:sldChg chg="addSp delSp modSp add mod">
        <pc:chgData name="Dunfrey Pires Aragão" userId="a7272183b7b4f9fa" providerId="LiveId" clId="{59918799-9268-47A3-8BDE-2BEE066F332C}" dt="2025-09-03T23:06:18.029" v="1446"/>
        <pc:sldMkLst>
          <pc:docMk/>
          <pc:sldMk cId="430332802" sldId="288"/>
        </pc:sldMkLst>
      </pc:sldChg>
      <pc:sldChg chg="addSp delSp modSp add mod">
        <pc:chgData name="Dunfrey Pires Aragão" userId="a7272183b7b4f9fa" providerId="LiveId" clId="{59918799-9268-47A3-8BDE-2BEE066F332C}" dt="2025-09-03T23:08:51.158" v="1536" actId="20577"/>
        <pc:sldMkLst>
          <pc:docMk/>
          <pc:sldMk cId="2678303692" sldId="289"/>
        </pc:sldMkLst>
      </pc:sldChg>
      <pc:sldChg chg="addSp delSp modSp add mod ord">
        <pc:chgData name="Dunfrey Pires Aragão" userId="a7272183b7b4f9fa" providerId="LiveId" clId="{59918799-9268-47A3-8BDE-2BEE066F332C}" dt="2025-09-03T23:03:59.837" v="1410" actId="1076"/>
        <pc:sldMkLst>
          <pc:docMk/>
          <pc:sldMk cId="697412201" sldId="290"/>
        </pc:sldMkLst>
      </pc:sldChg>
      <pc:sldChg chg="addSp delSp modSp add mod">
        <pc:chgData name="Dunfrey Pires Aragão" userId="a7272183b7b4f9fa" providerId="LiveId" clId="{59918799-9268-47A3-8BDE-2BEE066F332C}" dt="2025-09-03T23:14:06.871" v="1641" actId="114"/>
        <pc:sldMkLst>
          <pc:docMk/>
          <pc:sldMk cId="2456576403" sldId="291"/>
        </pc:sldMkLst>
      </pc:sldChg>
      <pc:sldChg chg="delSp modSp add mod">
        <pc:chgData name="Dunfrey Pires Aragão" userId="a7272183b7b4f9fa" providerId="LiveId" clId="{59918799-9268-47A3-8BDE-2BEE066F332C}" dt="2025-09-03T23:04:33.674" v="1426" actId="20577"/>
        <pc:sldMkLst>
          <pc:docMk/>
          <pc:sldMk cId="1222577279" sldId="292"/>
        </pc:sldMkLst>
      </pc:sldChg>
      <pc:sldChg chg="addSp delSp modSp add mod">
        <pc:chgData name="Dunfrey Pires Aragão" userId="a7272183b7b4f9fa" providerId="LiveId" clId="{59918799-9268-47A3-8BDE-2BEE066F332C}" dt="2025-09-03T23:17:28" v="1732" actId="1076"/>
        <pc:sldMkLst>
          <pc:docMk/>
          <pc:sldMk cId="237962840" sldId="293"/>
        </pc:sldMkLst>
      </pc:sldChg>
      <pc:sldChg chg="addSp delSp modSp add mod">
        <pc:chgData name="Dunfrey Pires Aragão" userId="a7272183b7b4f9fa" providerId="LiveId" clId="{59918799-9268-47A3-8BDE-2BEE066F332C}" dt="2025-09-03T23:43:23.953" v="1887" actId="403"/>
        <pc:sldMkLst>
          <pc:docMk/>
          <pc:sldMk cId="2976434699" sldId="294"/>
        </pc:sldMkLst>
      </pc:sldChg>
      <pc:sldChg chg="add">
        <pc:chgData name="Dunfrey Pires Aragão" userId="a7272183b7b4f9fa" providerId="LiveId" clId="{59918799-9268-47A3-8BDE-2BEE066F332C}" dt="2025-09-03T23:43:43.445" v="1888" actId="2890"/>
        <pc:sldMkLst>
          <pc:docMk/>
          <pc:sldMk cId="2679003917" sldId="295"/>
        </pc:sldMkLst>
      </pc:sldChg>
      <pc:sldChg chg="addSp delSp modSp add mod">
        <pc:chgData name="Dunfrey Pires Aragão" userId="a7272183b7b4f9fa" providerId="LiveId" clId="{59918799-9268-47A3-8BDE-2BEE066F332C}" dt="2025-09-04T00:28:15.191" v="1928" actId="20577"/>
        <pc:sldMkLst>
          <pc:docMk/>
          <pc:sldMk cId="370282640" sldId="296"/>
        </pc:sldMkLst>
      </pc:sldChg>
      <pc:sldChg chg="new del">
        <pc:chgData name="Dunfrey Pires Aragão" userId="a7272183b7b4f9fa" providerId="LiveId" clId="{59918799-9268-47A3-8BDE-2BEE066F332C}" dt="2025-09-04T00:25:12.157" v="1894" actId="47"/>
        <pc:sldMkLst>
          <pc:docMk/>
          <pc:sldMk cId="3545195987" sldId="296"/>
        </pc:sldMkLst>
      </pc:sldChg>
      <pc:sldChg chg="addSp delSp modSp add mod ord">
        <pc:chgData name="Dunfrey Pires Aragão" userId="a7272183b7b4f9fa" providerId="LiveId" clId="{59918799-9268-47A3-8BDE-2BEE066F332C}" dt="2025-09-04T00:28:19.966" v="1930"/>
        <pc:sldMkLst>
          <pc:docMk/>
          <pc:sldMk cId="1992999150" sldId="297"/>
        </pc:sldMkLst>
      </pc:sldChg>
      <pc:sldMasterChg chg="delSldLayout">
        <pc:chgData name="Dunfrey Pires Aragão" userId="a7272183b7b4f9fa" providerId="LiveId" clId="{59918799-9268-47A3-8BDE-2BEE066F332C}" dt="2025-09-04T00:25:12.157" v="1894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59918799-9268-47A3-8BDE-2BEE066F332C}" dt="2025-09-04T00:25:12.157" v="1894" actId="47"/>
          <pc:sldLayoutMkLst>
            <pc:docMk/>
            <pc:sldMasterMk cId="0" sldId="2147483648"/>
            <pc:sldLayoutMk cId="0" sldId="2147483656"/>
          </pc:sldLayoutMkLst>
        </pc:sldLayoutChg>
      </pc:sldMasterChg>
    </pc:docChg>
  </pc:docChgLst>
  <pc:docChgLst>
    <pc:chgData name="Dunfrey Pires Aragão" userId="a7272183b7b4f9fa" providerId="LiveId" clId="{F9F79645-5E0D-4161-A30B-F7BD5AF5CA3E}"/>
    <pc:docChg chg="undo custSel addSld delSld modSld sldOrd">
      <pc:chgData name="Dunfrey Pires Aragão" userId="a7272183b7b4f9fa" providerId="LiveId" clId="{F9F79645-5E0D-4161-A30B-F7BD5AF5CA3E}" dt="2025-08-30T17:54:39.236" v="1459" actId="1076"/>
      <pc:docMkLst>
        <pc:docMk/>
      </pc:docMkLst>
      <pc:sldChg chg="modSp mod">
        <pc:chgData name="Dunfrey Pires Aragão" userId="a7272183b7b4f9fa" providerId="LiveId" clId="{F9F79645-5E0D-4161-A30B-F7BD5AF5CA3E}" dt="2025-08-28T15:36:42.471" v="850" actId="20577"/>
        <pc:sldMkLst>
          <pc:docMk/>
          <pc:sldMk cId="2693772875" sldId="272"/>
        </pc:sldMkLst>
      </pc:sldChg>
      <pc:sldChg chg="modSp add mod">
        <pc:chgData name="Dunfrey Pires Aragão" userId="a7272183b7b4f9fa" providerId="LiveId" clId="{F9F79645-5E0D-4161-A30B-F7BD5AF5CA3E}" dt="2025-08-28T14:09:32.640" v="145" actId="403"/>
        <pc:sldMkLst>
          <pc:docMk/>
          <pc:sldMk cId="516040122" sldId="273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3903808442" sldId="273"/>
        </pc:sldMkLst>
      </pc:sldChg>
      <pc:sldChg chg="modSp add mod">
        <pc:chgData name="Dunfrey Pires Aragão" userId="a7272183b7b4f9fa" providerId="LiveId" clId="{F9F79645-5E0D-4161-A30B-F7BD5AF5CA3E}" dt="2025-08-30T17:43:51.609" v="1406" actId="20577"/>
        <pc:sldMkLst>
          <pc:docMk/>
          <pc:sldMk cId="3357835207" sldId="274"/>
        </pc:sldMkLst>
      </pc:sldChg>
      <pc:sldChg chg="modSp add mod">
        <pc:chgData name="Dunfrey Pires Aragão" userId="a7272183b7b4f9fa" providerId="LiveId" clId="{F9F79645-5E0D-4161-A30B-F7BD5AF5CA3E}" dt="2025-08-28T14:12:49.554" v="253" actId="1076"/>
        <pc:sldMkLst>
          <pc:docMk/>
          <pc:sldMk cId="2019241113" sldId="275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4036805717" sldId="275"/>
        </pc:sldMkLst>
      </pc:sldChg>
      <pc:sldChg chg="modSp add mod">
        <pc:chgData name="Dunfrey Pires Aragão" userId="a7272183b7b4f9fa" providerId="LiveId" clId="{F9F79645-5E0D-4161-A30B-F7BD5AF5CA3E}" dt="2025-08-30T17:40:08.065" v="1350" actId="403"/>
        <pc:sldMkLst>
          <pc:docMk/>
          <pc:sldMk cId="185182782" sldId="27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276371994" sldId="27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002624183" sldId="277"/>
        </pc:sldMkLst>
      </pc:sldChg>
      <pc:sldChg chg="modSp add mod">
        <pc:chgData name="Dunfrey Pires Aragão" userId="a7272183b7b4f9fa" providerId="LiveId" clId="{F9F79645-5E0D-4161-A30B-F7BD5AF5CA3E}" dt="2025-08-30T17:36:58.982" v="1314" actId="14100"/>
        <pc:sldMkLst>
          <pc:docMk/>
          <pc:sldMk cId="4235190758" sldId="277"/>
        </pc:sldMkLst>
      </pc:sldChg>
      <pc:sldChg chg="modSp add mod ord">
        <pc:chgData name="Dunfrey Pires Aragão" userId="a7272183b7b4f9fa" providerId="LiveId" clId="{F9F79645-5E0D-4161-A30B-F7BD5AF5CA3E}" dt="2025-08-30T17:38:37.624" v="1332" actId="403"/>
        <pc:sldMkLst>
          <pc:docMk/>
          <pc:sldMk cId="96040751" sldId="278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571451691" sldId="278"/>
        </pc:sldMkLst>
      </pc:sldChg>
      <pc:sldChg chg="modSp add mod">
        <pc:chgData name="Dunfrey Pires Aragão" userId="a7272183b7b4f9fa" providerId="LiveId" clId="{F9F79645-5E0D-4161-A30B-F7BD5AF5CA3E}" dt="2025-08-30T17:42:11.234" v="1377" actId="20577"/>
        <pc:sldMkLst>
          <pc:docMk/>
          <pc:sldMk cId="3071921603" sldId="279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3980039042" sldId="279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45713392" sldId="280"/>
        </pc:sldMkLst>
      </pc:sldChg>
      <pc:sldChg chg="modSp add mod">
        <pc:chgData name="Dunfrey Pires Aragão" userId="a7272183b7b4f9fa" providerId="LiveId" clId="{F9F79645-5E0D-4161-A30B-F7BD5AF5CA3E}" dt="2025-08-30T17:42:07.946" v="1376" actId="20577"/>
        <pc:sldMkLst>
          <pc:docMk/>
          <pc:sldMk cId="786340363" sldId="280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941205668" sldId="281"/>
        </pc:sldMkLst>
      </pc:sldChg>
      <pc:sldChg chg="modSp add mod">
        <pc:chgData name="Dunfrey Pires Aragão" userId="a7272183b7b4f9fa" providerId="LiveId" clId="{F9F79645-5E0D-4161-A30B-F7BD5AF5CA3E}" dt="2025-08-30T17:43:19.050" v="1400" actId="403"/>
        <pc:sldMkLst>
          <pc:docMk/>
          <pc:sldMk cId="2245862389" sldId="281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449549412" sldId="282"/>
        </pc:sldMkLst>
      </pc:sldChg>
      <pc:sldChg chg="modSp add mod">
        <pc:chgData name="Dunfrey Pires Aragão" userId="a7272183b7b4f9fa" providerId="LiveId" clId="{F9F79645-5E0D-4161-A30B-F7BD5AF5CA3E}" dt="2025-08-30T17:29:20.901" v="1074" actId="20577"/>
        <pc:sldMkLst>
          <pc:docMk/>
          <pc:sldMk cId="2152344955" sldId="282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90847051" sldId="283"/>
        </pc:sldMkLst>
      </pc:sldChg>
      <pc:sldChg chg="modSp add mod ord">
        <pc:chgData name="Dunfrey Pires Aragão" userId="a7272183b7b4f9fa" providerId="LiveId" clId="{F9F79645-5E0D-4161-A30B-F7BD5AF5CA3E}" dt="2025-08-30T17:36:34.927" v="1303"/>
        <pc:sldMkLst>
          <pc:docMk/>
          <pc:sldMk cId="1078725783" sldId="283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894141429" sldId="284"/>
        </pc:sldMkLst>
      </pc:sldChg>
      <pc:sldChg chg="modSp add mod">
        <pc:chgData name="Dunfrey Pires Aragão" userId="a7272183b7b4f9fa" providerId="LiveId" clId="{F9F79645-5E0D-4161-A30B-F7BD5AF5CA3E}" dt="2025-08-30T17:37:40.097" v="1326" actId="113"/>
        <pc:sldMkLst>
          <pc:docMk/>
          <pc:sldMk cId="2422203827" sldId="284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42293359" sldId="285"/>
        </pc:sldMkLst>
      </pc:sldChg>
      <pc:sldChg chg="modSp add mod">
        <pc:chgData name="Dunfrey Pires Aragão" userId="a7272183b7b4f9fa" providerId="LiveId" clId="{F9F79645-5E0D-4161-A30B-F7BD5AF5CA3E}" dt="2025-08-30T17:46:11.655" v="1452" actId="14100"/>
        <pc:sldMkLst>
          <pc:docMk/>
          <pc:sldMk cId="4090453237" sldId="285"/>
        </pc:sldMkLst>
      </pc:sldChg>
      <pc:sldChg chg="addSp delSp modSp add mod">
        <pc:chgData name="Dunfrey Pires Aragão" userId="a7272183b7b4f9fa" providerId="LiveId" clId="{F9F79645-5E0D-4161-A30B-F7BD5AF5CA3E}" dt="2025-08-30T17:54:39.236" v="1459" actId="1076"/>
        <pc:sldMkLst>
          <pc:docMk/>
          <pc:sldMk cId="121371844" sldId="28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064109615" sldId="28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772939263" sldId="287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941658418" sldId="288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953123072" sldId="289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3865094116" sldId="290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484692086" sldId="291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410806387" sldId="292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235346850" sldId="293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926228093" sldId="294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343770334" sldId="295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043352155" sldId="29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732980767" sldId="297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758867100" sldId="298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4143167015" sldId="299"/>
        </pc:sldMkLst>
      </pc:sldChg>
    </pc:docChg>
  </pc:docChgLst>
  <pc:docChgLst>
    <pc:chgData name="Dunfrey Pires Aragão" userId="a7272183b7b4f9fa" providerId="LiveId" clId="{BEBF720F-E34B-4E5A-9A0F-E29D0FE7B0FF}"/>
    <pc:docChg chg="undo redo custSel addSld delSld modSld sldOrd">
      <pc:chgData name="Dunfrey Pires Aragão" userId="a7272183b7b4f9fa" providerId="LiveId" clId="{BEBF720F-E34B-4E5A-9A0F-E29D0FE7B0FF}" dt="2025-08-05T18:34:44.692" v="3157" actId="14100"/>
      <pc:docMkLst>
        <pc:docMk/>
      </pc:docMkLst>
      <pc:sldChg chg="addSp delSp modSp mod modAnim">
        <pc:chgData name="Dunfrey Pires Aragão" userId="a7272183b7b4f9fa" providerId="LiveId" clId="{BEBF720F-E34B-4E5A-9A0F-E29D0FE7B0FF}" dt="2025-08-03T00:26:24.519" v="195" actId="1076"/>
        <pc:sldMkLst>
          <pc:docMk/>
          <pc:sldMk cId="0" sldId="257"/>
        </pc:sldMkLst>
      </pc:sldChg>
      <pc:sldChg chg="addSp modSp del mod ord">
        <pc:chgData name="Dunfrey Pires Aragão" userId="a7272183b7b4f9fa" providerId="LiveId" clId="{BEBF720F-E34B-4E5A-9A0F-E29D0FE7B0FF}" dt="2025-08-04T20:13:42.839" v="1814" actId="47"/>
        <pc:sldMkLst>
          <pc:docMk/>
          <pc:sldMk cId="0" sldId="258"/>
        </pc:sldMkLst>
      </pc:sldChg>
      <pc:sldChg chg="addSp modSp mod">
        <pc:chgData name="Dunfrey Pires Aragão" userId="a7272183b7b4f9fa" providerId="LiveId" clId="{BEBF720F-E34B-4E5A-9A0F-E29D0FE7B0FF}" dt="2025-08-03T23:37:13.899" v="706" actId="1076"/>
        <pc:sldMkLst>
          <pc:docMk/>
          <pc:sldMk cId="0" sldId="259"/>
        </pc:sldMkLst>
      </pc:sldChg>
      <pc:sldChg chg="addSp modSp mod modAnim">
        <pc:chgData name="Dunfrey Pires Aragão" userId="a7272183b7b4f9fa" providerId="LiveId" clId="{BEBF720F-E34B-4E5A-9A0F-E29D0FE7B0FF}" dt="2025-08-03T23:26:12.389" v="615"/>
        <pc:sldMkLst>
          <pc:docMk/>
          <pc:sldMk cId="0" sldId="260"/>
        </pc:sldMkLst>
      </pc:sldChg>
      <pc:sldChg chg="new del">
        <pc:chgData name="Dunfrey Pires Aragão" userId="a7272183b7b4f9fa" providerId="LiveId" clId="{BEBF720F-E34B-4E5A-9A0F-E29D0FE7B0FF}" dt="2025-08-02T19:52:11.856" v="1" actId="2696"/>
        <pc:sldMkLst>
          <pc:docMk/>
          <pc:sldMk cId="1450792625" sldId="262"/>
        </pc:sldMkLst>
      </pc:sldChg>
      <pc:sldChg chg="addSp delSp modSp add mod ord">
        <pc:chgData name="Dunfrey Pires Aragão" userId="a7272183b7b4f9fa" providerId="LiveId" clId="{BEBF720F-E34B-4E5A-9A0F-E29D0FE7B0FF}" dt="2025-08-03T23:37:28.969" v="708"/>
        <pc:sldMkLst>
          <pc:docMk/>
          <pc:sldMk cId="1458883685" sldId="262"/>
        </pc:sldMkLst>
      </pc:sldChg>
      <pc:sldChg chg="addSp modSp add mod modAnim">
        <pc:chgData name="Dunfrey Pires Aragão" userId="a7272183b7b4f9fa" providerId="LiveId" clId="{BEBF720F-E34B-4E5A-9A0F-E29D0FE7B0FF}" dt="2025-08-03T23:36:31.601" v="692"/>
        <pc:sldMkLst>
          <pc:docMk/>
          <pc:sldMk cId="4060919478" sldId="263"/>
        </pc:sldMkLst>
      </pc:sldChg>
      <pc:sldChg chg="addSp delSp modSp add mod ord">
        <pc:chgData name="Dunfrey Pires Aragão" userId="a7272183b7b4f9fa" providerId="LiveId" clId="{BEBF720F-E34B-4E5A-9A0F-E29D0FE7B0FF}" dt="2025-08-03T23:34:30.344" v="682" actId="1076"/>
        <pc:sldMkLst>
          <pc:docMk/>
          <pc:sldMk cId="2480116363" sldId="264"/>
        </pc:sldMkLst>
      </pc:sldChg>
      <pc:sldChg chg="addSp modSp add mod modAnim">
        <pc:chgData name="Dunfrey Pires Aragão" userId="a7272183b7b4f9fa" providerId="LiveId" clId="{BEBF720F-E34B-4E5A-9A0F-E29D0FE7B0FF}" dt="2025-08-03T23:41:13.713" v="766"/>
        <pc:sldMkLst>
          <pc:docMk/>
          <pc:sldMk cId="85031420" sldId="265"/>
        </pc:sldMkLst>
      </pc:sldChg>
      <pc:sldChg chg="addSp delSp modSp add mod modAnim">
        <pc:chgData name="Dunfrey Pires Aragão" userId="a7272183b7b4f9fa" providerId="LiveId" clId="{BEBF720F-E34B-4E5A-9A0F-E29D0FE7B0FF}" dt="2025-08-04T19:22:22.579" v="1619" actId="1076"/>
        <pc:sldMkLst>
          <pc:docMk/>
          <pc:sldMk cId="1611498639" sldId="266"/>
        </pc:sldMkLst>
      </pc:sldChg>
      <pc:sldChg chg="addSp delSp modSp add del mod">
        <pc:chgData name="Dunfrey Pires Aragão" userId="a7272183b7b4f9fa" providerId="LiveId" clId="{BEBF720F-E34B-4E5A-9A0F-E29D0FE7B0FF}" dt="2025-08-04T19:22:01.421" v="1617" actId="47"/>
        <pc:sldMkLst>
          <pc:docMk/>
          <pc:sldMk cId="1595534256" sldId="267"/>
        </pc:sldMkLst>
      </pc:sldChg>
      <pc:sldChg chg="addSp delSp modSp add mod">
        <pc:chgData name="Dunfrey Pires Aragão" userId="a7272183b7b4f9fa" providerId="LiveId" clId="{BEBF720F-E34B-4E5A-9A0F-E29D0FE7B0FF}" dt="2025-08-05T14:47:32.155" v="2832" actId="255"/>
        <pc:sldMkLst>
          <pc:docMk/>
          <pc:sldMk cId="2697673226" sldId="268"/>
        </pc:sldMkLst>
      </pc:sldChg>
      <pc:sldChg chg="new del">
        <pc:chgData name="Dunfrey Pires Aragão" userId="a7272183b7b4f9fa" providerId="LiveId" clId="{BEBF720F-E34B-4E5A-9A0F-E29D0FE7B0FF}" dt="2025-08-03T23:28:28.126" v="617" actId="47"/>
        <pc:sldMkLst>
          <pc:docMk/>
          <pc:sldMk cId="2739562512" sldId="268"/>
        </pc:sldMkLst>
      </pc:sldChg>
      <pc:sldChg chg="addSp delSp modSp add mod modAnim">
        <pc:chgData name="Dunfrey Pires Aragão" userId="a7272183b7b4f9fa" providerId="LiveId" clId="{BEBF720F-E34B-4E5A-9A0F-E29D0FE7B0FF}" dt="2025-08-04T19:34:43.735" v="1813" actId="1038"/>
        <pc:sldMkLst>
          <pc:docMk/>
          <pc:sldMk cId="2316104281" sldId="269"/>
        </pc:sldMkLst>
      </pc:sldChg>
      <pc:sldChg chg="addSp delSp modSp add mod">
        <pc:chgData name="Dunfrey Pires Aragão" userId="a7272183b7b4f9fa" providerId="LiveId" clId="{BEBF720F-E34B-4E5A-9A0F-E29D0FE7B0FF}" dt="2025-08-04T19:04:19.079" v="1555" actId="1076"/>
        <pc:sldMkLst>
          <pc:docMk/>
          <pc:sldMk cId="2115306864" sldId="270"/>
        </pc:sldMkLst>
      </pc:sldChg>
      <pc:sldChg chg="new del">
        <pc:chgData name="Dunfrey Pires Aragão" userId="a7272183b7b4f9fa" providerId="LiveId" clId="{BEBF720F-E34B-4E5A-9A0F-E29D0FE7B0FF}" dt="2025-08-04T20:13:51.259" v="1816" actId="47"/>
        <pc:sldMkLst>
          <pc:docMk/>
          <pc:sldMk cId="2085091797" sldId="271"/>
        </pc:sldMkLst>
      </pc:sldChg>
      <pc:sldChg chg="addSp modSp add mod">
        <pc:chgData name="Dunfrey Pires Aragão" userId="a7272183b7b4f9fa" providerId="LiveId" clId="{BEBF720F-E34B-4E5A-9A0F-E29D0FE7B0FF}" dt="2025-08-05T14:26:52.275" v="2327" actId="14100"/>
        <pc:sldMkLst>
          <pc:docMk/>
          <pc:sldMk cId="2301139209" sldId="271"/>
        </pc:sldMkLst>
      </pc:sldChg>
      <pc:sldChg chg="addSp modSp add mod">
        <pc:chgData name="Dunfrey Pires Aragão" userId="a7272183b7b4f9fa" providerId="LiveId" clId="{BEBF720F-E34B-4E5A-9A0F-E29D0FE7B0FF}" dt="2025-08-05T14:34:37.699" v="2566" actId="1076"/>
        <pc:sldMkLst>
          <pc:docMk/>
          <pc:sldMk cId="2693772875" sldId="272"/>
        </pc:sldMkLst>
      </pc:sldChg>
      <pc:sldChg chg="addSp delSp modSp add mod">
        <pc:chgData name="Dunfrey Pires Aragão" userId="a7272183b7b4f9fa" providerId="LiveId" clId="{BEBF720F-E34B-4E5A-9A0F-E29D0FE7B0FF}" dt="2025-08-05T14:36:10.462" v="2616" actId="12"/>
        <pc:sldMkLst>
          <pc:docMk/>
          <pc:sldMk cId="872432489" sldId="273"/>
        </pc:sldMkLst>
      </pc:sldChg>
      <pc:sldChg chg="addSp modSp add mod">
        <pc:chgData name="Dunfrey Pires Aragão" userId="a7272183b7b4f9fa" providerId="LiveId" clId="{BEBF720F-E34B-4E5A-9A0F-E29D0FE7B0FF}" dt="2025-08-05T15:38:07.010" v="2930" actId="167"/>
        <pc:sldMkLst>
          <pc:docMk/>
          <pc:sldMk cId="2941323628" sldId="274"/>
        </pc:sldMkLst>
      </pc:sldChg>
      <pc:sldChg chg="delSp modSp add del mod">
        <pc:chgData name="Dunfrey Pires Aragão" userId="a7272183b7b4f9fa" providerId="LiveId" clId="{BEBF720F-E34B-4E5A-9A0F-E29D0FE7B0FF}" dt="2025-08-05T14:41:46.260" v="2730" actId="1076"/>
        <pc:sldMkLst>
          <pc:docMk/>
          <pc:sldMk cId="1906933139" sldId="275"/>
        </pc:sldMkLst>
      </pc:sldChg>
      <pc:sldChg chg="addSp modSp add mod ord">
        <pc:chgData name="Dunfrey Pires Aragão" userId="a7272183b7b4f9fa" providerId="LiveId" clId="{BEBF720F-E34B-4E5A-9A0F-E29D0FE7B0FF}" dt="2025-08-05T14:38:25.112" v="2687" actId="20577"/>
        <pc:sldMkLst>
          <pc:docMk/>
          <pc:sldMk cId="2610903633" sldId="276"/>
        </pc:sldMkLst>
      </pc:sldChg>
      <pc:sldChg chg="addSp modSp add mod">
        <pc:chgData name="Dunfrey Pires Aragão" userId="a7272183b7b4f9fa" providerId="LiveId" clId="{BEBF720F-E34B-4E5A-9A0F-E29D0FE7B0FF}" dt="2025-08-05T17:28:47.324" v="2997"/>
        <pc:sldMkLst>
          <pc:docMk/>
          <pc:sldMk cId="513384730" sldId="277"/>
        </pc:sldMkLst>
      </pc:sldChg>
      <pc:sldChg chg="new del">
        <pc:chgData name="Dunfrey Pires Aragão" userId="a7272183b7b4f9fa" providerId="LiveId" clId="{BEBF720F-E34B-4E5A-9A0F-E29D0FE7B0FF}" dt="2025-08-05T15:45:04.082" v="2932" actId="680"/>
        <pc:sldMkLst>
          <pc:docMk/>
          <pc:sldMk cId="3280849938" sldId="277"/>
        </pc:sldMkLst>
      </pc:sldChg>
      <pc:sldChg chg="addSp delSp modSp add mod">
        <pc:chgData name="Dunfrey Pires Aragão" userId="a7272183b7b4f9fa" providerId="LiveId" clId="{BEBF720F-E34B-4E5A-9A0F-E29D0FE7B0FF}" dt="2025-08-05T17:39:46.146" v="3023" actId="14100"/>
        <pc:sldMkLst>
          <pc:docMk/>
          <pc:sldMk cId="2462251716" sldId="278"/>
        </pc:sldMkLst>
      </pc:sldChg>
      <pc:sldChg chg="addSp delSp modSp add mod">
        <pc:chgData name="Dunfrey Pires Aragão" userId="a7272183b7b4f9fa" providerId="LiveId" clId="{BEBF720F-E34B-4E5A-9A0F-E29D0FE7B0FF}" dt="2025-08-05T17:42:55.307" v="3036" actId="1076"/>
        <pc:sldMkLst>
          <pc:docMk/>
          <pc:sldMk cId="4276310836" sldId="279"/>
        </pc:sldMkLst>
      </pc:sldChg>
      <pc:sldChg chg="addSp delSp modSp add mod">
        <pc:chgData name="Dunfrey Pires Aragão" userId="a7272183b7b4f9fa" providerId="LiveId" clId="{BEBF720F-E34B-4E5A-9A0F-E29D0FE7B0FF}" dt="2025-08-05T18:31:02.711" v="3137" actId="1076"/>
        <pc:sldMkLst>
          <pc:docMk/>
          <pc:sldMk cId="833210588" sldId="280"/>
        </pc:sldMkLst>
      </pc:sldChg>
      <pc:sldChg chg="new del">
        <pc:chgData name="Dunfrey Pires Aragão" userId="a7272183b7b4f9fa" providerId="LiveId" clId="{BEBF720F-E34B-4E5A-9A0F-E29D0FE7B0FF}" dt="2025-08-05T18:32:41.638" v="3140" actId="47"/>
        <pc:sldMkLst>
          <pc:docMk/>
          <pc:sldMk cId="3312444262" sldId="281"/>
        </pc:sldMkLst>
      </pc:sldChg>
      <pc:sldChg chg="addSp delSp modSp add mod">
        <pc:chgData name="Dunfrey Pires Aragão" userId="a7272183b7b4f9fa" providerId="LiveId" clId="{BEBF720F-E34B-4E5A-9A0F-E29D0FE7B0FF}" dt="2025-08-05T18:34:44.692" v="3157" actId="14100"/>
        <pc:sldMkLst>
          <pc:docMk/>
          <pc:sldMk cId="2037166137" sldId="282"/>
        </pc:sldMkLst>
      </pc:sldChg>
      <pc:sldChg chg="add del">
        <pc:chgData name="Dunfrey Pires Aragão" userId="a7272183b7b4f9fa" providerId="LiveId" clId="{BEBF720F-E34B-4E5A-9A0F-E29D0FE7B0FF}" dt="2025-08-05T18:32:54.693" v="3144"/>
        <pc:sldMkLst>
          <pc:docMk/>
          <pc:sldMk cId="224136690" sldId="283"/>
        </pc:sldMkLst>
      </pc:sldChg>
      <pc:sldMasterChg chg="delSldLayout">
        <pc:chgData name="Dunfrey Pires Aragão" userId="a7272183b7b4f9fa" providerId="LiveId" clId="{BEBF720F-E34B-4E5A-9A0F-E29D0FE7B0FF}" dt="2025-08-05T18:32:41.638" v="3140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BEBF720F-E34B-4E5A-9A0F-E29D0FE7B0FF}" dt="2025-08-02T19:52:11.856" v="1" actId="2696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Dunfrey Pires Aragão" userId="a7272183b7b4f9fa" providerId="LiveId" clId="{BEBF720F-E34B-4E5A-9A0F-E29D0FE7B0FF}" dt="2025-08-03T23:28:28.126" v="617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Dunfrey Pires Aragão" userId="a7272183b7b4f9fa" providerId="LiveId" clId="{BEBF720F-E34B-4E5A-9A0F-E29D0FE7B0FF}" dt="2025-08-04T20:13:51.259" v="1816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Dunfrey Pires Aragão" userId="a7272183b7b4f9fa" providerId="LiveId" clId="{BEBF720F-E34B-4E5A-9A0F-E29D0FE7B0FF}" dt="2025-08-05T18:32:41.638" v="3140" actId="47"/>
          <pc:sldLayoutMkLst>
            <pc:docMk/>
            <pc:sldMasterMk cId="0" sldId="2147483648"/>
            <pc:sldLayoutMk cId="0" sldId="2147483653"/>
          </pc:sldLayoutMkLst>
        </pc:sldLayoutChg>
      </pc:sldMasterChg>
    </pc:docChg>
  </pc:docChgLst>
  <pc:docChgLst>
    <pc:chgData name="Dunfrey Pires Aragão" userId="a7272183b7b4f9fa" providerId="LiveId" clId="{C5A2FD75-C252-4619-88C8-ACAA7B112D69}"/>
    <pc:docChg chg="undo custSel addSld delSld modSld sldOrd">
      <pc:chgData name="Dunfrey Pires Aragão" userId="a7272183b7b4f9fa" providerId="LiveId" clId="{C5A2FD75-C252-4619-88C8-ACAA7B112D69}" dt="2025-08-14T00:28:58.513" v="4541"/>
      <pc:docMkLst>
        <pc:docMk/>
      </pc:docMkLst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57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5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60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458883685" sldId="262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4060919478" sldId="263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480116363" sldId="264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5031420" sldId="265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611498639" sldId="266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697673226" sldId="268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316104281" sldId="26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115306864" sldId="270"/>
        </pc:sldMkLst>
      </pc:sldChg>
      <pc:sldChg chg="modSp mod">
        <pc:chgData name="Dunfrey Pires Aragão" userId="a7272183b7b4f9fa" providerId="LiveId" clId="{C5A2FD75-C252-4619-88C8-ACAA7B112D69}" dt="2025-08-06T18:57:31.341" v="302" actId="15"/>
        <pc:sldMkLst>
          <pc:docMk/>
          <pc:sldMk cId="2301139209" sldId="271"/>
        </pc:sldMkLst>
      </pc:sldChg>
      <pc:sldChg chg="addSp delSp modSp mod">
        <pc:chgData name="Dunfrey Pires Aragão" userId="a7272183b7b4f9fa" providerId="LiveId" clId="{C5A2FD75-C252-4619-88C8-ACAA7B112D69}" dt="2025-08-08T19:28:25.535" v="917"/>
        <pc:sldMkLst>
          <pc:docMk/>
          <pc:sldMk cId="2693772875" sldId="272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72432489" sldId="273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941323628" sldId="274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906933139" sldId="275"/>
        </pc:sldMkLst>
      </pc:sldChg>
      <pc:sldChg chg="modSp mod">
        <pc:chgData name="Dunfrey Pires Aragão" userId="a7272183b7b4f9fa" providerId="LiveId" clId="{C5A2FD75-C252-4619-88C8-ACAA7B112D69}" dt="2025-08-06T18:27:14.213" v="43" actId="20577"/>
        <pc:sldMkLst>
          <pc:docMk/>
          <pc:sldMk cId="2610903633" sldId="276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513384730" sldId="277"/>
        </pc:sldMkLst>
      </pc:sldChg>
      <pc:sldChg chg="modSp add mod">
        <pc:chgData name="Dunfrey Pires Aragão" userId="a7272183b7b4f9fa" providerId="LiveId" clId="{C5A2FD75-C252-4619-88C8-ACAA7B112D69}" dt="2025-08-08T19:28:58.848" v="929" actId="1076"/>
        <pc:sldMkLst>
          <pc:docMk/>
          <pc:sldMk cId="1289493354" sldId="277"/>
        </pc:sldMkLst>
      </pc:sldChg>
      <pc:sldChg chg="addSp delSp modSp add mod ord">
        <pc:chgData name="Dunfrey Pires Aragão" userId="a7272183b7b4f9fa" providerId="LiveId" clId="{C5A2FD75-C252-4619-88C8-ACAA7B112D69}" dt="2025-08-11T18:53:18.055" v="1853" actId="20577"/>
        <pc:sldMkLst>
          <pc:docMk/>
          <pc:sldMk cId="1209825020" sldId="278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462251716" sldId="278"/>
        </pc:sldMkLst>
      </pc:sldChg>
      <pc:sldChg chg="addSp delSp modSp add mod">
        <pc:chgData name="Dunfrey Pires Aragão" userId="a7272183b7b4f9fa" providerId="LiveId" clId="{C5A2FD75-C252-4619-88C8-ACAA7B112D69}" dt="2025-08-11T18:51:12.776" v="1791" actId="1076"/>
        <pc:sldMkLst>
          <pc:docMk/>
          <pc:sldMk cId="816410113" sldId="27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4276310836" sldId="27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33210588" sldId="280"/>
        </pc:sldMkLst>
      </pc:sldChg>
      <pc:sldChg chg="addSp delSp modSp add mod">
        <pc:chgData name="Dunfrey Pires Aragão" userId="a7272183b7b4f9fa" providerId="LiveId" clId="{C5A2FD75-C252-4619-88C8-ACAA7B112D69}" dt="2025-08-11T19:01:03.826" v="1864" actId="14100"/>
        <pc:sldMkLst>
          <pc:docMk/>
          <pc:sldMk cId="4275640942" sldId="280"/>
        </pc:sldMkLst>
      </pc:sldChg>
      <pc:sldChg chg="add del">
        <pc:chgData name="Dunfrey Pires Aragão" userId="a7272183b7b4f9fa" providerId="LiveId" clId="{C5A2FD75-C252-4619-88C8-ACAA7B112D69}" dt="2025-08-11T19:01:08.105" v="1865" actId="47"/>
        <pc:sldMkLst>
          <pc:docMk/>
          <pc:sldMk cId="4121033361" sldId="281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037166137" sldId="282"/>
        </pc:sldMkLst>
      </pc:sldChg>
      <pc:sldChg chg="add del">
        <pc:chgData name="Dunfrey Pires Aragão" userId="a7272183b7b4f9fa" providerId="LiveId" clId="{C5A2FD75-C252-4619-88C8-ACAA7B112D69}" dt="2025-08-11T19:01:08.737" v="1866" actId="47"/>
        <pc:sldMkLst>
          <pc:docMk/>
          <pc:sldMk cId="3379580487" sldId="282"/>
        </pc:sldMkLst>
      </pc:sldChg>
      <pc:sldChg chg="addSp delSp modSp add mod ord">
        <pc:chgData name="Dunfrey Pires Aragão" userId="a7272183b7b4f9fa" providerId="LiveId" clId="{C5A2FD75-C252-4619-88C8-ACAA7B112D69}" dt="2025-08-11T18:50:26.214" v="1785" actId="20577"/>
        <pc:sldMkLst>
          <pc:docMk/>
          <pc:sldMk cId="2577570395" sldId="283"/>
        </pc:sldMkLst>
      </pc:sldChg>
      <pc:sldChg chg="new del">
        <pc:chgData name="Dunfrey Pires Aragão" userId="a7272183b7b4f9fa" providerId="LiveId" clId="{C5A2FD75-C252-4619-88C8-ACAA7B112D69}" dt="2025-08-08T19:29:11.212" v="931" actId="680"/>
        <pc:sldMkLst>
          <pc:docMk/>
          <pc:sldMk cId="413737103" sldId="284"/>
        </pc:sldMkLst>
      </pc:sldChg>
      <pc:sldChg chg="delSp modSp add mod ord">
        <pc:chgData name="Dunfrey Pires Aragão" userId="a7272183b7b4f9fa" providerId="LiveId" clId="{C5A2FD75-C252-4619-88C8-ACAA7B112D69}" dt="2025-08-11T19:30:42.511" v="2317" actId="1037"/>
        <pc:sldMkLst>
          <pc:docMk/>
          <pc:sldMk cId="3706630638" sldId="284"/>
        </pc:sldMkLst>
      </pc:sldChg>
      <pc:sldChg chg="addSp delSp modSp add mod">
        <pc:chgData name="Dunfrey Pires Aragão" userId="a7272183b7b4f9fa" providerId="LiveId" clId="{C5A2FD75-C252-4619-88C8-ACAA7B112D69}" dt="2025-08-11T19:38:08.147" v="2426" actId="1076"/>
        <pc:sldMkLst>
          <pc:docMk/>
          <pc:sldMk cId="2437489870" sldId="285"/>
        </pc:sldMkLst>
      </pc:sldChg>
      <pc:sldChg chg="addSp delSp modSp add mod">
        <pc:chgData name="Dunfrey Pires Aragão" userId="a7272183b7b4f9fa" providerId="LiveId" clId="{C5A2FD75-C252-4619-88C8-ACAA7B112D69}" dt="2025-08-11T19:37:22.016" v="2421" actId="1076"/>
        <pc:sldMkLst>
          <pc:docMk/>
          <pc:sldMk cId="3805043110" sldId="286"/>
        </pc:sldMkLst>
      </pc:sldChg>
      <pc:sldChg chg="new del">
        <pc:chgData name="Dunfrey Pires Aragão" userId="a7272183b7b4f9fa" providerId="LiveId" clId="{C5A2FD75-C252-4619-88C8-ACAA7B112D69}" dt="2025-08-12T00:00:59.426" v="2428" actId="2696"/>
        <pc:sldMkLst>
          <pc:docMk/>
          <pc:sldMk cId="1402331715" sldId="287"/>
        </pc:sldMkLst>
      </pc:sldChg>
      <pc:sldChg chg="addSp delSp modSp add mod">
        <pc:chgData name="Dunfrey Pires Aragão" userId="a7272183b7b4f9fa" providerId="LiveId" clId="{C5A2FD75-C252-4619-88C8-ACAA7B112D69}" dt="2025-08-12T00:53:20.308" v="2881" actId="20577"/>
        <pc:sldMkLst>
          <pc:docMk/>
          <pc:sldMk cId="2308817509" sldId="287"/>
        </pc:sldMkLst>
      </pc:sldChg>
      <pc:sldChg chg="modSp add mod">
        <pc:chgData name="Dunfrey Pires Aragão" userId="a7272183b7b4f9fa" providerId="LiveId" clId="{C5A2FD75-C252-4619-88C8-ACAA7B112D69}" dt="2025-08-12T13:32:46.704" v="3162" actId="20577"/>
        <pc:sldMkLst>
          <pc:docMk/>
          <pc:sldMk cId="1132781362" sldId="288"/>
        </pc:sldMkLst>
      </pc:sldChg>
      <pc:sldChg chg="add del">
        <pc:chgData name="Dunfrey Pires Aragão" userId="a7272183b7b4f9fa" providerId="LiveId" clId="{C5A2FD75-C252-4619-88C8-ACAA7B112D69}" dt="2025-08-12T00:45:05.509" v="2872" actId="47"/>
        <pc:sldMkLst>
          <pc:docMk/>
          <pc:sldMk cId="1538180366" sldId="288"/>
        </pc:sldMkLst>
      </pc:sldChg>
      <pc:sldChg chg="addSp modSp add mod ord">
        <pc:chgData name="Dunfrey Pires Aragão" userId="a7272183b7b4f9fa" providerId="LiveId" clId="{C5A2FD75-C252-4619-88C8-ACAA7B112D69}" dt="2025-08-12T00:57:53.017" v="3126" actId="1076"/>
        <pc:sldMkLst>
          <pc:docMk/>
          <pc:sldMk cId="96054855" sldId="289"/>
        </pc:sldMkLst>
      </pc:sldChg>
      <pc:sldChg chg="add del">
        <pc:chgData name="Dunfrey Pires Aragão" userId="a7272183b7b4f9fa" providerId="LiveId" clId="{C5A2FD75-C252-4619-88C8-ACAA7B112D69}" dt="2025-08-12T13:31:55.921" v="3128"/>
        <pc:sldMkLst>
          <pc:docMk/>
          <pc:sldMk cId="939929158" sldId="290"/>
        </pc:sldMkLst>
      </pc:sldChg>
      <pc:sldChg chg="addSp modSp add mod">
        <pc:chgData name="Dunfrey Pires Aragão" userId="a7272183b7b4f9fa" providerId="LiveId" clId="{C5A2FD75-C252-4619-88C8-ACAA7B112D69}" dt="2025-08-12T16:21:37.699" v="3604" actId="20577"/>
        <pc:sldMkLst>
          <pc:docMk/>
          <pc:sldMk cId="2370906923" sldId="290"/>
        </pc:sldMkLst>
      </pc:sldChg>
      <pc:sldChg chg="add del">
        <pc:chgData name="Dunfrey Pires Aragão" userId="a7272183b7b4f9fa" providerId="LiveId" clId="{C5A2FD75-C252-4619-88C8-ACAA7B112D69}" dt="2025-08-12T13:31:55.921" v="3128"/>
        <pc:sldMkLst>
          <pc:docMk/>
          <pc:sldMk cId="1001297686" sldId="291"/>
        </pc:sldMkLst>
      </pc:sldChg>
      <pc:sldChg chg="addSp delSp modSp add mod ord">
        <pc:chgData name="Dunfrey Pires Aragão" userId="a7272183b7b4f9fa" providerId="LiveId" clId="{C5A2FD75-C252-4619-88C8-ACAA7B112D69}" dt="2025-08-12T13:48:02.858" v="3508" actId="113"/>
        <pc:sldMkLst>
          <pc:docMk/>
          <pc:sldMk cId="1843229357" sldId="291"/>
        </pc:sldMkLst>
      </pc:sldChg>
      <pc:sldChg chg="addSp delSp modSp add mod">
        <pc:chgData name="Dunfrey Pires Aragão" userId="a7272183b7b4f9fa" providerId="LiveId" clId="{C5A2FD75-C252-4619-88C8-ACAA7B112D69}" dt="2025-08-12T16:29:26.500" v="3887" actId="1076"/>
        <pc:sldMkLst>
          <pc:docMk/>
          <pc:sldMk cId="1195363776" sldId="292"/>
        </pc:sldMkLst>
      </pc:sldChg>
      <pc:sldChg chg="addSp modSp add mod ord">
        <pc:chgData name="Dunfrey Pires Aragão" userId="a7272183b7b4f9fa" providerId="LiveId" clId="{C5A2FD75-C252-4619-88C8-ACAA7B112D69}" dt="2025-08-14T00:28:58.513" v="4541"/>
        <pc:sldMkLst>
          <pc:docMk/>
          <pc:sldMk cId="427134615" sldId="293"/>
        </pc:sldMkLst>
      </pc:sldChg>
      <pc:sldChg chg="addSp delSp modSp add mod ord">
        <pc:chgData name="Dunfrey Pires Aragão" userId="a7272183b7b4f9fa" providerId="LiveId" clId="{C5A2FD75-C252-4619-88C8-ACAA7B112D69}" dt="2025-08-14T00:28:36.648" v="4539"/>
        <pc:sldMkLst>
          <pc:docMk/>
          <pc:sldMk cId="3967285722" sldId="294"/>
        </pc:sldMkLst>
      </pc:sldChg>
      <pc:sldChg chg="addSp delSp modSp add mod ord">
        <pc:chgData name="Dunfrey Pires Aragão" userId="a7272183b7b4f9fa" providerId="LiveId" clId="{C5A2FD75-C252-4619-88C8-ACAA7B112D69}" dt="2025-08-14T00:28:30.502" v="4537"/>
        <pc:sldMkLst>
          <pc:docMk/>
          <pc:sldMk cId="2381364848" sldId="295"/>
        </pc:sldMkLst>
      </pc:sldChg>
      <pc:sldChg chg="new del">
        <pc:chgData name="Dunfrey Pires Aragão" userId="a7272183b7b4f9fa" providerId="LiveId" clId="{C5A2FD75-C252-4619-88C8-ACAA7B112D69}" dt="2025-08-14T00:12:50" v="4208" actId="47"/>
        <pc:sldMkLst>
          <pc:docMk/>
          <pc:sldMk cId="259556705" sldId="296"/>
        </pc:sldMkLst>
      </pc:sldChg>
      <pc:sldChg chg="addSp modSp add mod">
        <pc:chgData name="Dunfrey Pires Aragão" userId="a7272183b7b4f9fa" providerId="LiveId" clId="{C5A2FD75-C252-4619-88C8-ACAA7B112D69}" dt="2025-08-14T00:20:41.181" v="4533" actId="1076"/>
        <pc:sldMkLst>
          <pc:docMk/>
          <pc:sldMk cId="1102862243" sldId="296"/>
        </pc:sldMkLst>
      </pc:sldChg>
      <pc:sldMasterChg chg="delSldLayout">
        <pc:chgData name="Dunfrey Pires Aragão" userId="a7272183b7b4f9fa" providerId="LiveId" clId="{C5A2FD75-C252-4619-88C8-ACAA7B112D69}" dt="2025-08-14T00:12:50" v="4208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C5A2FD75-C252-4619-88C8-ACAA7B112D69}" dt="2025-08-12T00:00:59.426" v="2428" actId="2696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Dunfrey Pires Aragão" userId="a7272183b7b4f9fa" providerId="LiveId" clId="{C5A2FD75-C252-4619-88C8-ACAA7B112D69}" dt="2025-08-14T00:12:50" v="4208" actId="47"/>
          <pc:sldLayoutMkLst>
            <pc:docMk/>
            <pc:sldMasterMk cId="0" sldId="2147483648"/>
            <pc:sldLayoutMk cId="0" sldId="2147483655"/>
          </pc:sldLayoutMkLst>
        </pc:sldLayoutChg>
      </pc:sldMasterChg>
    </pc:docChg>
  </pc:docChgLst>
  <pc:docChgLst>
    <pc:chgData name="Dunfrey Pires Aragão" userId="a7272183b7b4f9fa" providerId="LiveId" clId="{AF0DBD31-B8D2-47FF-A3D2-71D5A8072E7E}"/>
    <pc:docChg chg="undo redo custSel addSld delSld modSld sldOrd">
      <pc:chgData name="Dunfrey Pires Aragão" userId="a7272183b7b4f9fa" providerId="LiveId" clId="{AF0DBD31-B8D2-47FF-A3D2-71D5A8072E7E}" dt="2025-08-26T16:10:28.750" v="1749" actId="1037"/>
      <pc:docMkLst>
        <pc:docMk/>
      </pc:docMkLst>
      <pc:sldChg chg="addSp delSp modSp mod">
        <pc:chgData name="Dunfrey Pires Aragão" userId="a7272183b7b4f9fa" providerId="LiveId" clId="{AF0DBD31-B8D2-47FF-A3D2-71D5A8072E7E}" dt="2025-08-25T22:54:14.090" v="41" actId="20577"/>
        <pc:sldMkLst>
          <pc:docMk/>
          <pc:sldMk cId="2693772875" sldId="272"/>
        </pc:sldMkLst>
      </pc:sldChg>
      <pc:sldChg chg="addSp modSp add mod">
        <pc:chgData name="Dunfrey Pires Aragão" userId="a7272183b7b4f9fa" providerId="LiveId" clId="{AF0DBD31-B8D2-47FF-A3D2-71D5A8072E7E}" dt="2025-08-25T22:56:21.723" v="91" actId="1076"/>
        <pc:sldMkLst>
          <pc:docMk/>
          <pc:sldMk cId="2777992100" sldId="273"/>
        </pc:sldMkLst>
      </pc:sldChg>
      <pc:sldChg chg="addSp delSp modSp add del mod">
        <pc:chgData name="Dunfrey Pires Aragão" userId="a7272183b7b4f9fa" providerId="LiveId" clId="{AF0DBD31-B8D2-47FF-A3D2-71D5A8072E7E}" dt="2025-08-26T16:07:12.851" v="1736" actId="47"/>
        <pc:sldMkLst>
          <pc:docMk/>
          <pc:sldMk cId="1809379589" sldId="274"/>
        </pc:sldMkLst>
      </pc:sldChg>
      <pc:sldChg chg="addSp modSp add mod">
        <pc:chgData name="Dunfrey Pires Aragão" userId="a7272183b7b4f9fa" providerId="LiveId" clId="{AF0DBD31-B8D2-47FF-A3D2-71D5A8072E7E}" dt="2025-08-25T22:57:22.961" v="115" actId="403"/>
        <pc:sldMkLst>
          <pc:docMk/>
          <pc:sldMk cId="1785984796" sldId="275"/>
        </pc:sldMkLst>
      </pc:sldChg>
      <pc:sldChg chg="addSp delSp modSp add mod">
        <pc:chgData name="Dunfrey Pires Aragão" userId="a7272183b7b4f9fa" providerId="LiveId" clId="{AF0DBD31-B8D2-47FF-A3D2-71D5A8072E7E}" dt="2025-08-25T22:59:26.011" v="154" actId="1076"/>
        <pc:sldMkLst>
          <pc:docMk/>
          <pc:sldMk cId="99185344" sldId="276"/>
        </pc:sldMkLst>
      </pc:sldChg>
      <pc:sldChg chg="del">
        <pc:chgData name="Dunfrey Pires Aragão" userId="a7272183b7b4f9fa" providerId="LiveId" clId="{AF0DBD31-B8D2-47FF-A3D2-71D5A8072E7E}" dt="2025-08-25T22:48:09.564" v="1" actId="47"/>
        <pc:sldMkLst>
          <pc:docMk/>
          <pc:sldMk cId="1289493354" sldId="277"/>
        </pc:sldMkLst>
      </pc:sldChg>
      <pc:sldChg chg="addSp delSp modSp add mod">
        <pc:chgData name="Dunfrey Pires Aragão" userId="a7272183b7b4f9fa" providerId="LiveId" clId="{AF0DBD31-B8D2-47FF-A3D2-71D5A8072E7E}" dt="2025-08-25T23:01:31.709" v="199" actId="1076"/>
        <pc:sldMkLst>
          <pc:docMk/>
          <pc:sldMk cId="2537415451" sldId="277"/>
        </pc:sldMkLst>
      </pc:sldChg>
      <pc:sldChg chg="addSp delSp modSp add mod">
        <pc:chgData name="Dunfrey Pires Aragão" userId="a7272183b7b4f9fa" providerId="LiveId" clId="{AF0DBD31-B8D2-47FF-A3D2-71D5A8072E7E}" dt="2025-08-26T16:07:37.725" v="1746" actId="1036"/>
        <pc:sldMkLst>
          <pc:docMk/>
          <pc:sldMk cId="3444229016" sldId="278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983019990" sldId="278"/>
        </pc:sldMkLst>
      </pc:sldChg>
      <pc:sldChg chg="addSp delSp modSp add mod">
        <pc:chgData name="Dunfrey Pires Aragão" userId="a7272183b7b4f9fa" providerId="LiveId" clId="{AF0DBD31-B8D2-47FF-A3D2-71D5A8072E7E}" dt="2025-08-25T23:23:46.467" v="375" actId="115"/>
        <pc:sldMkLst>
          <pc:docMk/>
          <pc:sldMk cId="1213054393" sldId="279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967362222" sldId="279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742874426" sldId="280"/>
        </pc:sldMkLst>
      </pc:sldChg>
      <pc:sldChg chg="addSp delSp modSp add mod">
        <pc:chgData name="Dunfrey Pires Aragão" userId="a7272183b7b4f9fa" providerId="LiveId" clId="{AF0DBD31-B8D2-47FF-A3D2-71D5A8072E7E}" dt="2025-08-25T23:29:30.044" v="434"/>
        <pc:sldMkLst>
          <pc:docMk/>
          <pc:sldMk cId="2155939721" sldId="280"/>
        </pc:sldMkLst>
      </pc:sldChg>
      <pc:sldChg chg="addSp delSp modSp add mod">
        <pc:chgData name="Dunfrey Pires Aragão" userId="a7272183b7b4f9fa" providerId="LiveId" clId="{AF0DBD31-B8D2-47FF-A3D2-71D5A8072E7E}" dt="2025-08-25T23:40:47.755" v="532"/>
        <pc:sldMkLst>
          <pc:docMk/>
          <pc:sldMk cId="1230389461" sldId="281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2089862149" sldId="281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890113241" sldId="282"/>
        </pc:sldMkLst>
      </pc:sldChg>
      <pc:sldChg chg="addSp delSp modSp add mod">
        <pc:chgData name="Dunfrey Pires Aragão" userId="a7272183b7b4f9fa" providerId="LiveId" clId="{AF0DBD31-B8D2-47FF-A3D2-71D5A8072E7E}" dt="2025-08-26T16:10:28.750" v="1749" actId="1037"/>
        <pc:sldMkLst>
          <pc:docMk/>
          <pc:sldMk cId="4075041728" sldId="282"/>
        </pc:sldMkLst>
      </pc:sldChg>
      <pc:sldChg chg="addSp modSp add mod">
        <pc:chgData name="Dunfrey Pires Aragão" userId="a7272183b7b4f9fa" providerId="LiveId" clId="{AF0DBD31-B8D2-47FF-A3D2-71D5A8072E7E}" dt="2025-08-26T00:09:00.915" v="708" actId="1035"/>
        <pc:sldMkLst>
          <pc:docMk/>
          <pc:sldMk cId="512337633" sldId="283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2973689496" sldId="283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181291770" sldId="284"/>
        </pc:sldMkLst>
      </pc:sldChg>
      <pc:sldChg chg="addSp delSp modSp add mod">
        <pc:chgData name="Dunfrey Pires Aragão" userId="a7272183b7b4f9fa" providerId="LiveId" clId="{AF0DBD31-B8D2-47FF-A3D2-71D5A8072E7E}" dt="2025-08-26T00:15:47.137" v="810" actId="1076"/>
        <pc:sldMkLst>
          <pc:docMk/>
          <pc:sldMk cId="3621015451" sldId="284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448178509" sldId="285"/>
        </pc:sldMkLst>
      </pc:sldChg>
      <pc:sldChg chg="addSp modSp add mod ord">
        <pc:chgData name="Dunfrey Pires Aragão" userId="a7272183b7b4f9fa" providerId="LiveId" clId="{AF0DBD31-B8D2-47FF-A3D2-71D5A8072E7E}" dt="2025-08-26T00:13:14.010" v="765"/>
        <pc:sldMkLst>
          <pc:docMk/>
          <pc:sldMk cId="755647164" sldId="285"/>
        </pc:sldMkLst>
      </pc:sldChg>
      <pc:sldChg chg="addSp delSp modSp add mod">
        <pc:chgData name="Dunfrey Pires Aragão" userId="a7272183b7b4f9fa" providerId="LiveId" clId="{AF0DBD31-B8D2-47FF-A3D2-71D5A8072E7E}" dt="2025-08-26T01:34:01.713" v="910" actId="20577"/>
        <pc:sldMkLst>
          <pc:docMk/>
          <pc:sldMk cId="1595746387" sldId="286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4130277746" sldId="286"/>
        </pc:sldMkLst>
      </pc:sldChg>
      <pc:sldChg chg="addSp modSp add mod">
        <pc:chgData name="Dunfrey Pires Aragão" userId="a7272183b7b4f9fa" providerId="LiveId" clId="{AF0DBD31-B8D2-47FF-A3D2-71D5A8072E7E}" dt="2025-08-26T01:35:34.745" v="928" actId="1076"/>
        <pc:sldMkLst>
          <pc:docMk/>
          <pc:sldMk cId="3741163756" sldId="287"/>
        </pc:sldMkLst>
      </pc:sldChg>
      <pc:sldChg chg="addSp delSp modSp add mod">
        <pc:chgData name="Dunfrey Pires Aragão" userId="a7272183b7b4f9fa" providerId="LiveId" clId="{AF0DBD31-B8D2-47FF-A3D2-71D5A8072E7E}" dt="2025-08-26T01:40:00.603" v="1001" actId="20577"/>
        <pc:sldMkLst>
          <pc:docMk/>
          <pc:sldMk cId="955532757" sldId="288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948615925" sldId="288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214366133" sldId="289"/>
        </pc:sldMkLst>
      </pc:sldChg>
      <pc:sldChg chg="addSp delSp modSp add mod">
        <pc:chgData name="Dunfrey Pires Aragão" userId="a7272183b7b4f9fa" providerId="LiveId" clId="{AF0DBD31-B8D2-47FF-A3D2-71D5A8072E7E}" dt="2025-08-26T01:46:01.301" v="1087" actId="14100"/>
        <pc:sldMkLst>
          <pc:docMk/>
          <pc:sldMk cId="3327209629" sldId="289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399810990" sldId="290"/>
        </pc:sldMkLst>
      </pc:sldChg>
      <pc:sldChg chg="addSp delSp modSp add mod">
        <pc:chgData name="Dunfrey Pires Aragão" userId="a7272183b7b4f9fa" providerId="LiveId" clId="{AF0DBD31-B8D2-47FF-A3D2-71D5A8072E7E}" dt="2025-08-26T01:49:14.357" v="1258" actId="1076"/>
        <pc:sldMkLst>
          <pc:docMk/>
          <pc:sldMk cId="2174839300" sldId="290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290488586" sldId="291"/>
        </pc:sldMkLst>
      </pc:sldChg>
      <pc:sldChg chg="addSp delSp modSp add del mod">
        <pc:chgData name="Dunfrey Pires Aragão" userId="a7272183b7b4f9fa" providerId="LiveId" clId="{AF0DBD31-B8D2-47FF-A3D2-71D5A8072E7E}" dt="2025-08-26T01:54:22.769" v="1280" actId="47"/>
        <pc:sldMkLst>
          <pc:docMk/>
          <pc:sldMk cId="3357546054" sldId="291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632184806" sldId="292"/>
        </pc:sldMkLst>
      </pc:sldChg>
      <pc:sldChg chg="addSp delSp modSp add mod">
        <pc:chgData name="Dunfrey Pires Aragão" userId="a7272183b7b4f9fa" providerId="LiveId" clId="{AF0DBD31-B8D2-47FF-A3D2-71D5A8072E7E}" dt="2025-08-26T01:55:08.347" v="1288" actId="1076"/>
        <pc:sldMkLst>
          <pc:docMk/>
          <pc:sldMk cId="1267227549" sldId="292"/>
        </pc:sldMkLst>
      </pc:sldChg>
      <pc:sldChg chg="addSp delSp modSp add mod">
        <pc:chgData name="Dunfrey Pires Aragão" userId="a7272183b7b4f9fa" providerId="LiveId" clId="{AF0DBD31-B8D2-47FF-A3D2-71D5A8072E7E}" dt="2025-08-26T02:05:28.841" v="1322" actId="1076"/>
        <pc:sldMkLst>
          <pc:docMk/>
          <pc:sldMk cId="1960935585" sldId="293"/>
        </pc:sldMkLst>
      </pc:sldChg>
      <pc:sldChg chg="del">
        <pc:chgData name="Dunfrey Pires Aragão" userId="a7272183b7b4f9fa" providerId="LiveId" clId="{AF0DBD31-B8D2-47FF-A3D2-71D5A8072E7E}" dt="2025-08-25T22:48:04.441" v="0" actId="47"/>
        <pc:sldMkLst>
          <pc:docMk/>
          <pc:sldMk cId="3624316801" sldId="293"/>
        </pc:sldMkLst>
      </pc:sldChg>
      <pc:sldChg chg="addSp delSp modSp add mod">
        <pc:chgData name="Dunfrey Pires Aragão" userId="a7272183b7b4f9fa" providerId="LiveId" clId="{AF0DBD31-B8D2-47FF-A3D2-71D5A8072E7E}" dt="2025-08-26T02:08:37.592" v="1364" actId="1076"/>
        <pc:sldMkLst>
          <pc:docMk/>
          <pc:sldMk cId="1597760224" sldId="294"/>
        </pc:sldMkLst>
      </pc:sldChg>
      <pc:sldChg chg="addSp delSp modSp add mod">
        <pc:chgData name="Dunfrey Pires Aragão" userId="a7272183b7b4f9fa" providerId="LiveId" clId="{AF0DBD31-B8D2-47FF-A3D2-71D5A8072E7E}" dt="2025-08-26T02:15:29.557" v="1411" actId="1076"/>
        <pc:sldMkLst>
          <pc:docMk/>
          <pc:sldMk cId="3521384937" sldId="295"/>
        </pc:sldMkLst>
      </pc:sldChg>
      <pc:sldChg chg="addSp delSp modSp add mod">
        <pc:chgData name="Dunfrey Pires Aragão" userId="a7272183b7b4f9fa" providerId="LiveId" clId="{AF0DBD31-B8D2-47FF-A3D2-71D5A8072E7E}" dt="2025-08-26T15:50:56.463" v="1534" actId="1076"/>
        <pc:sldMkLst>
          <pc:docMk/>
          <pc:sldMk cId="934565050" sldId="296"/>
        </pc:sldMkLst>
      </pc:sldChg>
      <pc:sldChg chg="delSp modSp add mod">
        <pc:chgData name="Dunfrey Pires Aragão" userId="a7272183b7b4f9fa" providerId="LiveId" clId="{AF0DBD31-B8D2-47FF-A3D2-71D5A8072E7E}" dt="2025-08-26T15:58:13.365" v="1632" actId="20577"/>
        <pc:sldMkLst>
          <pc:docMk/>
          <pc:sldMk cId="577453922" sldId="297"/>
        </pc:sldMkLst>
      </pc:sldChg>
      <pc:sldChg chg="addSp modSp add del mod">
        <pc:chgData name="Dunfrey Pires Aragão" userId="a7272183b7b4f9fa" providerId="LiveId" clId="{AF0DBD31-B8D2-47FF-A3D2-71D5A8072E7E}" dt="2025-08-26T16:01:57.904" v="1686" actId="47"/>
        <pc:sldMkLst>
          <pc:docMk/>
          <pc:sldMk cId="264067451" sldId="298"/>
        </pc:sldMkLst>
      </pc:sldChg>
      <pc:sldChg chg="addSp modSp add mod">
        <pc:chgData name="Dunfrey Pires Aragão" userId="a7272183b7b4f9fa" providerId="LiveId" clId="{AF0DBD31-B8D2-47FF-A3D2-71D5A8072E7E}" dt="2025-08-26T16:00:24.230" v="1666" actId="1076"/>
        <pc:sldMkLst>
          <pc:docMk/>
          <pc:sldMk cId="872351133" sldId="299"/>
        </pc:sldMkLst>
      </pc:sldChg>
      <pc:sldChg chg="addSp delSp modSp add mod">
        <pc:chgData name="Dunfrey Pires Aragão" userId="a7272183b7b4f9fa" providerId="LiveId" clId="{AF0DBD31-B8D2-47FF-A3D2-71D5A8072E7E}" dt="2025-08-26T16:02:23.199" v="1693" actId="1076"/>
        <pc:sldMkLst>
          <pc:docMk/>
          <pc:sldMk cId="3010182672" sldId="300"/>
        </pc:sldMkLst>
      </pc:sldChg>
      <pc:sldChg chg="add">
        <pc:chgData name="Dunfrey Pires Aragão" userId="a7272183b7b4f9fa" providerId="LiveId" clId="{AF0DBD31-B8D2-47FF-A3D2-71D5A8072E7E}" dt="2025-08-26T16:02:25.017" v="1694"/>
        <pc:sldMkLst>
          <pc:docMk/>
          <pc:sldMk cId="2837892893" sldId="301"/>
        </pc:sldMkLst>
      </pc:sldChg>
      <pc:sldChg chg="addSp delSp modSp add mod">
        <pc:chgData name="Dunfrey Pires Aragão" userId="a7272183b7b4f9fa" providerId="LiveId" clId="{AF0DBD31-B8D2-47FF-A3D2-71D5A8072E7E}" dt="2025-08-26T16:04:16.428" v="1715" actId="14100"/>
        <pc:sldMkLst>
          <pc:docMk/>
          <pc:sldMk cId="2346775664" sldId="302"/>
        </pc:sldMkLst>
      </pc:sldChg>
      <pc:sldChg chg="modSp add mod">
        <pc:chgData name="Dunfrey Pires Aragão" userId="a7272183b7b4f9fa" providerId="LiveId" clId="{AF0DBD31-B8D2-47FF-A3D2-71D5A8072E7E}" dt="2025-08-26T16:06:35.591" v="1735" actId="20577"/>
        <pc:sldMkLst>
          <pc:docMk/>
          <pc:sldMk cId="1834463686" sldId="303"/>
        </pc:sldMkLst>
      </pc:sldChg>
    </pc:docChg>
  </pc:docChgLst>
  <pc:docChgLst>
    <pc:chgData name="Dunfrey Pires Aragão" userId="a7272183b7b4f9fa" providerId="LiveId" clId="{119D3A0F-34EA-4DBD-8450-C2532E0436A1}"/>
    <pc:docChg chg="undo custSel addSld delSld modSld sldOrd">
      <pc:chgData name="Dunfrey Pires Aragão" userId="a7272183b7b4f9fa" providerId="LiveId" clId="{119D3A0F-34EA-4DBD-8450-C2532E0436A1}" dt="2025-08-28T14:00:34.284" v="3318" actId="14100"/>
      <pc:docMkLst>
        <pc:docMk/>
      </pc:docMkLst>
      <pc:sldChg chg="modSp add del mod">
        <pc:chgData name="Dunfrey Pires Aragão" userId="a7272183b7b4f9fa" providerId="LiveId" clId="{119D3A0F-34EA-4DBD-8450-C2532E0436A1}" dt="2025-08-27T23:03:24.211" v="122" actId="20577"/>
        <pc:sldMkLst>
          <pc:docMk/>
          <pc:sldMk cId="2693772875" sldId="272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777992100" sldId="273"/>
        </pc:sldMkLst>
      </pc:sldChg>
      <pc:sldChg chg="modSp add mod">
        <pc:chgData name="Dunfrey Pires Aragão" userId="a7272183b7b4f9fa" providerId="LiveId" clId="{119D3A0F-34EA-4DBD-8450-C2532E0436A1}" dt="2025-08-27T23:06:32.412" v="274" actId="113"/>
        <pc:sldMkLst>
          <pc:docMk/>
          <pc:sldMk cId="3903808442" sldId="273"/>
        </pc:sldMkLst>
      </pc:sldChg>
      <pc:sldChg chg="addSp modSp add del mod ord">
        <pc:chgData name="Dunfrey Pires Aragão" userId="a7272183b7b4f9fa" providerId="LiveId" clId="{119D3A0F-34EA-4DBD-8450-C2532E0436A1}" dt="2025-08-27T23:12:28.663" v="472" actId="47"/>
        <pc:sldMkLst>
          <pc:docMk/>
          <pc:sldMk cId="3797725400" sldId="274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785984796" sldId="275"/>
        </pc:sldMkLst>
      </pc:sldChg>
      <pc:sldChg chg="addSp modSp add mod">
        <pc:chgData name="Dunfrey Pires Aragão" userId="a7272183b7b4f9fa" providerId="LiveId" clId="{119D3A0F-34EA-4DBD-8450-C2532E0436A1}" dt="2025-08-27T23:28:38.399" v="780" actId="20577"/>
        <pc:sldMkLst>
          <pc:docMk/>
          <pc:sldMk cId="4036805717" sldId="27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99185344" sldId="276"/>
        </pc:sldMkLst>
      </pc:sldChg>
      <pc:sldChg chg="addSp delSp modSp add mod setBg">
        <pc:chgData name="Dunfrey Pires Aragão" userId="a7272183b7b4f9fa" providerId="LiveId" clId="{119D3A0F-34EA-4DBD-8450-C2532E0436A1}" dt="2025-08-27T23:16:21.619" v="512" actId="20577"/>
        <pc:sldMkLst>
          <pc:docMk/>
          <pc:sldMk cId="2276371994" sldId="276"/>
        </pc:sldMkLst>
      </pc:sldChg>
      <pc:sldChg chg="addSp modSp add mod">
        <pc:chgData name="Dunfrey Pires Aragão" userId="a7272183b7b4f9fa" providerId="LiveId" clId="{119D3A0F-34EA-4DBD-8450-C2532E0436A1}" dt="2025-08-27T23:19:04.591" v="569" actId="20577"/>
        <pc:sldMkLst>
          <pc:docMk/>
          <pc:sldMk cId="2002624183" sldId="277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537415451" sldId="277"/>
        </pc:sldMkLst>
      </pc:sldChg>
      <pc:sldChg chg="addSp delSp modSp add mod">
        <pc:chgData name="Dunfrey Pires Aragão" userId="a7272183b7b4f9fa" providerId="LiveId" clId="{119D3A0F-34EA-4DBD-8450-C2532E0436A1}" dt="2025-08-27T23:30:02.129" v="788" actId="20577"/>
        <pc:sldMkLst>
          <pc:docMk/>
          <pc:sldMk cId="1571451691" sldId="278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444229016" sldId="278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213054393" sldId="279"/>
        </pc:sldMkLst>
      </pc:sldChg>
      <pc:sldChg chg="addSp delSp modSp add mod">
        <pc:chgData name="Dunfrey Pires Aragão" userId="a7272183b7b4f9fa" providerId="LiveId" clId="{119D3A0F-34EA-4DBD-8450-C2532E0436A1}" dt="2025-08-27T23:23:31.343" v="701" actId="20577"/>
        <pc:sldMkLst>
          <pc:docMk/>
          <pc:sldMk cId="3980039042" sldId="279"/>
        </pc:sldMkLst>
      </pc:sldChg>
      <pc:sldChg chg="addSp delSp modSp add mod setBg">
        <pc:chgData name="Dunfrey Pires Aragão" userId="a7272183b7b4f9fa" providerId="LiveId" clId="{119D3A0F-34EA-4DBD-8450-C2532E0436A1}" dt="2025-08-27T23:25:15.530" v="774" actId="20577"/>
        <pc:sldMkLst>
          <pc:docMk/>
          <pc:sldMk cId="45713392" sldId="280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155939721" sldId="280"/>
        </pc:sldMkLst>
      </pc:sldChg>
      <pc:sldChg chg="new del">
        <pc:chgData name="Dunfrey Pires Aragão" userId="a7272183b7b4f9fa" providerId="LiveId" clId="{119D3A0F-34EA-4DBD-8450-C2532E0436A1}" dt="2025-08-27T23:28:57.629" v="782" actId="680"/>
        <pc:sldMkLst>
          <pc:docMk/>
          <pc:sldMk cId="543530440" sldId="281"/>
        </pc:sldMkLst>
      </pc:sldChg>
      <pc:sldChg chg="addSp delSp modSp add mod setBg">
        <pc:chgData name="Dunfrey Pires Aragão" userId="a7272183b7b4f9fa" providerId="LiveId" clId="{119D3A0F-34EA-4DBD-8450-C2532E0436A1}" dt="2025-08-27T23:35:19.230" v="946" actId="1036"/>
        <pc:sldMkLst>
          <pc:docMk/>
          <pc:sldMk cId="941205668" sldId="281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230389461" sldId="281"/>
        </pc:sldMkLst>
      </pc:sldChg>
      <pc:sldChg chg="addSp delSp modSp add mod setBg">
        <pc:chgData name="Dunfrey Pires Aragão" userId="a7272183b7b4f9fa" providerId="LiveId" clId="{119D3A0F-34EA-4DBD-8450-C2532E0436A1}" dt="2025-08-27T23:37:39.632" v="979" actId="1076"/>
        <pc:sldMkLst>
          <pc:docMk/>
          <pc:sldMk cId="1449549412" sldId="282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4075041728" sldId="282"/>
        </pc:sldMkLst>
      </pc:sldChg>
      <pc:sldChg chg="delSp modSp add mod ord">
        <pc:chgData name="Dunfrey Pires Aragão" userId="a7272183b7b4f9fa" providerId="LiveId" clId="{119D3A0F-34EA-4DBD-8450-C2532E0436A1}" dt="2025-08-27T23:39:57.542" v="1005" actId="20577"/>
        <pc:sldMkLst>
          <pc:docMk/>
          <pc:sldMk cId="290847051" sldId="283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512337633" sldId="283"/>
        </pc:sldMkLst>
      </pc:sldChg>
      <pc:sldChg chg="addSp delSp modSp add mod setBg">
        <pc:chgData name="Dunfrey Pires Aragão" userId="a7272183b7b4f9fa" providerId="LiveId" clId="{119D3A0F-34EA-4DBD-8450-C2532E0436A1}" dt="2025-08-28T13:25:03.298" v="2406" actId="403"/>
        <pc:sldMkLst>
          <pc:docMk/>
          <pc:sldMk cId="894141429" sldId="284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621015451" sldId="284"/>
        </pc:sldMkLst>
      </pc:sldChg>
      <pc:sldChg chg="addSp modSp add mod ord setBg">
        <pc:chgData name="Dunfrey Pires Aragão" userId="a7272183b7b4f9fa" providerId="LiveId" clId="{119D3A0F-34EA-4DBD-8450-C2532E0436A1}" dt="2025-08-28T01:24:19.281" v="1873" actId="1076"/>
        <pc:sldMkLst>
          <pc:docMk/>
          <pc:sldMk cId="242293359" sldId="28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755647164" sldId="28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595746387" sldId="286"/>
        </pc:sldMkLst>
      </pc:sldChg>
      <pc:sldChg chg="addSp delSp modSp add mod setBg">
        <pc:chgData name="Dunfrey Pires Aragão" userId="a7272183b7b4f9fa" providerId="LiveId" clId="{119D3A0F-34EA-4DBD-8450-C2532E0436A1}" dt="2025-08-27T23:56:06.346" v="1275" actId="1076"/>
        <pc:sldMkLst>
          <pc:docMk/>
          <pc:sldMk cId="2064109615" sldId="286"/>
        </pc:sldMkLst>
      </pc:sldChg>
      <pc:sldChg chg="addSp delSp modSp add mod setBg">
        <pc:chgData name="Dunfrey Pires Aragão" userId="a7272183b7b4f9fa" providerId="LiveId" clId="{119D3A0F-34EA-4DBD-8450-C2532E0436A1}" dt="2025-08-28T00:06:48.165" v="1477" actId="20577"/>
        <pc:sldMkLst>
          <pc:docMk/>
          <pc:sldMk cId="2772939263" sldId="287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741163756" sldId="287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955532757" sldId="288"/>
        </pc:sldMkLst>
      </pc:sldChg>
      <pc:sldChg chg="addSp delSp modSp add mod setBg">
        <pc:chgData name="Dunfrey Pires Aragão" userId="a7272183b7b4f9fa" providerId="LiveId" clId="{119D3A0F-34EA-4DBD-8450-C2532E0436A1}" dt="2025-08-28T01:11:29.679" v="1538" actId="403"/>
        <pc:sldMkLst>
          <pc:docMk/>
          <pc:sldMk cId="2941658418" sldId="288"/>
        </pc:sldMkLst>
      </pc:sldChg>
      <pc:sldChg chg="addSp modSp add mod setBg">
        <pc:chgData name="Dunfrey Pires Aragão" userId="a7272183b7b4f9fa" providerId="LiveId" clId="{119D3A0F-34EA-4DBD-8450-C2532E0436A1}" dt="2025-08-28T01:25:54.924" v="1934" actId="20577"/>
        <pc:sldMkLst>
          <pc:docMk/>
          <pc:sldMk cId="1953123072" sldId="289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327209629" sldId="289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174839300" sldId="290"/>
        </pc:sldMkLst>
      </pc:sldChg>
      <pc:sldChg chg="addSp delSp modSp add mod setBg">
        <pc:chgData name="Dunfrey Pires Aragão" userId="a7272183b7b4f9fa" providerId="LiveId" clId="{119D3A0F-34EA-4DBD-8450-C2532E0436A1}" dt="2025-08-28T01:25:45.625" v="1930" actId="20577"/>
        <pc:sldMkLst>
          <pc:docMk/>
          <pc:sldMk cId="3865094116" sldId="290"/>
        </pc:sldMkLst>
      </pc:sldChg>
      <pc:sldChg chg="addSp delSp modSp add mod">
        <pc:chgData name="Dunfrey Pires Aragão" userId="a7272183b7b4f9fa" providerId="LiveId" clId="{119D3A0F-34EA-4DBD-8450-C2532E0436A1}" dt="2025-08-28T01:30:47.772" v="2174"/>
        <pc:sldMkLst>
          <pc:docMk/>
          <pc:sldMk cId="2484692086" sldId="291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267227549" sldId="292"/>
        </pc:sldMkLst>
      </pc:sldChg>
      <pc:sldChg chg="addSp modSp add mod ord setBg">
        <pc:chgData name="Dunfrey Pires Aragão" userId="a7272183b7b4f9fa" providerId="LiveId" clId="{119D3A0F-34EA-4DBD-8450-C2532E0436A1}" dt="2025-08-28T01:28:27.239" v="2109"/>
        <pc:sldMkLst>
          <pc:docMk/>
          <pc:sldMk cId="2410806387" sldId="292"/>
        </pc:sldMkLst>
      </pc:sldChg>
      <pc:sldChg chg="addSp delSp modSp add mod setBg">
        <pc:chgData name="Dunfrey Pires Aragão" userId="a7272183b7b4f9fa" providerId="LiveId" clId="{119D3A0F-34EA-4DBD-8450-C2532E0436A1}" dt="2025-08-28T01:35:11.880" v="2260"/>
        <pc:sldMkLst>
          <pc:docMk/>
          <pc:sldMk cId="1235346850" sldId="293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960935585" sldId="293"/>
        </pc:sldMkLst>
      </pc:sldChg>
      <pc:sldChg chg="addSp delSp modSp add mod">
        <pc:chgData name="Dunfrey Pires Aragão" userId="a7272183b7b4f9fa" providerId="LiveId" clId="{119D3A0F-34EA-4DBD-8450-C2532E0436A1}" dt="2025-08-28T01:36:08.863" v="2280" actId="20577"/>
        <pc:sldMkLst>
          <pc:docMk/>
          <pc:sldMk cId="926228093" sldId="294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597760224" sldId="294"/>
        </pc:sldMkLst>
      </pc:sldChg>
      <pc:sldChg chg="addSp delSp modSp add mod">
        <pc:chgData name="Dunfrey Pires Aragão" userId="a7272183b7b4f9fa" providerId="LiveId" clId="{119D3A0F-34EA-4DBD-8450-C2532E0436A1}" dt="2025-08-28T01:38:03.788" v="2340" actId="20577"/>
        <pc:sldMkLst>
          <pc:docMk/>
          <pc:sldMk cId="343770334" sldId="29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521384937" sldId="29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934565050" sldId="296"/>
        </pc:sldMkLst>
      </pc:sldChg>
      <pc:sldChg chg="addSp modSp add mod">
        <pc:chgData name="Dunfrey Pires Aragão" userId="a7272183b7b4f9fa" providerId="LiveId" clId="{119D3A0F-34EA-4DBD-8450-C2532E0436A1}" dt="2025-08-28T13:28:31.108" v="2499"/>
        <pc:sldMkLst>
          <pc:docMk/>
          <pc:sldMk cId="1043352155" sldId="296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577453922" sldId="297"/>
        </pc:sldMkLst>
      </pc:sldChg>
      <pc:sldChg chg="addSp delSp modSp add mod">
        <pc:chgData name="Dunfrey Pires Aragão" userId="a7272183b7b4f9fa" providerId="LiveId" clId="{119D3A0F-34EA-4DBD-8450-C2532E0436A1}" dt="2025-08-28T13:40:58.188" v="2725"/>
        <pc:sldMkLst>
          <pc:docMk/>
          <pc:sldMk cId="732980767" sldId="297"/>
        </pc:sldMkLst>
      </pc:sldChg>
      <pc:sldChg chg="delSp modSp add mod">
        <pc:chgData name="Dunfrey Pires Aragão" userId="a7272183b7b4f9fa" providerId="LiveId" clId="{119D3A0F-34EA-4DBD-8450-C2532E0436A1}" dt="2025-08-28T14:00:34.284" v="3318" actId="14100"/>
        <pc:sldMkLst>
          <pc:docMk/>
          <pc:sldMk cId="1758867100" sldId="298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872351133" sldId="299"/>
        </pc:sldMkLst>
      </pc:sldChg>
      <pc:sldChg chg="addSp delSp modSp add mod setBg">
        <pc:chgData name="Dunfrey Pires Aragão" userId="a7272183b7b4f9fa" providerId="LiveId" clId="{119D3A0F-34EA-4DBD-8450-C2532E0436A1}" dt="2025-08-28T14:00:19.005" v="3317" actId="1076"/>
        <pc:sldMkLst>
          <pc:docMk/>
          <pc:sldMk cId="4143167015" sldId="299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010182672" sldId="300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837892893" sldId="301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346775664" sldId="302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834463686" sldId="30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6D9B4B3-7E80-A623-0406-18A36914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C1F7C58-6AA1-2D81-B988-CE0251C01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C1CC9A8-6FFE-305F-D9E5-2E9CE87DF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9803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4BA387E-0EEA-BB70-955F-63903F1F9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D57E1AC3-9070-914B-9425-583CB9448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76BC6AB8-5105-6B33-AB48-089F9C3394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00122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8079232-D6AF-A6DE-6741-783BEE93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DA57488E-B1BB-DD4F-CD7D-825C01B39F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3BA52F4D-8BDA-F1C6-49A9-43B5936FF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33364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04BD962-4EF2-EF28-1E10-1F3700E47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74F3EE88-83EC-D9FC-E3A8-5CF3485E73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CB109420-B029-EDF1-6313-36E949ED9F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9204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tailwindcss.com/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88D422C-F617-B941-6C5C-FF3C78C3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874A6B9-94B0-057E-B30C-C9ADD914F5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5EBA16AA-4218-1A8E-6D6D-B0ED6BC0505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E948C0D-5CF7-1E55-F219-F6129DAB92D5}"/>
              </a:ext>
            </a:extLst>
          </p:cNvPr>
          <p:cNvSpPr txBox="1"/>
          <p:nvPr/>
        </p:nvSpPr>
        <p:spPr>
          <a:xfrm>
            <a:off x="1909492" y="1310109"/>
            <a:ext cx="612903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Tailwind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CSS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AFA6B6-31A9-38C5-4A6A-6E56C623DAEB}"/>
              </a:ext>
            </a:extLst>
          </p:cNvPr>
          <p:cNvSpPr txBox="1"/>
          <p:nvPr/>
        </p:nvSpPr>
        <p:spPr>
          <a:xfrm>
            <a:off x="614150" y="2330401"/>
            <a:ext cx="1603611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latin typeface="Montserrat" panose="00000500000000000000" pitchFamily="2" charset="0"/>
                <a:hlinkClick r:id="rId5"/>
              </a:rPr>
              <a:t>https://tailwindcss.com/</a:t>
            </a:r>
            <a:endParaRPr lang="pt-BR" sz="3600" dirty="0">
              <a:latin typeface="Montserrat" panose="00000500000000000000" pitchFamily="2" charset="0"/>
            </a:endParaRPr>
          </a:p>
          <a:p>
            <a:pPr algn="ctr"/>
            <a:endParaRPr lang="pt-BR" sz="3600" b="1" noProof="0" dirty="0">
              <a:latin typeface="Montserrat" panose="00000500000000000000" pitchFamily="2" charset="0"/>
            </a:endParaRPr>
          </a:p>
          <a:p>
            <a:r>
              <a:rPr lang="pt-BR" sz="3600" noProof="0" dirty="0">
                <a:latin typeface="Montserrat" panose="00000500000000000000" pitchFamily="2" charset="0"/>
              </a:rPr>
              <a:t>Criar sites rapidamente sem sair do seu HTML</a:t>
            </a:r>
          </a:p>
          <a:p>
            <a:endParaRPr lang="pt-BR" sz="3600" noProof="0" dirty="0">
              <a:latin typeface="Montserrat" panose="00000500000000000000" pitchFamily="2" charset="0"/>
            </a:endParaRPr>
          </a:p>
          <a:p>
            <a:r>
              <a:rPr lang="pt-BR" sz="3600" noProof="0" dirty="0">
                <a:latin typeface="Montserrat" panose="00000500000000000000" pitchFamily="2" charset="0"/>
              </a:rPr>
              <a:t>Um framework CSS voltado para utilidades, repleto de classes como</a:t>
            </a:r>
            <a:r>
              <a:rPr lang="en-US" sz="3600" noProof="0" dirty="0">
                <a:latin typeface="Montserrat" panose="00000500000000000000" pitchFamily="2" charset="0"/>
              </a:rPr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noProof="0" dirty="0" err="1">
                <a:latin typeface="Montserrat" panose="00000500000000000000" pitchFamily="2" charset="0"/>
              </a:rPr>
              <a:t>flex</a:t>
            </a:r>
            <a:r>
              <a:rPr lang="pt-BR" sz="3600" noProof="0" dirty="0">
                <a:latin typeface="Montserrat" panose="00000500000000000000" pitchFamily="2" charset="0"/>
              </a:rPr>
              <a:t> 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noProof="0" dirty="0" err="1">
                <a:latin typeface="Montserrat" panose="00000500000000000000" pitchFamily="2" charset="0"/>
              </a:rPr>
              <a:t>text</a:t>
            </a:r>
            <a:r>
              <a:rPr lang="pt-BR" sz="3600" noProof="0" dirty="0">
                <a:latin typeface="Montserrat" panose="00000500000000000000" pitchFamily="2" charset="0"/>
              </a:rPr>
              <a:t>-center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noProof="0" dirty="0">
                <a:latin typeface="Montserrat" panose="00000500000000000000" pitchFamily="2" charset="0"/>
              </a:rPr>
              <a:t>rotate-90 </a:t>
            </a:r>
          </a:p>
          <a:p>
            <a:r>
              <a:rPr lang="pt-BR" sz="3600" dirty="0">
                <a:latin typeface="Montserrat" panose="00000500000000000000" pitchFamily="2" charset="0"/>
              </a:rPr>
              <a:t>p</a:t>
            </a:r>
            <a:r>
              <a:rPr lang="pt-BR" sz="3600" noProof="0" dirty="0" err="1">
                <a:latin typeface="Montserrat" panose="00000500000000000000" pitchFamily="2" charset="0"/>
              </a:rPr>
              <a:t>odem</a:t>
            </a:r>
            <a:r>
              <a:rPr lang="pt-BR" sz="3600" noProof="0" dirty="0">
                <a:latin typeface="Montserrat" panose="00000500000000000000" pitchFamily="2" charset="0"/>
              </a:rPr>
              <a:t> ser compostas para criar qualquer design, diretamente na sua marcação.</a:t>
            </a:r>
          </a:p>
        </p:txBody>
      </p:sp>
    </p:spTree>
    <p:extLst>
      <p:ext uri="{BB962C8B-B14F-4D97-AF65-F5344CB8AC3E}">
        <p14:creationId xmlns:p14="http://schemas.microsoft.com/office/powerpoint/2010/main" val="269377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E88638F-0A7D-C56D-56EC-D357440E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9504409B-8664-FD44-8675-52C89558F3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2860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15162546-AB8F-7318-C081-802E97F7F5B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7558C795-6CCD-B992-06E5-3DEE9C021016}"/>
              </a:ext>
            </a:extLst>
          </p:cNvPr>
          <p:cNvSpPr txBox="1"/>
          <p:nvPr/>
        </p:nvSpPr>
        <p:spPr>
          <a:xfrm>
            <a:off x="1909492" y="1310109"/>
            <a:ext cx="612903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Tailwind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CSS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6DC4945-B416-7F7A-6E2C-52EF28B23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03" y="2250848"/>
            <a:ext cx="7763360" cy="6336328"/>
          </a:xfrm>
          <a:prstGeom prst="rect">
            <a:avLst/>
          </a:prstGeom>
        </p:spPr>
      </p:pic>
      <p:pic>
        <p:nvPicPr>
          <p:cNvPr id="1034" name="Picture 10" descr="Setas, cursores, ponteiros GIFs em fundo transparente">
            <a:extLst>
              <a:ext uri="{FF2B5EF4-FFF2-40B4-BE49-F238E27FC236}">
                <a16:creationId xmlns:a16="http://schemas.microsoft.com/office/drawing/2014/main" id="{98835DF2-6492-BE5A-E02F-A92E9437E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8" y="2350561"/>
            <a:ext cx="1733550" cy="976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62E4094-93B9-DDC3-B244-268B5932015D}"/>
              </a:ext>
            </a:extLst>
          </p:cNvPr>
          <p:cNvSpPr txBox="1"/>
          <p:nvPr/>
        </p:nvSpPr>
        <p:spPr>
          <a:xfrm>
            <a:off x="8830103" y="3259110"/>
            <a:ext cx="884121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noProof="0" dirty="0">
                <a:latin typeface="Montserrat" panose="00000500000000000000" pitchFamily="2" charset="0"/>
              </a:rPr>
              <a:t>No terminal</a:t>
            </a:r>
            <a:endParaRPr lang="en-US" sz="2800" b="1" noProof="0" dirty="0">
              <a:latin typeface="Montserrat" panose="00000500000000000000" pitchFamily="2" charset="0"/>
            </a:endParaRPr>
          </a:p>
          <a:p>
            <a:r>
              <a:rPr lang="pt-BR" sz="2800" noProof="0" dirty="0" err="1">
                <a:latin typeface="Montserrat" panose="00000500000000000000" pitchFamily="2" charset="0"/>
              </a:rPr>
              <a:t>npm</a:t>
            </a:r>
            <a:r>
              <a:rPr lang="pt-BR" sz="2800" noProof="0" dirty="0">
                <a:latin typeface="Montserrat" panose="00000500000000000000" pitchFamily="2" charset="0"/>
              </a:rPr>
              <a:t> </a:t>
            </a:r>
            <a:r>
              <a:rPr lang="pt-BR" sz="2800" noProof="0" dirty="0" err="1">
                <a:latin typeface="Montserrat" panose="00000500000000000000" pitchFamily="2" charset="0"/>
              </a:rPr>
              <a:t>install</a:t>
            </a:r>
            <a:r>
              <a:rPr lang="pt-BR" sz="2800" noProof="0" dirty="0">
                <a:latin typeface="Montserrat" panose="00000500000000000000" pitchFamily="2" charset="0"/>
              </a:rPr>
              <a:t> </a:t>
            </a:r>
            <a:r>
              <a:rPr lang="pt-BR" sz="2800" noProof="0" dirty="0" err="1">
                <a:latin typeface="Montserrat" panose="00000500000000000000" pitchFamily="2" charset="0"/>
              </a:rPr>
              <a:t>tailwindcss</a:t>
            </a:r>
            <a:r>
              <a:rPr lang="pt-BR" sz="2800" noProof="0" dirty="0">
                <a:latin typeface="Montserrat" panose="00000500000000000000" pitchFamily="2" charset="0"/>
              </a:rPr>
              <a:t> @tailwindcss/cli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pt-BR" sz="2800" b="1" noProof="0" dirty="0" err="1">
                <a:latin typeface="Montserrat" panose="00000500000000000000" pitchFamily="2" charset="0"/>
              </a:rPr>
              <a:t>src</a:t>
            </a:r>
            <a:r>
              <a:rPr lang="pt-BR" sz="2800" b="1" noProof="0" dirty="0">
                <a:latin typeface="Montserrat" panose="00000500000000000000" pitchFamily="2" charset="0"/>
              </a:rPr>
              <a:t>/input.css</a:t>
            </a:r>
          </a:p>
          <a:p>
            <a:r>
              <a:rPr lang="pt-BR" sz="2800" noProof="0" dirty="0">
                <a:latin typeface="Montserrat" panose="00000500000000000000" pitchFamily="2" charset="0"/>
              </a:rPr>
              <a:t>@import "</a:t>
            </a:r>
            <a:r>
              <a:rPr lang="pt-BR" sz="2800" noProof="0" dirty="0" err="1">
                <a:latin typeface="Montserrat" panose="00000500000000000000" pitchFamily="2" charset="0"/>
              </a:rPr>
              <a:t>tailwindcss</a:t>
            </a:r>
            <a:r>
              <a:rPr lang="pt-BR" sz="2800" noProof="0" dirty="0">
                <a:latin typeface="Montserrat" panose="00000500000000000000" pitchFamily="2" charset="0"/>
              </a:rPr>
              <a:t>";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noProof="0" dirty="0">
                <a:latin typeface="Montserrat" panose="00000500000000000000" pitchFamily="2" charset="0"/>
              </a:rPr>
              <a:t>No terminal</a:t>
            </a:r>
          </a:p>
          <a:p>
            <a:r>
              <a:rPr lang="pt-BR" sz="2800" noProof="0" dirty="0" err="1">
                <a:latin typeface="Montserrat" panose="00000500000000000000" pitchFamily="2" charset="0"/>
              </a:rPr>
              <a:t>npx</a:t>
            </a:r>
            <a:r>
              <a:rPr lang="pt-BR" sz="2800" noProof="0" dirty="0">
                <a:latin typeface="Montserrat" panose="00000500000000000000" pitchFamily="2" charset="0"/>
              </a:rPr>
              <a:t> @tailwindcss/cli -i ./</a:t>
            </a:r>
            <a:r>
              <a:rPr lang="pt-BR" sz="2800" noProof="0" dirty="0" err="1">
                <a:latin typeface="Montserrat" panose="00000500000000000000" pitchFamily="2" charset="0"/>
              </a:rPr>
              <a:t>src</a:t>
            </a:r>
            <a:r>
              <a:rPr lang="pt-BR" sz="2800" noProof="0" dirty="0">
                <a:latin typeface="Montserrat" panose="00000500000000000000" pitchFamily="2" charset="0"/>
              </a:rPr>
              <a:t>/input.css -o ./</a:t>
            </a:r>
            <a:r>
              <a:rPr lang="pt-BR" sz="2800" noProof="0" dirty="0" err="1">
                <a:latin typeface="Montserrat" panose="00000500000000000000" pitchFamily="2" charset="0"/>
              </a:rPr>
              <a:t>src</a:t>
            </a:r>
            <a:r>
              <a:rPr lang="pt-BR" sz="2800" noProof="0" dirty="0">
                <a:latin typeface="Montserrat" panose="00000500000000000000" pitchFamily="2" charset="0"/>
              </a:rPr>
              <a:t>/output.css --</a:t>
            </a:r>
            <a:r>
              <a:rPr lang="pt-BR" sz="2800" noProof="0" dirty="0" err="1">
                <a:latin typeface="Montserrat" panose="00000500000000000000" pitchFamily="2" charset="0"/>
              </a:rPr>
              <a:t>watch</a:t>
            </a:r>
            <a:endParaRPr lang="pt-BR" sz="2800" noProof="0" dirty="0">
              <a:latin typeface="Montserrat" panose="00000500000000000000" pitchFamily="2" charset="0"/>
            </a:endParaRPr>
          </a:p>
          <a:p>
            <a:endParaRPr lang="pt-BR" sz="2800" noProof="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noProof="0" dirty="0" err="1">
                <a:latin typeface="Montserrat" panose="00000500000000000000" pitchFamily="2" charset="0"/>
              </a:rPr>
              <a:t>src</a:t>
            </a:r>
            <a:r>
              <a:rPr lang="pt-BR" sz="2800" b="1" noProof="0" dirty="0">
                <a:latin typeface="Montserrat" panose="00000500000000000000" pitchFamily="2" charset="0"/>
              </a:rPr>
              <a:t>/index.html</a:t>
            </a:r>
          </a:p>
          <a:p>
            <a:r>
              <a:rPr lang="en-US" sz="2800" noProof="0" dirty="0">
                <a:latin typeface="Montserrat" panose="00000500000000000000" pitchFamily="2" charset="0"/>
              </a:rPr>
              <a:t>&lt;link </a:t>
            </a:r>
            <a:r>
              <a:rPr lang="en-US" sz="2800" noProof="0" dirty="0" err="1">
                <a:latin typeface="Montserrat" panose="00000500000000000000" pitchFamily="2" charset="0"/>
              </a:rPr>
              <a:t>href</a:t>
            </a:r>
            <a:r>
              <a:rPr lang="en-US" sz="2800" noProof="0" dirty="0">
                <a:latin typeface="Montserrat" panose="00000500000000000000" pitchFamily="2" charset="0"/>
              </a:rPr>
              <a:t>="./output.css" </a:t>
            </a:r>
            <a:r>
              <a:rPr lang="en-US" sz="2800" noProof="0" dirty="0" err="1">
                <a:latin typeface="Montserrat" panose="00000500000000000000" pitchFamily="2" charset="0"/>
              </a:rPr>
              <a:t>rel</a:t>
            </a:r>
            <a:r>
              <a:rPr lang="en-US" sz="2800" noProof="0" dirty="0">
                <a:latin typeface="Montserrat" panose="00000500000000000000" pitchFamily="2" charset="0"/>
              </a:rPr>
              <a:t>="stylesheet"&gt;</a:t>
            </a:r>
            <a:endParaRPr lang="pt-BR" sz="2800" noProof="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153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15469F9-B07D-B698-B04E-A0E933A21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51E3D79B-787F-683D-E101-1CFF479CED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EDD91BEA-DCD1-28DE-D59F-978D30891EE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EBCA49FF-63BE-F568-D095-DB2F84C0826C}"/>
              </a:ext>
            </a:extLst>
          </p:cNvPr>
          <p:cNvSpPr txBox="1"/>
          <p:nvPr/>
        </p:nvSpPr>
        <p:spPr>
          <a:xfrm>
            <a:off x="1909492" y="1310109"/>
            <a:ext cx="612903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Tailwind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CSS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8F07AC2-3EAE-3B48-366C-4909B2E8E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952" y="2700939"/>
            <a:ext cx="8897592" cy="222916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8496D50-13AE-891E-B837-8FF77EF6AA89}"/>
              </a:ext>
            </a:extLst>
          </p:cNvPr>
          <p:cNvSpPr txBox="1"/>
          <p:nvPr/>
        </p:nvSpPr>
        <p:spPr>
          <a:xfrm>
            <a:off x="763952" y="5549081"/>
            <a:ext cx="163208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No terminal&gt; </a:t>
            </a:r>
            <a:r>
              <a:rPr lang="pt-BR" sz="3600" dirty="0" err="1"/>
              <a:t>npx</a:t>
            </a:r>
            <a:r>
              <a:rPr lang="pt-BR" sz="3600" dirty="0"/>
              <a:t> @tailwindcss/cli -i ./</a:t>
            </a:r>
            <a:r>
              <a:rPr lang="pt-BR" sz="3600" dirty="0" err="1"/>
              <a:t>src</a:t>
            </a:r>
            <a:r>
              <a:rPr lang="pt-BR" sz="3600" dirty="0"/>
              <a:t>/input.css -o ./</a:t>
            </a:r>
            <a:r>
              <a:rPr lang="pt-BR" sz="3600" dirty="0" err="1"/>
              <a:t>src</a:t>
            </a:r>
            <a:r>
              <a:rPr lang="pt-BR" sz="3600" dirty="0"/>
              <a:t>/output.css --</a:t>
            </a:r>
            <a:r>
              <a:rPr lang="pt-BR" sz="3600" dirty="0" err="1"/>
              <a:t>watch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93E64EB-BF61-81E0-8331-758DAD5F04CA}"/>
              </a:ext>
            </a:extLst>
          </p:cNvPr>
          <p:cNvSpPr txBox="1"/>
          <p:nvPr/>
        </p:nvSpPr>
        <p:spPr>
          <a:xfrm>
            <a:off x="763951" y="6814393"/>
            <a:ext cx="166818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"text-3xl font-bold underline"</a:t>
            </a:r>
            <a:r>
              <a:rPr lang="en-US" sz="4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 world!</a:t>
            </a:r>
            <a:r>
              <a:rPr lang="en-US" sz="4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4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293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B0B3665-1D93-990A-5182-7472C9BF4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F588967-E41C-59A7-EC46-4EBFF1A72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746" y="800976"/>
            <a:ext cx="10933035" cy="8344356"/>
          </a:xfrm>
          <a:prstGeom prst="rect">
            <a:avLst/>
          </a:prstGeom>
        </p:spPr>
      </p:pic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4029375B-DFC8-77FD-BA63-42C074AEFEB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4946EE19-7330-812C-7F5F-00FAB2450F2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0A114AB3-AFAF-E639-EFC5-4E4A7AE259B2}"/>
              </a:ext>
            </a:extLst>
          </p:cNvPr>
          <p:cNvSpPr txBox="1"/>
          <p:nvPr/>
        </p:nvSpPr>
        <p:spPr>
          <a:xfrm>
            <a:off x="1909492" y="1310109"/>
            <a:ext cx="612903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>
                <a:solidFill>
                  <a:srgbClr val="7EB61F"/>
                </a:solidFill>
                <a:latin typeface="Montserrat"/>
                <a:sym typeface="Montserrat"/>
              </a:rPr>
              <a:t>Tailwind CSS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9523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2388</TotalTime>
  <Words>150</Words>
  <Application>Microsoft Office PowerPoint</Application>
  <PresentationFormat>Personalizar</PresentationFormat>
  <Paragraphs>26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Montserrat</vt:lpstr>
      <vt:lpstr>Consolas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Isaias Dias</dc:creator>
  <cp:lastModifiedBy>Dunfrey Pires Aragão</cp:lastModifiedBy>
  <cp:revision>1</cp:revision>
  <dcterms:created xsi:type="dcterms:W3CDTF">2006-08-16T00:00:00Z</dcterms:created>
  <dcterms:modified xsi:type="dcterms:W3CDTF">2025-10-01T20:46:44Z</dcterms:modified>
</cp:coreProperties>
</file>