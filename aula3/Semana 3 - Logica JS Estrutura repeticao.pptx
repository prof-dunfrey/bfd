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7" r:id="rId3"/>
    <p:sldId id="272" r:id="rId4"/>
    <p:sldId id="278" r:id="rId5"/>
    <p:sldId id="279" r:id="rId6"/>
    <p:sldId id="280" r:id="rId7"/>
    <p:sldId id="288" r:id="rId8"/>
    <p:sldId id="281" r:id="rId9"/>
    <p:sldId id="282" r:id="rId10"/>
    <p:sldId id="283" r:id="rId11"/>
    <p:sldId id="284" r:id="rId12"/>
    <p:sldId id="286" r:id="rId13"/>
    <p:sldId id="285" r:id="rId14"/>
    <p:sldId id="289" r:id="rId15"/>
    <p:sldId id="292" r:id="rId16"/>
    <p:sldId id="291" r:id="rId17"/>
    <p:sldId id="290" r:id="rId18"/>
    <p:sldId id="293" r:id="rId19"/>
    <p:sldId id="261" r:id="rId20"/>
  </p:sldIdLst>
  <p:sldSz cx="18288000" cy="10287000"/>
  <p:notesSz cx="6858000" cy="9144000"/>
  <p:embeddedFontLst>
    <p:embeddedFont>
      <p:font typeface="Aptos Black" panose="020B0004020202020204" pitchFamily="34" charset="0"/>
      <p:bold r:id="rId22"/>
      <p:boldItalic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hEaYkUcXm3CrT2V5KTSinrpT4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B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93FEF-2209-4052-BD12-23EF25E16502}" v="125" dt="2025-08-21T01:47:18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heme" Target="theme/theme1.xml"/><Relationship Id="rId21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frey Pires Aragão" userId="a7272183b7b4f9fa" providerId="LiveId" clId="{C5A2FD75-C252-4619-88C8-ACAA7B112D69}"/>
    <pc:docChg chg="undo custSel addSld delSld modSld sldOrd">
      <pc:chgData name="Dunfrey Pires Aragão" userId="a7272183b7b4f9fa" providerId="LiveId" clId="{C5A2FD75-C252-4619-88C8-ACAA7B112D69}" dt="2025-08-14T00:28:58.513" v="4541"/>
      <pc:docMkLst>
        <pc:docMk/>
      </pc:docMkLst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7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60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458883685" sldId="26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060919478" sldId="26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80116363" sldId="26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5031420" sldId="265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611498639" sldId="26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697673226" sldId="26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316104281" sldId="26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115306864" sldId="270"/>
        </pc:sldMkLst>
      </pc:sldChg>
      <pc:sldChg chg="modSp mod">
        <pc:chgData name="Dunfrey Pires Aragão" userId="a7272183b7b4f9fa" providerId="LiveId" clId="{C5A2FD75-C252-4619-88C8-ACAA7B112D69}" dt="2025-08-06T18:57:31.341" v="302" actId="15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C5A2FD75-C252-4619-88C8-ACAA7B112D69}" dt="2025-08-08T19:28:25.535" v="917"/>
        <pc:sldMkLst>
          <pc:docMk/>
          <pc:sldMk cId="2693772875" sldId="272"/>
        </pc:sldMkLst>
        <pc:spChg chg="add mod">
          <ac:chgData name="Dunfrey Pires Aragão" userId="a7272183b7b4f9fa" providerId="LiveId" clId="{C5A2FD75-C252-4619-88C8-ACAA7B112D69}" dt="2025-08-08T19:18:57.199" v="912" actId="1076"/>
          <ac:spMkLst>
            <pc:docMk/>
            <pc:sldMk cId="2693772875" sldId="272"/>
            <ac:spMk id="3" creationId="{FEAFA6B6-31A9-38C5-4A6A-6E56C623DAEB}"/>
          </ac:spMkLst>
        </pc:spChg>
        <pc:spChg chg="add mod">
          <ac:chgData name="Dunfrey Pires Aragão" userId="a7272183b7b4f9fa" providerId="LiveId" clId="{C5A2FD75-C252-4619-88C8-ACAA7B112D69}" dt="2025-08-08T19:18:53.635" v="911" actId="1076"/>
          <ac:spMkLst>
            <pc:docMk/>
            <pc:sldMk cId="2693772875" sldId="272"/>
            <ac:spMk id="12" creationId="{1907F9D0-5F07-50F8-1B0A-D95FE43A306E}"/>
          </ac:spMkLst>
        </pc:spChg>
        <pc:spChg chg="mod">
          <ac:chgData name="Dunfrey Pires Aragão" userId="a7272183b7b4f9fa" providerId="LiveId" clId="{C5A2FD75-C252-4619-88C8-ACAA7B112D69}" dt="2025-08-08T19:08:46.299" v="817" actId="20577"/>
          <ac:spMkLst>
            <pc:docMk/>
            <pc:sldMk cId="2693772875" sldId="272"/>
            <ac:spMk id="112" creationId="{BE948C0D-5CF7-1E55-F219-F6129DAB92D5}"/>
          </ac:spMkLst>
        </pc:spChg>
        <pc:picChg chg="add del">
          <ac:chgData name="Dunfrey Pires Aragão" userId="a7272183b7b4f9fa" providerId="LiveId" clId="{C5A2FD75-C252-4619-88C8-ACAA7B112D69}" dt="2025-08-08T19:08:19.882" v="766" actId="478"/>
          <ac:picMkLst>
            <pc:docMk/>
            <pc:sldMk cId="2693772875" sldId="272"/>
            <ac:picMk id="110" creationId="{2874A6B9-94B0-057E-B30C-C9ADD914F5B7}"/>
          </ac:picMkLst>
        </pc:picChg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72432489" sldId="27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941323628" sldId="27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906933139" sldId="275"/>
        </pc:sldMkLst>
      </pc:sldChg>
      <pc:sldChg chg="modSp mod">
        <pc:chgData name="Dunfrey Pires Aragão" userId="a7272183b7b4f9fa" providerId="LiveId" clId="{C5A2FD75-C252-4619-88C8-ACAA7B112D69}" dt="2025-08-06T18:27:14.213" v="43" actId="20577"/>
        <pc:sldMkLst>
          <pc:docMk/>
          <pc:sldMk cId="2610903633" sldId="27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513384730" sldId="277"/>
        </pc:sldMkLst>
      </pc:sldChg>
      <pc:sldChg chg="modSp add mod">
        <pc:chgData name="Dunfrey Pires Aragão" userId="a7272183b7b4f9fa" providerId="LiveId" clId="{C5A2FD75-C252-4619-88C8-ACAA7B112D69}" dt="2025-08-08T19:28:58.848" v="929" actId="1076"/>
        <pc:sldMkLst>
          <pc:docMk/>
          <pc:sldMk cId="1289493354" sldId="277"/>
        </pc:sldMkLst>
      </pc:sldChg>
      <pc:sldChg chg="addSp delSp modSp add mod ord">
        <pc:chgData name="Dunfrey Pires Aragão" userId="a7272183b7b4f9fa" providerId="LiveId" clId="{C5A2FD75-C252-4619-88C8-ACAA7B112D69}" dt="2025-08-11T18:53:18.055" v="1853" actId="20577"/>
        <pc:sldMkLst>
          <pc:docMk/>
          <pc:sldMk cId="1209825020" sldId="27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C5A2FD75-C252-4619-88C8-ACAA7B112D69}" dt="2025-08-11T18:51:12.776" v="1791" actId="1076"/>
        <pc:sldMkLst>
          <pc:docMk/>
          <pc:sldMk cId="816410113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276310836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33210588" sldId="280"/>
        </pc:sldMkLst>
      </pc:sldChg>
      <pc:sldChg chg="addSp delSp modSp add mod">
        <pc:chgData name="Dunfrey Pires Aragão" userId="a7272183b7b4f9fa" providerId="LiveId" clId="{C5A2FD75-C252-4619-88C8-ACAA7B112D69}" dt="2025-08-11T19:01:03.826" v="1864" actId="14100"/>
        <pc:sldMkLst>
          <pc:docMk/>
          <pc:sldMk cId="4275640942" sldId="280"/>
        </pc:sldMkLst>
      </pc:sldChg>
      <pc:sldChg chg="add del">
        <pc:chgData name="Dunfrey Pires Aragão" userId="a7272183b7b4f9fa" providerId="LiveId" clId="{C5A2FD75-C252-4619-88C8-ACAA7B112D69}" dt="2025-08-11T19:01:08.105" v="1865" actId="47"/>
        <pc:sldMkLst>
          <pc:docMk/>
          <pc:sldMk cId="4121033361" sldId="281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037166137" sldId="282"/>
        </pc:sldMkLst>
      </pc:sldChg>
      <pc:sldChg chg="add del">
        <pc:chgData name="Dunfrey Pires Aragão" userId="a7272183b7b4f9fa" providerId="LiveId" clId="{C5A2FD75-C252-4619-88C8-ACAA7B112D69}" dt="2025-08-11T19:01:08.737" v="1866" actId="47"/>
        <pc:sldMkLst>
          <pc:docMk/>
          <pc:sldMk cId="3379580487" sldId="282"/>
        </pc:sldMkLst>
      </pc:sldChg>
      <pc:sldChg chg="addSp delSp modSp add mod ord">
        <pc:chgData name="Dunfrey Pires Aragão" userId="a7272183b7b4f9fa" providerId="LiveId" clId="{C5A2FD75-C252-4619-88C8-ACAA7B112D69}" dt="2025-08-11T18:50:26.214" v="1785" actId="20577"/>
        <pc:sldMkLst>
          <pc:docMk/>
          <pc:sldMk cId="2577570395" sldId="283"/>
        </pc:sldMkLst>
      </pc:sldChg>
      <pc:sldChg chg="new del">
        <pc:chgData name="Dunfrey Pires Aragão" userId="a7272183b7b4f9fa" providerId="LiveId" clId="{C5A2FD75-C252-4619-88C8-ACAA7B112D69}" dt="2025-08-08T19:29:11.212" v="931" actId="680"/>
        <pc:sldMkLst>
          <pc:docMk/>
          <pc:sldMk cId="413737103" sldId="284"/>
        </pc:sldMkLst>
      </pc:sldChg>
      <pc:sldChg chg="delSp modSp add mod ord">
        <pc:chgData name="Dunfrey Pires Aragão" userId="a7272183b7b4f9fa" providerId="LiveId" clId="{C5A2FD75-C252-4619-88C8-ACAA7B112D69}" dt="2025-08-11T19:30:42.511" v="2317" actId="103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C5A2FD75-C252-4619-88C8-ACAA7B112D69}" dt="2025-08-11T19:38:08.147" v="2426" actId="1076"/>
        <pc:sldMkLst>
          <pc:docMk/>
          <pc:sldMk cId="2437489870" sldId="285"/>
        </pc:sldMkLst>
      </pc:sldChg>
      <pc:sldChg chg="addSp delSp modSp add mod">
        <pc:chgData name="Dunfrey Pires Aragão" userId="a7272183b7b4f9fa" providerId="LiveId" clId="{C5A2FD75-C252-4619-88C8-ACAA7B112D69}" dt="2025-08-11T19:37:22.016" v="2421" actId="1076"/>
        <pc:sldMkLst>
          <pc:docMk/>
          <pc:sldMk cId="3805043110" sldId="286"/>
        </pc:sldMkLst>
      </pc:sldChg>
      <pc:sldChg chg="new del">
        <pc:chgData name="Dunfrey Pires Aragão" userId="a7272183b7b4f9fa" providerId="LiveId" clId="{C5A2FD75-C252-4619-88C8-ACAA7B112D69}" dt="2025-08-12T00:00:59.426" v="2428" actId="2696"/>
        <pc:sldMkLst>
          <pc:docMk/>
          <pc:sldMk cId="1402331715" sldId="287"/>
        </pc:sldMkLst>
      </pc:sldChg>
      <pc:sldChg chg="addSp delSp modSp add mod">
        <pc:chgData name="Dunfrey Pires Aragão" userId="a7272183b7b4f9fa" providerId="LiveId" clId="{C5A2FD75-C252-4619-88C8-ACAA7B112D69}" dt="2025-08-12T00:53:20.308" v="2881" actId="20577"/>
        <pc:sldMkLst>
          <pc:docMk/>
          <pc:sldMk cId="2308817509" sldId="287"/>
        </pc:sldMkLst>
      </pc:sldChg>
      <pc:sldChg chg="modSp add mod">
        <pc:chgData name="Dunfrey Pires Aragão" userId="a7272183b7b4f9fa" providerId="LiveId" clId="{C5A2FD75-C252-4619-88C8-ACAA7B112D69}" dt="2025-08-12T13:32:46.704" v="3162" actId="20577"/>
        <pc:sldMkLst>
          <pc:docMk/>
          <pc:sldMk cId="1132781362" sldId="288"/>
        </pc:sldMkLst>
      </pc:sldChg>
      <pc:sldChg chg="add del">
        <pc:chgData name="Dunfrey Pires Aragão" userId="a7272183b7b4f9fa" providerId="LiveId" clId="{C5A2FD75-C252-4619-88C8-ACAA7B112D69}" dt="2025-08-12T00:45:05.509" v="2872" actId="47"/>
        <pc:sldMkLst>
          <pc:docMk/>
          <pc:sldMk cId="1538180366" sldId="288"/>
        </pc:sldMkLst>
      </pc:sldChg>
      <pc:sldChg chg="addSp modSp add mod ord">
        <pc:chgData name="Dunfrey Pires Aragão" userId="a7272183b7b4f9fa" providerId="LiveId" clId="{C5A2FD75-C252-4619-88C8-ACAA7B112D69}" dt="2025-08-12T00:57:53.017" v="3126" actId="1076"/>
        <pc:sldMkLst>
          <pc:docMk/>
          <pc:sldMk cId="96054855" sldId="289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939929158" sldId="290"/>
        </pc:sldMkLst>
      </pc:sldChg>
      <pc:sldChg chg="addSp modSp add mod">
        <pc:chgData name="Dunfrey Pires Aragão" userId="a7272183b7b4f9fa" providerId="LiveId" clId="{C5A2FD75-C252-4619-88C8-ACAA7B112D69}" dt="2025-08-12T16:21:37.699" v="3604" actId="20577"/>
        <pc:sldMkLst>
          <pc:docMk/>
          <pc:sldMk cId="2370906923" sldId="290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1001297686" sldId="291"/>
        </pc:sldMkLst>
      </pc:sldChg>
      <pc:sldChg chg="addSp delSp modSp add mod ord">
        <pc:chgData name="Dunfrey Pires Aragão" userId="a7272183b7b4f9fa" providerId="LiveId" clId="{C5A2FD75-C252-4619-88C8-ACAA7B112D69}" dt="2025-08-12T13:48:02.858" v="3508" actId="113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C5A2FD75-C252-4619-88C8-ACAA7B112D69}" dt="2025-08-12T16:29:26.500" v="3887" actId="1076"/>
        <pc:sldMkLst>
          <pc:docMk/>
          <pc:sldMk cId="1195363776" sldId="292"/>
        </pc:sldMkLst>
      </pc:sldChg>
      <pc:sldChg chg="addSp modSp add mod ord">
        <pc:chgData name="Dunfrey Pires Aragão" userId="a7272183b7b4f9fa" providerId="LiveId" clId="{C5A2FD75-C252-4619-88C8-ACAA7B112D69}" dt="2025-08-14T00:28:58.513" v="4541"/>
        <pc:sldMkLst>
          <pc:docMk/>
          <pc:sldMk cId="427134615" sldId="293"/>
        </pc:sldMkLst>
      </pc:sldChg>
      <pc:sldChg chg="addSp delSp modSp add mod ord">
        <pc:chgData name="Dunfrey Pires Aragão" userId="a7272183b7b4f9fa" providerId="LiveId" clId="{C5A2FD75-C252-4619-88C8-ACAA7B112D69}" dt="2025-08-14T00:28:36.648" v="4539"/>
        <pc:sldMkLst>
          <pc:docMk/>
          <pc:sldMk cId="3967285722" sldId="294"/>
        </pc:sldMkLst>
      </pc:sldChg>
      <pc:sldChg chg="addSp delSp modSp add mod ord">
        <pc:chgData name="Dunfrey Pires Aragão" userId="a7272183b7b4f9fa" providerId="LiveId" clId="{C5A2FD75-C252-4619-88C8-ACAA7B112D69}" dt="2025-08-14T00:28:30.502" v="4537"/>
        <pc:sldMkLst>
          <pc:docMk/>
          <pc:sldMk cId="2381364848" sldId="295"/>
        </pc:sldMkLst>
      </pc:sldChg>
      <pc:sldChg chg="new del">
        <pc:chgData name="Dunfrey Pires Aragão" userId="a7272183b7b4f9fa" providerId="LiveId" clId="{C5A2FD75-C252-4619-88C8-ACAA7B112D69}" dt="2025-08-14T00:12:50" v="4208" actId="47"/>
        <pc:sldMkLst>
          <pc:docMk/>
          <pc:sldMk cId="259556705" sldId="296"/>
        </pc:sldMkLst>
      </pc:sldChg>
      <pc:sldChg chg="addSp modSp add mod">
        <pc:chgData name="Dunfrey Pires Aragão" userId="a7272183b7b4f9fa" providerId="LiveId" clId="{C5A2FD75-C252-4619-88C8-ACAA7B112D69}" dt="2025-08-14T00:20:41.181" v="4533" actId="1076"/>
        <pc:sldMkLst>
          <pc:docMk/>
          <pc:sldMk cId="1102862243" sldId="296"/>
        </pc:sldMkLst>
      </pc:sldChg>
      <pc:sldMasterChg chg="delSldLayout">
        <pc:chgData name="Dunfrey Pires Aragão" userId="a7272183b7b4f9fa" providerId="LiveId" clId="{C5A2FD75-C252-4619-88C8-ACAA7B112D69}" dt="2025-08-14T00:12:50" v="4208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C5A2FD75-C252-4619-88C8-ACAA7B112D69}" dt="2025-08-12T00:00:59.426" v="2428" actId="2696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unfrey Pires Aragão" userId="a7272183b7b4f9fa" providerId="LiveId" clId="{C5A2FD75-C252-4619-88C8-ACAA7B112D69}" dt="2025-08-14T00:12:50" v="4208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Dunfrey Pires Aragão" userId="a7272183b7b4f9fa" providerId="LiveId" clId="{BC093FEF-2209-4052-BD12-23EF25E16502}"/>
    <pc:docChg chg="undo custSel addSld delSld modSld sldOrd">
      <pc:chgData name="Dunfrey Pires Aragão" userId="a7272183b7b4f9fa" providerId="LiveId" clId="{BC093FEF-2209-4052-BD12-23EF25E16502}" dt="2025-08-21T17:40:54.720" v="3038" actId="20577"/>
      <pc:docMkLst>
        <pc:docMk/>
      </pc:docMkLst>
      <pc:sldChg chg="del">
        <pc:chgData name="Dunfrey Pires Aragão" userId="a7272183b7b4f9fa" providerId="LiveId" clId="{BC093FEF-2209-4052-BD12-23EF25E16502}" dt="2025-08-17T15:47:32.243" v="1" actId="47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BC093FEF-2209-4052-BD12-23EF25E16502}" dt="2025-08-19T13:46:35.869" v="722" actId="1076"/>
        <pc:sldMkLst>
          <pc:docMk/>
          <pc:sldMk cId="2693772875" sldId="272"/>
        </pc:sldMkLst>
        <pc:spChg chg="mod">
          <ac:chgData name="Dunfrey Pires Aragão" userId="a7272183b7b4f9fa" providerId="LiveId" clId="{BC093FEF-2209-4052-BD12-23EF25E16502}" dt="2025-08-17T15:58:46.875" v="226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BC093FEF-2209-4052-BD12-23EF25E16502}" dt="2025-08-17T15:52:16.581" v="61" actId="1076"/>
          <ac:spMkLst>
            <pc:docMk/>
            <pc:sldMk cId="2693772875" sldId="272"/>
            <ac:spMk id="12" creationId="{1907F9D0-5F07-50F8-1B0A-D95FE43A306E}"/>
          </ac:spMkLst>
        </pc:spChg>
        <pc:picChg chg="add mod">
          <ac:chgData name="Dunfrey Pires Aragão" userId="a7272183b7b4f9fa" providerId="LiveId" clId="{BC093FEF-2209-4052-BD12-23EF25E16502}" dt="2025-08-17T15:52:16.581" v="61" actId="1076"/>
          <ac:picMkLst>
            <pc:docMk/>
            <pc:sldMk cId="2693772875" sldId="272"/>
            <ac:picMk id="4" creationId="{A957C0D4-4694-5444-69DC-778E3C3B7B54}"/>
          </ac:picMkLst>
        </pc:picChg>
        <pc:picChg chg="add mod">
          <ac:chgData name="Dunfrey Pires Aragão" userId="a7272183b7b4f9fa" providerId="LiveId" clId="{BC093FEF-2209-4052-BD12-23EF25E16502}" dt="2025-08-19T13:46:35.869" v="722" actId="1076"/>
          <ac:picMkLst>
            <pc:docMk/>
            <pc:sldMk cId="2693772875" sldId="272"/>
            <ac:picMk id="7" creationId="{693DD40A-BDD1-E1E1-1967-1A25C5A9AB67}"/>
          </ac:picMkLst>
        </pc:picChg>
      </pc:sldChg>
      <pc:sldChg chg="del">
        <pc:chgData name="Dunfrey Pires Aragão" userId="a7272183b7b4f9fa" providerId="LiveId" clId="{BC093FEF-2209-4052-BD12-23EF25E16502}" dt="2025-08-17T15:47:30.881" v="0" actId="47"/>
        <pc:sldMkLst>
          <pc:docMk/>
          <pc:sldMk cId="2610903633" sldId="276"/>
        </pc:sldMkLst>
      </pc:sldChg>
      <pc:sldChg chg="addSp delSp modSp mod ord">
        <pc:chgData name="Dunfrey Pires Aragão" userId="a7272183b7b4f9fa" providerId="LiveId" clId="{BC093FEF-2209-4052-BD12-23EF25E16502}" dt="2025-08-17T16:12:39.716" v="499" actId="20577"/>
        <pc:sldMkLst>
          <pc:docMk/>
          <pc:sldMk cId="1289493354" sldId="277"/>
        </pc:sldMkLst>
        <pc:spChg chg="add mod">
          <ac:chgData name="Dunfrey Pires Aragão" userId="a7272183b7b4f9fa" providerId="LiveId" clId="{BC093FEF-2209-4052-BD12-23EF25E16502}" dt="2025-08-17T16:12:39.716" v="499" actId="20577"/>
          <ac:spMkLst>
            <pc:docMk/>
            <pc:sldMk cId="1289493354" sldId="277"/>
            <ac:spMk id="7" creationId="{1146A096-EE88-448B-D611-59BB5A59D899}"/>
          </ac:spMkLst>
        </pc:spChg>
        <pc:spChg chg="add mod">
          <ac:chgData name="Dunfrey Pires Aragão" userId="a7272183b7b4f9fa" providerId="LiveId" clId="{BC093FEF-2209-4052-BD12-23EF25E16502}" dt="2025-08-17T16:11:47.773" v="491" actId="207"/>
          <ac:spMkLst>
            <pc:docMk/>
            <pc:sldMk cId="1289493354" sldId="277"/>
            <ac:spMk id="8" creationId="{D3473F69-8078-6A16-78E9-76A070AA4376}"/>
          </ac:spMkLst>
        </pc:spChg>
        <pc:spChg chg="add mod">
          <ac:chgData name="Dunfrey Pires Aragão" userId="a7272183b7b4f9fa" providerId="LiveId" clId="{BC093FEF-2209-4052-BD12-23EF25E16502}" dt="2025-08-17T16:11:52.257" v="492" actId="207"/>
          <ac:spMkLst>
            <pc:docMk/>
            <pc:sldMk cId="1289493354" sldId="277"/>
            <ac:spMk id="11" creationId="{C6E25451-DAB0-2C32-8BB9-C574EA471CEF}"/>
          </ac:spMkLst>
        </pc:spChg>
        <pc:spChg chg="mod">
          <ac:chgData name="Dunfrey Pires Aragão" userId="a7272183b7b4f9fa" providerId="LiveId" clId="{BC093FEF-2209-4052-BD12-23EF25E16502}" dt="2025-08-17T15:48:13.007" v="32" actId="20577"/>
          <ac:spMkLst>
            <pc:docMk/>
            <pc:sldMk cId="1289493354" sldId="277"/>
            <ac:spMk id="112" creationId="{9DB580C7-CFA3-9B00-1968-1A364314B3A3}"/>
          </ac:spMkLst>
        </pc:spChg>
        <pc:picChg chg="add mod modCrop">
          <ac:chgData name="Dunfrey Pires Aragão" userId="a7272183b7b4f9fa" providerId="LiveId" clId="{BC093FEF-2209-4052-BD12-23EF25E16502}" dt="2025-08-17T15:50:29.392" v="47" actId="1076"/>
          <ac:picMkLst>
            <pc:docMk/>
            <pc:sldMk cId="1289493354" sldId="277"/>
            <ac:picMk id="4" creationId="{9678FE5E-525F-430D-C356-14CC41278FD2}"/>
          </ac:picMkLst>
        </pc:picChg>
        <pc:picChg chg="mod">
          <ac:chgData name="Dunfrey Pires Aragão" userId="a7272183b7b4f9fa" providerId="LiveId" clId="{BC093FEF-2209-4052-BD12-23EF25E16502}" dt="2025-08-17T16:11:28.783" v="458" actId="1036"/>
          <ac:picMkLst>
            <pc:docMk/>
            <pc:sldMk cId="1289493354" sldId="277"/>
            <ac:picMk id="110" creationId="{192DEE0B-0925-3411-46E7-B2B0BD27370E}"/>
          </ac:picMkLst>
        </pc:picChg>
        <pc:cxnChg chg="add mod">
          <ac:chgData name="Dunfrey Pires Aragão" userId="a7272183b7b4f9fa" providerId="LiveId" clId="{BC093FEF-2209-4052-BD12-23EF25E16502}" dt="2025-08-17T16:12:15.695" v="494" actId="13822"/>
          <ac:cxnSpMkLst>
            <pc:docMk/>
            <pc:sldMk cId="1289493354" sldId="277"/>
            <ac:cxnSpMk id="14" creationId="{2DFED86D-995F-4829-80EA-A9FA6C5248AF}"/>
          </ac:cxnSpMkLst>
        </pc:cxn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209825020" sldId="278"/>
        </pc:sldMkLst>
      </pc:sldChg>
      <pc:sldChg chg="addSp delSp modSp add mod">
        <pc:chgData name="Dunfrey Pires Aragão" userId="a7272183b7b4f9fa" providerId="LiveId" clId="{BC093FEF-2209-4052-BD12-23EF25E16502}" dt="2025-08-19T13:40:43.780" v="720" actId="14100"/>
        <pc:sldMkLst>
          <pc:docMk/>
          <pc:sldMk cId="3983019990" sldId="278"/>
        </pc:sldMkLst>
        <pc:spChg chg="mod">
          <ac:chgData name="Dunfrey Pires Aragão" userId="a7272183b7b4f9fa" providerId="LiveId" clId="{BC093FEF-2209-4052-BD12-23EF25E16502}" dt="2025-08-19T13:39:50.168" v="708" actId="6549"/>
          <ac:spMkLst>
            <pc:docMk/>
            <pc:sldMk cId="3983019990" sldId="278"/>
            <ac:spMk id="3" creationId="{71361EDC-B083-A1DC-742D-C8D3E0B21CA9}"/>
          </ac:spMkLst>
        </pc:spChg>
        <pc:spChg chg="mod">
          <ac:chgData name="Dunfrey Pires Aragão" userId="a7272183b7b4f9fa" providerId="LiveId" clId="{BC093FEF-2209-4052-BD12-23EF25E16502}" dt="2025-08-19T13:38:37.007" v="502" actId="20577"/>
          <ac:spMkLst>
            <pc:docMk/>
            <pc:sldMk cId="3983019990" sldId="278"/>
            <ac:spMk id="112" creationId="{A05EFE4F-298D-9BDF-950B-BE44BDF5D5F8}"/>
          </ac:spMkLst>
        </pc:spChg>
        <pc:picChg chg="add mod">
          <ac:chgData name="Dunfrey Pires Aragão" userId="a7272183b7b4f9fa" providerId="LiveId" clId="{BC093FEF-2209-4052-BD12-23EF25E16502}" dt="2025-08-19T13:40:08.381" v="712" actId="1076"/>
          <ac:picMkLst>
            <pc:docMk/>
            <pc:sldMk cId="3983019990" sldId="278"/>
            <ac:picMk id="5" creationId="{475D1DFC-3B69-3245-E413-4E5366F96A4E}"/>
          </ac:picMkLst>
        </pc:picChg>
        <pc:picChg chg="add mod">
          <ac:chgData name="Dunfrey Pires Aragão" userId="a7272183b7b4f9fa" providerId="LiveId" clId="{BC093FEF-2209-4052-BD12-23EF25E16502}" dt="2025-08-19T13:40:43.780" v="720" actId="14100"/>
          <ac:picMkLst>
            <pc:docMk/>
            <pc:sldMk cId="3983019990" sldId="278"/>
            <ac:picMk id="8" creationId="{985E538B-A6B8-1FB5-7C14-54716E0C5CF2}"/>
          </ac:picMkLst>
        </pc:picChg>
        <pc:picChg chg="add mod">
          <ac:chgData name="Dunfrey Pires Aragão" userId="a7272183b7b4f9fa" providerId="LiveId" clId="{BC093FEF-2209-4052-BD12-23EF25E16502}" dt="2025-08-19T13:40:39.907" v="718" actId="14100"/>
          <ac:picMkLst>
            <pc:docMk/>
            <pc:sldMk cId="3983019990" sldId="278"/>
            <ac:picMk id="10" creationId="{16382A88-D7E0-E672-42A0-1DD13D69234D}"/>
          </ac:picMkLst>
        </pc:pic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816410113" sldId="279"/>
        </pc:sldMkLst>
      </pc:sldChg>
      <pc:sldChg chg="addSp delSp modSp add mod">
        <pc:chgData name="Dunfrey Pires Aragão" userId="a7272183b7b4f9fa" providerId="LiveId" clId="{BC093FEF-2209-4052-BD12-23EF25E16502}" dt="2025-08-19T14:30:08.470" v="1411"/>
        <pc:sldMkLst>
          <pc:docMk/>
          <pc:sldMk cId="3967362222" sldId="279"/>
        </pc:sldMkLst>
        <pc:spChg chg="add mod">
          <ac:chgData name="Dunfrey Pires Aragão" userId="a7272183b7b4f9fa" providerId="LiveId" clId="{BC093FEF-2209-4052-BD12-23EF25E16502}" dt="2025-08-19T13:56:39.695" v="1410" actId="1036"/>
          <ac:spMkLst>
            <pc:docMk/>
            <pc:sldMk cId="3967362222" sldId="279"/>
            <ac:spMk id="2" creationId="{4FC5E1E4-A93A-DA12-FFD5-786235B3C5D8}"/>
          </ac:spMkLst>
        </pc:spChg>
        <pc:spChg chg="mod">
          <ac:chgData name="Dunfrey Pires Aragão" userId="a7272183b7b4f9fa" providerId="LiveId" clId="{BC093FEF-2209-4052-BD12-23EF25E16502}" dt="2025-08-19T13:55:12.522" v="1266" actId="207"/>
          <ac:spMkLst>
            <pc:docMk/>
            <pc:sldMk cId="3967362222" sldId="279"/>
            <ac:spMk id="3" creationId="{45C4AB22-E241-2B7D-57FE-24E680499288}"/>
          </ac:spMkLst>
        </pc:spChg>
        <pc:spChg chg="mod">
          <ac:chgData name="Dunfrey Pires Aragão" userId="a7272183b7b4f9fa" providerId="LiveId" clId="{BC093FEF-2209-4052-BD12-23EF25E16502}" dt="2025-08-19T13:48:53.273" v="740" actId="114"/>
          <ac:spMkLst>
            <pc:docMk/>
            <pc:sldMk cId="3967362222" sldId="279"/>
            <ac:spMk id="112" creationId="{98A52F20-081A-AE71-0D01-F1F3353C2701}"/>
          </ac:spMkLst>
        </pc:spChg>
        <pc:picChg chg="add del mod">
          <ac:chgData name="Dunfrey Pires Aragão" userId="a7272183b7b4f9fa" providerId="LiveId" clId="{BC093FEF-2209-4052-BD12-23EF25E16502}" dt="2025-08-19T13:53:36.754" v="1104" actId="1076"/>
          <ac:picMkLst>
            <pc:docMk/>
            <pc:sldMk cId="3967362222" sldId="279"/>
            <ac:picMk id="110" creationId="{1026D889-C268-5846-9AA9-05A21D2E4816}"/>
          </ac:picMkLst>
        </pc:picChg>
      </pc:sldChg>
      <pc:sldChg chg="addSp modSp add mod">
        <pc:chgData name="Dunfrey Pires Aragão" userId="a7272183b7b4f9fa" providerId="LiveId" clId="{BC093FEF-2209-4052-BD12-23EF25E16502}" dt="2025-08-19T14:36:40.095" v="1620"/>
        <pc:sldMkLst>
          <pc:docMk/>
          <pc:sldMk cId="1742874426" sldId="280"/>
        </pc:sldMkLst>
        <pc:spChg chg="mod">
          <ac:chgData name="Dunfrey Pires Aragão" userId="a7272183b7b4f9fa" providerId="LiveId" clId="{BC093FEF-2209-4052-BD12-23EF25E16502}" dt="2025-08-19T14:35:19.962" v="1497" actId="1076"/>
          <ac:spMkLst>
            <pc:docMk/>
            <pc:sldMk cId="1742874426" sldId="280"/>
            <ac:spMk id="2" creationId="{15766399-A7F6-4AF4-4A05-5953DFBFC989}"/>
          </ac:spMkLst>
        </pc:spChg>
        <pc:spChg chg="mod">
          <ac:chgData name="Dunfrey Pires Aragão" userId="a7272183b7b4f9fa" providerId="LiveId" clId="{BC093FEF-2209-4052-BD12-23EF25E16502}" dt="2025-08-19T14:30:39.308" v="1485" actId="20577"/>
          <ac:spMkLst>
            <pc:docMk/>
            <pc:sldMk cId="1742874426" sldId="280"/>
            <ac:spMk id="3" creationId="{CC0C2122-06A2-B739-0925-D884C9FBDB68}"/>
          </ac:spMkLst>
        </pc:spChg>
        <pc:spChg chg="add mod">
          <ac:chgData name="Dunfrey Pires Aragão" userId="a7272183b7b4f9fa" providerId="LiveId" clId="{BC093FEF-2209-4052-BD12-23EF25E16502}" dt="2025-08-19T14:35:54.477" v="1602" actId="20577"/>
          <ac:spMkLst>
            <pc:docMk/>
            <pc:sldMk cId="1742874426" sldId="280"/>
            <ac:spMk id="6" creationId="{7A6D0E4A-1943-2F6B-381C-F1A3C9F1AA57}"/>
          </ac:spMkLst>
        </pc:spChg>
        <pc:spChg chg="add mod">
          <ac:chgData name="Dunfrey Pires Aragão" userId="a7272183b7b4f9fa" providerId="LiveId" clId="{BC093FEF-2209-4052-BD12-23EF25E16502}" dt="2025-08-19T14:36:17.983" v="1611"/>
          <ac:spMkLst>
            <pc:docMk/>
            <pc:sldMk cId="1742874426" sldId="280"/>
            <ac:spMk id="8" creationId="{19F1BA18-4C77-5B5A-DDAC-ADAA75167639}"/>
          </ac:spMkLst>
        </pc:spChg>
        <pc:spChg chg="add mod">
          <ac:chgData name="Dunfrey Pires Aragão" userId="a7272183b7b4f9fa" providerId="LiveId" clId="{BC093FEF-2209-4052-BD12-23EF25E16502}" dt="2025-08-19T14:36:25.981" v="1619" actId="1076"/>
          <ac:spMkLst>
            <pc:docMk/>
            <pc:sldMk cId="1742874426" sldId="280"/>
            <ac:spMk id="10" creationId="{5B38D001-BAB7-84DC-45C1-21BC8FED9825}"/>
          </ac:spMkLst>
        </pc:spChg>
        <pc:picChg chg="add mod">
          <ac:chgData name="Dunfrey Pires Aragão" userId="a7272183b7b4f9fa" providerId="LiveId" clId="{BC093FEF-2209-4052-BD12-23EF25E16502}" dt="2025-08-19T14:35:21.511" v="1498" actId="1076"/>
          <ac:picMkLst>
            <pc:docMk/>
            <pc:sldMk cId="1742874426" sldId="280"/>
            <ac:picMk id="5" creationId="{656E3113-5E87-35ED-C6BF-62210EB9B3D2}"/>
          </ac:picMkLst>
        </pc:picChg>
        <pc:picChg chg="mod">
          <ac:chgData name="Dunfrey Pires Aragão" userId="a7272183b7b4f9fa" providerId="LiveId" clId="{BC093FEF-2209-4052-BD12-23EF25E16502}" dt="2025-08-19T14:31:36.683" v="1495" actId="1076"/>
          <ac:picMkLst>
            <pc:docMk/>
            <pc:sldMk cId="1742874426" sldId="280"/>
            <ac:picMk id="110" creationId="{7CC29A3D-9506-4E16-1AF3-7BEDC39A9725}"/>
          </ac:picMkLst>
        </pc:pic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5640942" sldId="280"/>
        </pc:sldMkLst>
      </pc:sldChg>
      <pc:sldChg chg="addSp delSp modSp add mod">
        <pc:chgData name="Dunfrey Pires Aragão" userId="a7272183b7b4f9fa" providerId="LiveId" clId="{BC093FEF-2209-4052-BD12-23EF25E16502}" dt="2025-08-19T14:56:33.326" v="2143" actId="207"/>
        <pc:sldMkLst>
          <pc:docMk/>
          <pc:sldMk cId="2089862149" sldId="281"/>
        </pc:sldMkLst>
        <pc:spChg chg="mod">
          <ac:chgData name="Dunfrey Pires Aragão" userId="a7272183b7b4f9fa" providerId="LiveId" clId="{BC093FEF-2209-4052-BD12-23EF25E16502}" dt="2025-08-19T14:37:45.929" v="1700" actId="113"/>
          <ac:spMkLst>
            <pc:docMk/>
            <pc:sldMk cId="2089862149" sldId="281"/>
            <ac:spMk id="3" creationId="{05E0C0FF-69F2-897E-FF1C-7F1779E6B770}"/>
          </ac:spMkLst>
        </pc:spChg>
        <pc:spChg chg="add mod">
          <ac:chgData name="Dunfrey Pires Aragão" userId="a7272183b7b4f9fa" providerId="LiveId" clId="{BC093FEF-2209-4052-BD12-23EF25E16502}" dt="2025-08-19T14:38:04.214" v="1709" actId="14100"/>
          <ac:spMkLst>
            <pc:docMk/>
            <pc:sldMk cId="2089862149" sldId="281"/>
            <ac:spMk id="7" creationId="{3B18C35A-BBEA-9D78-D0CC-488C54233105}"/>
          </ac:spMkLst>
        </pc:spChg>
        <pc:spChg chg="add mod">
          <ac:chgData name="Dunfrey Pires Aragão" userId="a7272183b7b4f9fa" providerId="LiveId" clId="{BC093FEF-2209-4052-BD12-23EF25E16502}" dt="2025-08-19T14:56:33.326" v="2143" actId="207"/>
          <ac:spMkLst>
            <pc:docMk/>
            <pc:sldMk cId="2089862149" sldId="281"/>
            <ac:spMk id="11" creationId="{6E77E401-3D9F-2002-9AC6-564046912580}"/>
          </ac:spMkLst>
        </pc:spChg>
      </pc:sldChg>
      <pc:sldChg chg="modSp add mod">
        <pc:chgData name="Dunfrey Pires Aragão" userId="a7272183b7b4f9fa" providerId="LiveId" clId="{BC093FEF-2209-4052-BD12-23EF25E16502}" dt="2025-08-19T14:56:28.402" v="2141" actId="207"/>
        <pc:sldMkLst>
          <pc:docMk/>
          <pc:sldMk cId="1890113241" sldId="282"/>
        </pc:sldMkLst>
        <pc:spChg chg="mod">
          <ac:chgData name="Dunfrey Pires Aragão" userId="a7272183b7b4f9fa" providerId="LiveId" clId="{BC093FEF-2209-4052-BD12-23EF25E16502}" dt="2025-08-19T14:41:09.272" v="1854" actId="20577"/>
          <ac:spMkLst>
            <pc:docMk/>
            <pc:sldMk cId="1890113241" sldId="282"/>
            <ac:spMk id="7" creationId="{882E4203-29D7-E91E-00D6-53BDFFB09EC4}"/>
          </ac:spMkLst>
        </pc:spChg>
        <pc:spChg chg="mod">
          <ac:chgData name="Dunfrey Pires Aragão" userId="a7272183b7b4f9fa" providerId="LiveId" clId="{BC093FEF-2209-4052-BD12-23EF25E16502}" dt="2025-08-19T14:56:28.402" v="2141" actId="207"/>
          <ac:spMkLst>
            <pc:docMk/>
            <pc:sldMk cId="1890113241" sldId="282"/>
            <ac:spMk id="11" creationId="{94C13BFE-EF28-2B32-80F8-A174EB9A9C3D}"/>
          </ac:spMkLst>
        </pc:sp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577570395" sldId="283"/>
        </pc:sldMkLst>
      </pc:sldChg>
      <pc:sldChg chg="addSp delSp modSp add mod">
        <pc:chgData name="Dunfrey Pires Aragão" userId="a7272183b7b4f9fa" providerId="LiveId" clId="{BC093FEF-2209-4052-BD12-23EF25E16502}" dt="2025-08-19T14:56:23.079" v="2139" actId="113"/>
        <pc:sldMkLst>
          <pc:docMk/>
          <pc:sldMk cId="2973689496" sldId="283"/>
        </pc:sldMkLst>
        <pc:spChg chg="mod">
          <ac:chgData name="Dunfrey Pires Aragão" userId="a7272183b7b4f9fa" providerId="LiveId" clId="{BC093FEF-2209-4052-BD12-23EF25E16502}" dt="2025-08-19T14:45:38.026" v="1910" actId="20577"/>
          <ac:spMkLst>
            <pc:docMk/>
            <pc:sldMk cId="2973689496" sldId="283"/>
            <ac:spMk id="3" creationId="{BFAEB9A5-EC97-ADCB-E4C7-D36D087E9305}"/>
          </ac:spMkLst>
        </pc:spChg>
        <pc:spChg chg="mod">
          <ac:chgData name="Dunfrey Pires Aragão" userId="a7272183b7b4f9fa" providerId="LiveId" clId="{BC093FEF-2209-4052-BD12-23EF25E16502}" dt="2025-08-19T14:56:23.079" v="2139" actId="113"/>
          <ac:spMkLst>
            <pc:docMk/>
            <pc:sldMk cId="2973689496" sldId="283"/>
            <ac:spMk id="11" creationId="{BA06AB9D-BE2D-5217-B729-7DA950977F40}"/>
          </ac:spMkLst>
        </pc:spChg>
        <pc:picChg chg="add mod">
          <ac:chgData name="Dunfrey Pires Aragão" userId="a7272183b7b4f9fa" providerId="LiveId" clId="{BC093FEF-2209-4052-BD12-23EF25E16502}" dt="2025-08-19T14:44:10.014" v="1907" actId="1440"/>
          <ac:picMkLst>
            <pc:docMk/>
            <pc:sldMk cId="2973689496" sldId="283"/>
            <ac:picMk id="4" creationId="{BED373EF-E68F-0DB7-E735-B1A42D1F9D40}"/>
          </ac:picMkLst>
        </pc:picChg>
      </pc:sldChg>
      <pc:sldChg chg="addSp delSp modSp add mod">
        <pc:chgData name="Dunfrey Pires Aragão" userId="a7272183b7b4f9fa" providerId="LiveId" clId="{BC093FEF-2209-4052-BD12-23EF25E16502}" dt="2025-08-19T14:56:13.399" v="2135" actId="113"/>
        <pc:sldMkLst>
          <pc:docMk/>
          <pc:sldMk cId="3181291770" sldId="284"/>
        </pc:sldMkLst>
        <pc:spChg chg="mod">
          <ac:chgData name="Dunfrey Pires Aragão" userId="a7272183b7b4f9fa" providerId="LiveId" clId="{BC093FEF-2209-4052-BD12-23EF25E16502}" dt="2025-08-19T14:45:52.171" v="1936" actId="20577"/>
          <ac:spMkLst>
            <pc:docMk/>
            <pc:sldMk cId="3181291770" sldId="284"/>
            <ac:spMk id="3" creationId="{86336A3F-E88D-E550-A4DF-AAA2736A6C5C}"/>
          </ac:spMkLst>
        </pc:spChg>
        <pc:spChg chg="mod">
          <ac:chgData name="Dunfrey Pires Aragão" userId="a7272183b7b4f9fa" providerId="LiveId" clId="{BC093FEF-2209-4052-BD12-23EF25E16502}" dt="2025-08-19T14:56:13.399" v="2135" actId="113"/>
          <ac:spMkLst>
            <pc:docMk/>
            <pc:sldMk cId="3181291770" sldId="284"/>
            <ac:spMk id="11" creationId="{2B790712-49B9-A044-0363-C497FC089A0D}"/>
          </ac:spMkLst>
        </pc:spChg>
        <pc:picChg chg="add mod">
          <ac:chgData name="Dunfrey Pires Aragão" userId="a7272183b7b4f9fa" providerId="LiveId" clId="{BC093FEF-2209-4052-BD12-23EF25E16502}" dt="2025-08-19T14:46:50.570" v="1950" actId="1440"/>
          <ac:picMkLst>
            <pc:docMk/>
            <pc:sldMk cId="3181291770" sldId="284"/>
            <ac:picMk id="5" creationId="{CC8B6ABF-BB9D-A7DB-A291-D09A9CDCEDC9}"/>
          </ac:picMkLst>
        </pc:pic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BC093FEF-2209-4052-BD12-23EF25E16502}" dt="2025-08-19T14:55:57.784" v="2133" actId="20577"/>
        <pc:sldMkLst>
          <pc:docMk/>
          <pc:sldMk cId="448178509" sldId="285"/>
        </pc:sldMkLst>
        <pc:spChg chg="mod">
          <ac:chgData name="Dunfrey Pires Aragão" userId="a7272183b7b4f9fa" providerId="LiveId" clId="{BC093FEF-2209-4052-BD12-23EF25E16502}" dt="2025-08-19T14:55:57.784" v="2133" actId="20577"/>
          <ac:spMkLst>
            <pc:docMk/>
            <pc:sldMk cId="448178509" sldId="285"/>
            <ac:spMk id="112" creationId="{D20DF449-2F98-289F-C0F3-75FBBF5F94EF}"/>
          </ac:spMkLst>
        </pc:spChg>
        <pc:graphicFrameChg chg="add mod modGraphic">
          <ac:chgData name="Dunfrey Pires Aragão" userId="a7272183b7b4f9fa" providerId="LiveId" clId="{BC093FEF-2209-4052-BD12-23EF25E16502}" dt="2025-08-19T14:55:50.528" v="2125" actId="14734"/>
          <ac:graphicFrameMkLst>
            <pc:docMk/>
            <pc:sldMk cId="448178509" sldId="285"/>
            <ac:graphicFrameMk id="2" creationId="{C910C72A-D13F-10D5-9AF0-CBFD35A67E3C}"/>
          </ac:graphicFrameMkLst>
        </pc:graphicFrame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437489870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805043110" sldId="286"/>
        </pc:sldMkLst>
      </pc:sldChg>
      <pc:sldChg chg="addSp delSp modSp add mod">
        <pc:chgData name="Dunfrey Pires Aragão" userId="a7272183b7b4f9fa" providerId="LiveId" clId="{BC093FEF-2209-4052-BD12-23EF25E16502}" dt="2025-08-19T14:58:28.555" v="2165" actId="1076"/>
        <pc:sldMkLst>
          <pc:docMk/>
          <pc:sldMk cId="4130277746" sldId="286"/>
        </pc:sldMkLst>
        <pc:spChg chg="mod">
          <ac:chgData name="Dunfrey Pires Aragão" userId="a7272183b7b4f9fa" providerId="LiveId" clId="{BC093FEF-2209-4052-BD12-23EF25E16502}" dt="2025-08-19T14:57:57.129" v="2156" actId="6549"/>
          <ac:spMkLst>
            <pc:docMk/>
            <pc:sldMk cId="4130277746" sldId="286"/>
            <ac:spMk id="3" creationId="{ADD770A7-BCD5-F857-196D-8729A96D8BE4}"/>
          </ac:spMkLst>
        </pc:spChg>
        <pc:spChg chg="mod">
          <ac:chgData name="Dunfrey Pires Aragão" userId="a7272183b7b4f9fa" providerId="LiveId" clId="{BC093FEF-2209-4052-BD12-23EF25E16502}" dt="2025-08-19T14:57:43.824" v="2147" actId="207"/>
          <ac:spMkLst>
            <pc:docMk/>
            <pc:sldMk cId="4130277746" sldId="286"/>
            <ac:spMk id="11" creationId="{49F71DB5-AE00-AC96-D0E8-FE5FF9043192}"/>
          </ac:spMkLst>
        </pc:spChg>
        <pc:picChg chg="add mod">
          <ac:chgData name="Dunfrey Pires Aragão" userId="a7272183b7b4f9fa" providerId="LiveId" clId="{BC093FEF-2209-4052-BD12-23EF25E16502}" dt="2025-08-19T14:58:28.555" v="2165" actId="1076"/>
          <ac:picMkLst>
            <pc:docMk/>
            <pc:sldMk cId="4130277746" sldId="286"/>
            <ac:picMk id="7" creationId="{42CD2F13-7E99-8899-32B8-A5719B0DFB69}"/>
          </ac:picMkLst>
        </pc:pic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08817509" sldId="287"/>
        </pc:sldMkLst>
      </pc:sldChg>
      <pc:sldChg chg="addSp delSp modSp add del mod">
        <pc:chgData name="Dunfrey Pires Aragão" userId="a7272183b7b4f9fa" providerId="LiveId" clId="{BC093FEF-2209-4052-BD12-23EF25E16502}" dt="2025-08-21T01:07:05.213" v="2198" actId="47"/>
        <pc:sldMkLst>
          <pc:docMk/>
          <pc:sldMk cId="3274987948" sldId="28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32781362" sldId="288"/>
        </pc:sldMkLst>
      </pc:sldChg>
      <pc:sldChg chg="addSp delSp modSp add mod ord">
        <pc:chgData name="Dunfrey Pires Aragão" userId="a7272183b7b4f9fa" providerId="LiveId" clId="{BC093FEF-2209-4052-BD12-23EF25E16502}" dt="2025-08-19T15:04:31.584" v="2196"/>
        <pc:sldMkLst>
          <pc:docMk/>
          <pc:sldMk cId="1948615925" sldId="288"/>
        </pc:sldMkLst>
        <pc:spChg chg="mod">
          <ac:chgData name="Dunfrey Pires Aragão" userId="a7272183b7b4f9fa" providerId="LiveId" clId="{BC093FEF-2209-4052-BD12-23EF25E16502}" dt="2025-08-19T15:03:52.243" v="2185" actId="20577"/>
          <ac:spMkLst>
            <pc:docMk/>
            <pc:sldMk cId="1948615925" sldId="288"/>
            <ac:spMk id="112" creationId="{6F50FB04-B44F-919B-2E4C-8473A6E2A7CA}"/>
          </ac:spMkLst>
        </pc:spChg>
        <pc:picChg chg="add mod">
          <ac:chgData name="Dunfrey Pires Aragão" userId="a7272183b7b4f9fa" providerId="LiveId" clId="{BC093FEF-2209-4052-BD12-23EF25E16502}" dt="2025-08-19T15:04:22.877" v="2194" actId="1076"/>
          <ac:picMkLst>
            <pc:docMk/>
            <pc:sldMk cId="1948615925" sldId="288"/>
            <ac:picMk id="4" creationId="{6344C461-2F0A-D21F-E2D0-D59E603DD74C}"/>
          </ac:picMkLst>
        </pc:pic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96054855" sldId="289"/>
        </pc:sldMkLst>
      </pc:sldChg>
      <pc:sldChg chg="addSp delSp modSp add mod">
        <pc:chgData name="Dunfrey Pires Aragão" userId="a7272183b7b4f9fa" providerId="LiveId" clId="{BC093FEF-2209-4052-BD12-23EF25E16502}" dt="2025-08-21T17:40:54.720" v="3038" actId="20577"/>
        <pc:sldMkLst>
          <pc:docMk/>
          <pc:sldMk cId="1214366133" sldId="289"/>
        </pc:sldMkLst>
        <pc:spChg chg="add mod">
          <ac:chgData name="Dunfrey Pires Aragão" userId="a7272183b7b4f9fa" providerId="LiveId" clId="{BC093FEF-2209-4052-BD12-23EF25E16502}" dt="2025-08-21T17:40:54.720" v="3038" actId="20577"/>
          <ac:spMkLst>
            <pc:docMk/>
            <pc:sldMk cId="1214366133" sldId="289"/>
            <ac:spMk id="5" creationId="{0FCB18EB-D794-51B1-6657-A13C1D76F865}"/>
          </ac:spMkLst>
        </pc:spChg>
        <pc:spChg chg="add del mod">
          <ac:chgData name="Dunfrey Pires Aragão" userId="a7272183b7b4f9fa" providerId="LiveId" clId="{BC093FEF-2209-4052-BD12-23EF25E16502}" dt="2025-08-21T01:28:02.439" v="2730" actId="478"/>
          <ac:spMkLst>
            <pc:docMk/>
            <pc:sldMk cId="1214366133" sldId="289"/>
            <ac:spMk id="6" creationId="{3D8FF68F-0548-D80F-6937-19C03249B750}"/>
          </ac:spMkLst>
        </pc:spChg>
        <pc:spChg chg="add mod">
          <ac:chgData name="Dunfrey Pires Aragão" userId="a7272183b7b4f9fa" providerId="LiveId" clId="{BC093FEF-2209-4052-BD12-23EF25E16502}" dt="2025-08-21T01:43:19.796" v="2976" actId="1076"/>
          <ac:spMkLst>
            <pc:docMk/>
            <pc:sldMk cId="1214366133" sldId="289"/>
            <ac:spMk id="8" creationId="{FAFFE684-AF79-A1EB-3068-CC3307143700}"/>
          </ac:spMkLst>
        </pc:spChg>
        <pc:spChg chg="mod">
          <ac:chgData name="Dunfrey Pires Aragão" userId="a7272183b7b4f9fa" providerId="LiveId" clId="{BC093FEF-2209-4052-BD12-23EF25E16502}" dt="2025-08-21T01:42:54.966" v="2968" actId="20577"/>
          <ac:spMkLst>
            <pc:docMk/>
            <pc:sldMk cId="1214366133" sldId="289"/>
            <ac:spMk id="112" creationId="{3E68CBC7-EE5A-6FA0-92DC-647F4BF0C3E7}"/>
          </ac:spMkLst>
        </pc:spChg>
        <pc:picChg chg="add del mod">
          <ac:chgData name="Dunfrey Pires Aragão" userId="a7272183b7b4f9fa" providerId="LiveId" clId="{BC093FEF-2209-4052-BD12-23EF25E16502}" dt="2025-08-21T01:27:59.022" v="2729" actId="478"/>
          <ac:picMkLst>
            <pc:docMk/>
            <pc:sldMk cId="1214366133" sldId="289"/>
            <ac:picMk id="3" creationId="{F0FE39FD-10E2-6FBA-74ED-FB3DF73D9255}"/>
          </ac:picMkLst>
        </pc:picChg>
        <pc:picChg chg="del">
          <ac:chgData name="Dunfrey Pires Aragão" userId="a7272183b7b4f9fa" providerId="LiveId" clId="{BC093FEF-2209-4052-BD12-23EF25E16502}" dt="2025-08-21T01:07:21.476" v="2199" actId="478"/>
          <ac:picMkLst>
            <pc:docMk/>
            <pc:sldMk cId="1214366133" sldId="289"/>
            <ac:picMk id="4" creationId="{49C6E574-65F4-1979-36C7-C2B0F2AEEB60}"/>
          </ac:picMkLst>
        </pc:picChg>
        <pc:picChg chg="mod">
          <ac:chgData name="Dunfrey Pires Aragão" userId="a7272183b7b4f9fa" providerId="LiveId" clId="{BC093FEF-2209-4052-BD12-23EF25E16502}" dt="2025-08-21T01:12:45.044" v="2480" actId="1076"/>
          <ac:picMkLst>
            <pc:docMk/>
            <pc:sldMk cId="1214366133" sldId="289"/>
            <ac:picMk id="110" creationId="{5CD055A5-C3AD-9A88-0CC4-439FBC99DE90}"/>
          </ac:picMkLst>
        </pc:picChg>
      </pc:sldChg>
      <pc:sldChg chg="addSp delSp modSp add mod">
        <pc:chgData name="Dunfrey Pires Aragão" userId="a7272183b7b4f9fa" providerId="LiveId" clId="{BC093FEF-2209-4052-BD12-23EF25E16502}" dt="2025-08-21T01:46:11.290" v="2995" actId="1076"/>
        <pc:sldMkLst>
          <pc:docMk/>
          <pc:sldMk cId="1399810990" sldId="290"/>
        </pc:sldMkLst>
        <pc:spChg chg="del mod">
          <ac:chgData name="Dunfrey Pires Aragão" userId="a7272183b7b4f9fa" providerId="LiveId" clId="{BC093FEF-2209-4052-BD12-23EF25E16502}" dt="2025-08-21T01:46:05.431" v="2992" actId="478"/>
          <ac:spMkLst>
            <pc:docMk/>
            <pc:sldMk cId="1399810990" sldId="290"/>
            <ac:spMk id="5" creationId="{EF28A176-1CF2-A062-E141-33B588513660}"/>
          </ac:spMkLst>
        </pc:spChg>
        <pc:spChg chg="del">
          <ac:chgData name="Dunfrey Pires Aragão" userId="a7272183b7b4f9fa" providerId="LiveId" clId="{BC093FEF-2209-4052-BD12-23EF25E16502}" dt="2025-08-21T01:46:05.431" v="2992" actId="478"/>
          <ac:spMkLst>
            <pc:docMk/>
            <pc:sldMk cId="1399810990" sldId="290"/>
            <ac:spMk id="6" creationId="{BFE279DE-CC7C-4636-8ADF-5496D1CDD00F}"/>
          </ac:spMkLst>
        </pc:spChg>
        <pc:spChg chg="mod">
          <ac:chgData name="Dunfrey Pires Aragão" userId="a7272183b7b4f9fa" providerId="LiveId" clId="{BC093FEF-2209-4052-BD12-23EF25E16502}" dt="2025-08-21T01:45:46.667" v="2989" actId="20577"/>
          <ac:spMkLst>
            <pc:docMk/>
            <pc:sldMk cId="1399810990" sldId="290"/>
            <ac:spMk id="112" creationId="{9DD5F5CE-CD35-D7C4-A7F3-BFB781B6C246}"/>
          </ac:spMkLst>
        </pc:spChg>
        <pc:picChg chg="del">
          <ac:chgData name="Dunfrey Pires Aragão" userId="a7272183b7b4f9fa" providerId="LiveId" clId="{BC093FEF-2209-4052-BD12-23EF25E16502}" dt="2025-08-21T01:46:00.421" v="2990" actId="478"/>
          <ac:picMkLst>
            <pc:docMk/>
            <pc:sldMk cId="1399810990" sldId="290"/>
            <ac:picMk id="3" creationId="{83BA2B0A-7828-E1D8-E46F-7DEED57C05F1}"/>
          </ac:picMkLst>
        </pc:picChg>
        <pc:picChg chg="add mod">
          <ac:chgData name="Dunfrey Pires Aragão" userId="a7272183b7b4f9fa" providerId="LiveId" clId="{BC093FEF-2209-4052-BD12-23EF25E16502}" dt="2025-08-21T01:46:11.290" v="2995" actId="1076"/>
          <ac:picMkLst>
            <pc:docMk/>
            <pc:sldMk cId="1399810990" sldId="290"/>
            <ac:picMk id="4" creationId="{94578FBA-E277-C7BC-82D6-FDD07FD83493}"/>
          </ac:picMkLst>
        </pc:pic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70906923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BC093FEF-2209-4052-BD12-23EF25E16502}" dt="2025-08-21T01:45:41.039" v="2987" actId="6549"/>
        <pc:sldMkLst>
          <pc:docMk/>
          <pc:sldMk cId="3290488586" sldId="291"/>
        </pc:sldMkLst>
        <pc:spChg chg="add mod">
          <ac:chgData name="Dunfrey Pires Aragão" userId="a7272183b7b4f9fa" providerId="LiveId" clId="{BC093FEF-2209-4052-BD12-23EF25E16502}" dt="2025-08-21T01:36:25.520" v="2933" actId="1076"/>
          <ac:spMkLst>
            <pc:docMk/>
            <pc:sldMk cId="3290488586" sldId="291"/>
            <ac:spMk id="3" creationId="{2143523A-F80A-CBEF-89DE-980A3ED53C76}"/>
          </ac:spMkLst>
        </pc:spChg>
        <pc:spChg chg="del">
          <ac:chgData name="Dunfrey Pires Aragão" userId="a7272183b7b4f9fa" providerId="LiveId" clId="{BC093FEF-2209-4052-BD12-23EF25E16502}" dt="2025-08-21T01:36:05.931" v="2926" actId="478"/>
          <ac:spMkLst>
            <pc:docMk/>
            <pc:sldMk cId="3290488586" sldId="291"/>
            <ac:spMk id="5" creationId="{3BEBA24A-633F-4272-D6C7-BCC94C2C2C76}"/>
          </ac:spMkLst>
        </pc:spChg>
        <pc:spChg chg="add mod">
          <ac:chgData name="Dunfrey Pires Aragão" userId="a7272183b7b4f9fa" providerId="LiveId" clId="{BC093FEF-2209-4052-BD12-23EF25E16502}" dt="2025-08-21T01:36:54.612" v="2946" actId="1076"/>
          <ac:spMkLst>
            <pc:docMk/>
            <pc:sldMk cId="3290488586" sldId="291"/>
            <ac:spMk id="6" creationId="{F4454A09-53B4-A12C-45DD-ADE08E2BC51C}"/>
          </ac:spMkLst>
        </pc:spChg>
        <pc:spChg chg="del">
          <ac:chgData name="Dunfrey Pires Aragão" userId="a7272183b7b4f9fa" providerId="LiveId" clId="{BC093FEF-2209-4052-BD12-23EF25E16502}" dt="2025-08-21T01:35:58.484" v="2921" actId="478"/>
          <ac:spMkLst>
            <pc:docMk/>
            <pc:sldMk cId="3290488586" sldId="291"/>
            <ac:spMk id="8" creationId="{F1D04520-B064-A754-CF8F-CAAD0BFE93CB}"/>
          </ac:spMkLst>
        </pc:spChg>
        <pc:spChg chg="mod">
          <ac:chgData name="Dunfrey Pires Aragão" userId="a7272183b7b4f9fa" providerId="LiveId" clId="{BC093FEF-2209-4052-BD12-23EF25E16502}" dt="2025-08-21T01:45:41.039" v="2987" actId="6549"/>
          <ac:spMkLst>
            <pc:docMk/>
            <pc:sldMk cId="3290488586" sldId="291"/>
            <ac:spMk id="112" creationId="{41FFDE7C-3176-BC32-5064-0963A90179AE}"/>
          </ac:spMkLst>
        </pc:spChg>
        <pc:picChg chg="add del mod">
          <ac:chgData name="Dunfrey Pires Aragão" userId="a7272183b7b4f9fa" providerId="LiveId" clId="{BC093FEF-2209-4052-BD12-23EF25E16502}" dt="2025-08-21T01:36:51.701" v="2945" actId="1076"/>
          <ac:picMkLst>
            <pc:docMk/>
            <pc:sldMk cId="3290488586" sldId="291"/>
            <ac:picMk id="110" creationId="{791B53BE-D8B5-0993-9A29-BC76DA14FF9D}"/>
          </ac:picMkLst>
        </pc:picChg>
      </pc:sldChg>
      <pc:sldChg chg="addSp delSp modSp add mod">
        <pc:chgData name="Dunfrey Pires Aragão" userId="a7272183b7b4f9fa" providerId="LiveId" clId="{BC093FEF-2209-4052-BD12-23EF25E16502}" dt="2025-08-21T01:45:36.613" v="2986" actId="20577"/>
        <pc:sldMkLst>
          <pc:docMk/>
          <pc:sldMk cId="632184806" sldId="292"/>
        </pc:sldMkLst>
        <pc:spChg chg="del">
          <ac:chgData name="Dunfrey Pires Aragão" userId="a7272183b7b4f9fa" providerId="LiveId" clId="{BC093FEF-2209-4052-BD12-23EF25E16502}" dt="2025-08-21T01:41:13.050" v="2950" actId="478"/>
          <ac:spMkLst>
            <pc:docMk/>
            <pc:sldMk cId="632184806" sldId="292"/>
            <ac:spMk id="5" creationId="{B613031C-8962-877B-5A23-A5B35BD5A1A7}"/>
          </ac:spMkLst>
        </pc:spChg>
        <pc:spChg chg="del">
          <ac:chgData name="Dunfrey Pires Aragão" userId="a7272183b7b4f9fa" providerId="LiveId" clId="{BC093FEF-2209-4052-BD12-23EF25E16502}" dt="2025-08-21T01:41:13.050" v="2950" actId="478"/>
          <ac:spMkLst>
            <pc:docMk/>
            <pc:sldMk cId="632184806" sldId="292"/>
            <ac:spMk id="8" creationId="{15570491-D6F1-4B65-3D12-5080CBA1AA59}"/>
          </ac:spMkLst>
        </pc:spChg>
        <pc:spChg chg="mod">
          <ac:chgData name="Dunfrey Pires Aragão" userId="a7272183b7b4f9fa" providerId="LiveId" clId="{BC093FEF-2209-4052-BD12-23EF25E16502}" dt="2025-08-21T01:45:36.613" v="2986" actId="20577"/>
          <ac:spMkLst>
            <pc:docMk/>
            <pc:sldMk cId="632184806" sldId="292"/>
            <ac:spMk id="112" creationId="{FCA04A9A-D718-5267-570F-48A18F7849BB}"/>
          </ac:spMkLst>
        </pc:spChg>
        <pc:picChg chg="add del mod">
          <ac:chgData name="Dunfrey Pires Aragão" userId="a7272183b7b4f9fa" providerId="LiveId" clId="{BC093FEF-2209-4052-BD12-23EF25E16502}" dt="2025-08-21T01:42:30.608" v="2962" actId="1076"/>
          <ac:picMkLst>
            <pc:docMk/>
            <pc:sldMk cId="632184806" sldId="292"/>
            <ac:picMk id="3" creationId="{5BC748C1-1D5D-90CB-7C76-B4D8A0F2D0F3}"/>
          </ac:picMkLst>
        </pc:picChg>
        <pc:picChg chg="add del">
          <ac:chgData name="Dunfrey Pires Aragão" userId="a7272183b7b4f9fa" providerId="LiveId" clId="{BC093FEF-2209-4052-BD12-23EF25E16502}" dt="2025-08-21T01:42:28.028" v="2960" actId="22"/>
          <ac:picMkLst>
            <pc:docMk/>
            <pc:sldMk cId="632184806" sldId="292"/>
            <ac:picMk id="6" creationId="{617D08E8-9B08-201C-F341-52DD51DFF9A1}"/>
          </ac:picMkLst>
        </pc:picChg>
        <pc:picChg chg="add mod">
          <ac:chgData name="Dunfrey Pires Aragão" userId="a7272183b7b4f9fa" providerId="LiveId" clId="{BC093FEF-2209-4052-BD12-23EF25E16502}" dt="2025-08-21T01:42:37.751" v="2965" actId="1076"/>
          <ac:picMkLst>
            <pc:docMk/>
            <pc:sldMk cId="632184806" sldId="292"/>
            <ac:picMk id="9" creationId="{2EA1E376-3B8E-028F-453A-4FD1BF9092A4}"/>
          </ac:picMkLst>
        </pc:picChg>
        <pc:picChg chg="add del">
          <ac:chgData name="Dunfrey Pires Aragão" userId="a7272183b7b4f9fa" providerId="LiveId" clId="{BC093FEF-2209-4052-BD12-23EF25E16502}" dt="2025-08-21T01:41:11.321" v="2949" actId="478"/>
          <ac:picMkLst>
            <pc:docMk/>
            <pc:sldMk cId="632184806" sldId="292"/>
            <ac:picMk id="110" creationId="{09764737-3789-4F94-9117-A0C9F1667C7A}"/>
          </ac:picMkLst>
        </pc:picChg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9536377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134615" sldId="293"/>
        </pc:sldMkLst>
      </pc:sldChg>
      <pc:sldChg chg="add del">
        <pc:chgData name="Dunfrey Pires Aragão" userId="a7272183b7b4f9fa" providerId="LiveId" clId="{BC093FEF-2209-4052-BD12-23EF25E16502}" dt="2025-08-21T01:41:23.868" v="2954"/>
        <pc:sldMkLst>
          <pc:docMk/>
          <pc:sldMk cId="1050955040" sldId="293"/>
        </pc:sldMkLst>
      </pc:sldChg>
      <pc:sldChg chg="addSp delSp modSp add mod">
        <pc:chgData name="Dunfrey Pires Aragão" userId="a7272183b7b4f9fa" providerId="LiveId" clId="{BC093FEF-2209-4052-BD12-23EF25E16502}" dt="2025-08-21T01:48:20.461" v="3037" actId="1076"/>
        <pc:sldMkLst>
          <pc:docMk/>
          <pc:sldMk cId="3624316801" sldId="293"/>
        </pc:sldMkLst>
        <pc:spChg chg="add mod">
          <ac:chgData name="Dunfrey Pires Aragão" userId="a7272183b7b4f9fa" providerId="LiveId" clId="{BC093FEF-2209-4052-BD12-23EF25E16502}" dt="2025-08-21T01:47:28.340" v="3034" actId="20577"/>
          <ac:spMkLst>
            <pc:docMk/>
            <pc:sldMk cId="3624316801" sldId="293"/>
            <ac:spMk id="2" creationId="{67C6BCA7-4338-0B4A-1353-A275E4036C41}"/>
          </ac:spMkLst>
        </pc:spChg>
        <pc:spChg chg="mod">
          <ac:chgData name="Dunfrey Pires Aragão" userId="a7272183b7b4f9fa" providerId="LiveId" clId="{BC093FEF-2209-4052-BD12-23EF25E16502}" dt="2025-08-21T01:47:04.401" v="2999" actId="20577"/>
          <ac:spMkLst>
            <pc:docMk/>
            <pc:sldMk cId="3624316801" sldId="293"/>
            <ac:spMk id="112" creationId="{0651767B-6AC3-3AF8-3BB5-A183693147F3}"/>
          </ac:spMkLst>
        </pc:spChg>
        <pc:picChg chg="del">
          <ac:chgData name="Dunfrey Pires Aragão" userId="a7272183b7b4f9fa" providerId="LiveId" clId="{BC093FEF-2209-4052-BD12-23EF25E16502}" dt="2025-08-21T01:47:08.407" v="3000" actId="478"/>
          <ac:picMkLst>
            <pc:docMk/>
            <pc:sldMk cId="3624316801" sldId="293"/>
            <ac:picMk id="4" creationId="{4DB8F48F-F197-537F-6467-449FFBBB64F0}"/>
          </ac:picMkLst>
        </pc:picChg>
        <pc:picChg chg="add mod">
          <ac:chgData name="Dunfrey Pires Aragão" userId="a7272183b7b4f9fa" providerId="LiveId" clId="{BC093FEF-2209-4052-BD12-23EF25E16502}" dt="2025-08-21T01:48:20.461" v="3037" actId="1076"/>
          <ac:picMkLst>
            <pc:docMk/>
            <pc:sldMk cId="3624316801" sldId="293"/>
            <ac:picMk id="5" creationId="{08D3FE7A-0864-2953-A4D9-E59538544FDA}"/>
          </ac:picMkLst>
        </pc:picChg>
      </pc:sldChg>
      <pc:sldChg chg="add del">
        <pc:chgData name="Dunfrey Pires Aragão" userId="a7272183b7b4f9fa" providerId="LiveId" clId="{BC093FEF-2209-4052-BD12-23EF25E16502}" dt="2025-08-21T01:41:14.737" v="2952"/>
        <pc:sldMkLst>
          <pc:docMk/>
          <pc:sldMk cId="3866261861" sldId="293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967285722" sldId="29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81364848" sldId="29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02862243" sldId="296"/>
        </pc:sldMkLst>
      </pc:sldChg>
    </pc:docChg>
  </pc:docChgLst>
  <pc:docChgLst>
    <pc:chgData name="Dunfrey Pires Aragão" userId="a7272183b7b4f9fa" providerId="LiveId" clId="{BEBF720F-E34B-4E5A-9A0F-E29D0FE7B0FF}"/>
    <pc:docChg chg="undo redo custSel addSld delSld modSld sldOrd">
      <pc:chgData name="Dunfrey Pires Aragão" userId="a7272183b7b4f9fa" providerId="LiveId" clId="{BEBF720F-E34B-4E5A-9A0F-E29D0FE7B0FF}" dt="2025-08-05T18:34:44.692" v="3157" actId="14100"/>
      <pc:docMkLst>
        <pc:docMk/>
      </pc:docMkLst>
      <pc:sldChg chg="addSp delSp modSp mod modAnim">
        <pc:chgData name="Dunfrey Pires Aragão" userId="a7272183b7b4f9fa" providerId="LiveId" clId="{BEBF720F-E34B-4E5A-9A0F-E29D0FE7B0FF}" dt="2025-08-03T00:26:24.519" v="195" actId="1076"/>
        <pc:sldMkLst>
          <pc:docMk/>
          <pc:sldMk cId="0" sldId="257"/>
        </pc:sldMkLst>
      </pc:sldChg>
      <pc:sldChg chg="addSp modSp del mod ord">
        <pc:chgData name="Dunfrey Pires Aragão" userId="a7272183b7b4f9fa" providerId="LiveId" clId="{BEBF720F-E34B-4E5A-9A0F-E29D0FE7B0FF}" dt="2025-08-04T20:13:42.839" v="1814" actId="47"/>
        <pc:sldMkLst>
          <pc:docMk/>
          <pc:sldMk cId="0" sldId="258"/>
        </pc:sldMkLst>
      </pc:sldChg>
      <pc:sldChg chg="addSp modSp mod">
        <pc:chgData name="Dunfrey Pires Aragão" userId="a7272183b7b4f9fa" providerId="LiveId" clId="{BEBF720F-E34B-4E5A-9A0F-E29D0FE7B0FF}" dt="2025-08-03T23:37:13.899" v="706" actId="1076"/>
        <pc:sldMkLst>
          <pc:docMk/>
          <pc:sldMk cId="0" sldId="259"/>
        </pc:sldMkLst>
      </pc:sldChg>
      <pc:sldChg chg="addSp modSp mod modAnim">
        <pc:chgData name="Dunfrey Pires Aragão" userId="a7272183b7b4f9fa" providerId="LiveId" clId="{BEBF720F-E34B-4E5A-9A0F-E29D0FE7B0FF}" dt="2025-08-03T23:26:12.389" v="615"/>
        <pc:sldMkLst>
          <pc:docMk/>
          <pc:sldMk cId="0" sldId="260"/>
        </pc:sldMkLst>
      </pc:sldChg>
      <pc:sldChg chg="new del">
        <pc:chgData name="Dunfrey Pires Aragão" userId="a7272183b7b4f9fa" providerId="LiveId" clId="{BEBF720F-E34B-4E5A-9A0F-E29D0FE7B0FF}" dt="2025-08-02T19:52:11.856" v="1" actId="2696"/>
        <pc:sldMkLst>
          <pc:docMk/>
          <pc:sldMk cId="1450792625" sldId="262"/>
        </pc:sldMkLst>
      </pc:sldChg>
      <pc:sldChg chg="addSp delSp modSp add mod ord">
        <pc:chgData name="Dunfrey Pires Aragão" userId="a7272183b7b4f9fa" providerId="LiveId" clId="{BEBF720F-E34B-4E5A-9A0F-E29D0FE7B0FF}" dt="2025-08-03T23:37:28.969" v="708"/>
        <pc:sldMkLst>
          <pc:docMk/>
          <pc:sldMk cId="1458883685" sldId="262"/>
        </pc:sldMkLst>
      </pc:sldChg>
      <pc:sldChg chg="addSp modSp add mod modAnim">
        <pc:chgData name="Dunfrey Pires Aragão" userId="a7272183b7b4f9fa" providerId="LiveId" clId="{BEBF720F-E34B-4E5A-9A0F-E29D0FE7B0FF}" dt="2025-08-03T23:36:31.601" v="692"/>
        <pc:sldMkLst>
          <pc:docMk/>
          <pc:sldMk cId="4060919478" sldId="263"/>
        </pc:sldMkLst>
      </pc:sldChg>
      <pc:sldChg chg="addSp delSp modSp add mod ord">
        <pc:chgData name="Dunfrey Pires Aragão" userId="a7272183b7b4f9fa" providerId="LiveId" clId="{BEBF720F-E34B-4E5A-9A0F-E29D0FE7B0FF}" dt="2025-08-03T23:34:30.344" v="682" actId="1076"/>
        <pc:sldMkLst>
          <pc:docMk/>
          <pc:sldMk cId="2480116363" sldId="264"/>
        </pc:sldMkLst>
      </pc:sldChg>
      <pc:sldChg chg="addSp modSp add mod modAnim">
        <pc:chgData name="Dunfrey Pires Aragão" userId="a7272183b7b4f9fa" providerId="LiveId" clId="{BEBF720F-E34B-4E5A-9A0F-E29D0FE7B0FF}" dt="2025-08-03T23:41:13.713" v="766"/>
        <pc:sldMkLst>
          <pc:docMk/>
          <pc:sldMk cId="85031420" sldId="265"/>
        </pc:sldMkLst>
      </pc:sldChg>
      <pc:sldChg chg="addSp delSp modSp add mod modAnim">
        <pc:chgData name="Dunfrey Pires Aragão" userId="a7272183b7b4f9fa" providerId="LiveId" clId="{BEBF720F-E34B-4E5A-9A0F-E29D0FE7B0FF}" dt="2025-08-04T19:22:22.579" v="1619" actId="1076"/>
        <pc:sldMkLst>
          <pc:docMk/>
          <pc:sldMk cId="1611498639" sldId="266"/>
        </pc:sldMkLst>
      </pc:sldChg>
      <pc:sldChg chg="addSp delSp modSp add del mod">
        <pc:chgData name="Dunfrey Pires Aragão" userId="a7272183b7b4f9fa" providerId="LiveId" clId="{BEBF720F-E34B-4E5A-9A0F-E29D0FE7B0FF}" dt="2025-08-04T19:22:01.421" v="1617" actId="47"/>
        <pc:sldMkLst>
          <pc:docMk/>
          <pc:sldMk cId="1595534256" sldId="267"/>
        </pc:sldMkLst>
      </pc:sldChg>
      <pc:sldChg chg="addSp delSp modSp add mod">
        <pc:chgData name="Dunfrey Pires Aragão" userId="a7272183b7b4f9fa" providerId="LiveId" clId="{BEBF720F-E34B-4E5A-9A0F-E29D0FE7B0FF}" dt="2025-08-05T14:47:32.155" v="2832" actId="255"/>
        <pc:sldMkLst>
          <pc:docMk/>
          <pc:sldMk cId="2697673226" sldId="268"/>
        </pc:sldMkLst>
      </pc:sldChg>
      <pc:sldChg chg="new del">
        <pc:chgData name="Dunfrey Pires Aragão" userId="a7272183b7b4f9fa" providerId="LiveId" clId="{BEBF720F-E34B-4E5A-9A0F-E29D0FE7B0FF}" dt="2025-08-03T23:28:28.126" v="617" actId="47"/>
        <pc:sldMkLst>
          <pc:docMk/>
          <pc:sldMk cId="2739562512" sldId="268"/>
        </pc:sldMkLst>
      </pc:sldChg>
      <pc:sldChg chg="addSp delSp modSp add mod modAnim">
        <pc:chgData name="Dunfrey Pires Aragão" userId="a7272183b7b4f9fa" providerId="LiveId" clId="{BEBF720F-E34B-4E5A-9A0F-E29D0FE7B0FF}" dt="2025-08-04T19:34:43.735" v="1813" actId="1038"/>
        <pc:sldMkLst>
          <pc:docMk/>
          <pc:sldMk cId="2316104281" sldId="269"/>
        </pc:sldMkLst>
      </pc:sldChg>
      <pc:sldChg chg="addSp delSp modSp add mod">
        <pc:chgData name="Dunfrey Pires Aragão" userId="a7272183b7b4f9fa" providerId="LiveId" clId="{BEBF720F-E34B-4E5A-9A0F-E29D0FE7B0FF}" dt="2025-08-04T19:04:19.079" v="1555" actId="1076"/>
        <pc:sldMkLst>
          <pc:docMk/>
          <pc:sldMk cId="2115306864" sldId="270"/>
        </pc:sldMkLst>
      </pc:sldChg>
      <pc:sldChg chg="new del">
        <pc:chgData name="Dunfrey Pires Aragão" userId="a7272183b7b4f9fa" providerId="LiveId" clId="{BEBF720F-E34B-4E5A-9A0F-E29D0FE7B0FF}" dt="2025-08-04T20:13:51.259" v="1816" actId="47"/>
        <pc:sldMkLst>
          <pc:docMk/>
          <pc:sldMk cId="2085091797" sldId="271"/>
        </pc:sldMkLst>
      </pc:sldChg>
      <pc:sldChg chg="addSp modSp add mod">
        <pc:chgData name="Dunfrey Pires Aragão" userId="a7272183b7b4f9fa" providerId="LiveId" clId="{BEBF720F-E34B-4E5A-9A0F-E29D0FE7B0FF}" dt="2025-08-05T14:26:52.275" v="2327" actId="14100"/>
        <pc:sldMkLst>
          <pc:docMk/>
          <pc:sldMk cId="2301139209" sldId="271"/>
        </pc:sldMkLst>
      </pc:sldChg>
      <pc:sldChg chg="addSp modSp add mod">
        <pc:chgData name="Dunfrey Pires Aragão" userId="a7272183b7b4f9fa" providerId="LiveId" clId="{BEBF720F-E34B-4E5A-9A0F-E29D0FE7B0FF}" dt="2025-08-05T14:34:37.699" v="2566" actId="1076"/>
        <pc:sldMkLst>
          <pc:docMk/>
          <pc:sldMk cId="2693772875" sldId="272"/>
        </pc:sldMkLst>
        <pc:spChg chg="mod">
          <ac:chgData name="Dunfrey Pires Aragão" userId="a7272183b7b4f9fa" providerId="LiveId" clId="{BEBF720F-E34B-4E5A-9A0F-E29D0FE7B0FF}" dt="2025-08-05T14:27:50.354" v="2341" actId="20577"/>
          <ac:spMkLst>
            <pc:docMk/>
            <pc:sldMk cId="2693772875" sldId="272"/>
            <ac:spMk id="112" creationId="{BE948C0D-5CF7-1E55-F219-F6129DAB92D5}"/>
          </ac:spMkLst>
        </pc:spChg>
        <pc:picChg chg="mod">
          <ac:chgData name="Dunfrey Pires Aragão" userId="a7272183b7b4f9fa" providerId="LiveId" clId="{BEBF720F-E34B-4E5A-9A0F-E29D0FE7B0FF}" dt="2025-08-05T14:27:45.677" v="2330" actId="1076"/>
          <ac:picMkLst>
            <pc:docMk/>
            <pc:sldMk cId="2693772875" sldId="272"/>
            <ac:picMk id="110" creationId="{2874A6B9-94B0-057E-B30C-C9ADD914F5B7}"/>
          </ac:picMkLst>
        </pc:picChg>
        <pc:picChg chg="mod">
          <ac:chgData name="Dunfrey Pires Aragão" userId="a7272183b7b4f9fa" providerId="LiveId" clId="{BEBF720F-E34B-4E5A-9A0F-E29D0FE7B0FF}" dt="2025-08-05T14:27:46.082" v="2331" actId="1076"/>
          <ac:picMkLst>
            <pc:docMk/>
            <pc:sldMk cId="2693772875" sldId="272"/>
            <ac:picMk id="111" creationId="{5EBA16AA-4218-1A8E-6D6D-B0ED6BC05053}"/>
          </ac:picMkLst>
        </pc:picChg>
      </pc:sldChg>
      <pc:sldChg chg="addSp delSp modSp add mod">
        <pc:chgData name="Dunfrey Pires Aragão" userId="a7272183b7b4f9fa" providerId="LiveId" clId="{BEBF720F-E34B-4E5A-9A0F-E29D0FE7B0FF}" dt="2025-08-05T14:36:10.462" v="2616" actId="12"/>
        <pc:sldMkLst>
          <pc:docMk/>
          <pc:sldMk cId="872432489" sldId="273"/>
        </pc:sldMkLst>
      </pc:sldChg>
      <pc:sldChg chg="addSp modSp add mod">
        <pc:chgData name="Dunfrey Pires Aragão" userId="a7272183b7b4f9fa" providerId="LiveId" clId="{BEBF720F-E34B-4E5A-9A0F-E29D0FE7B0FF}" dt="2025-08-05T15:38:07.010" v="2930" actId="167"/>
        <pc:sldMkLst>
          <pc:docMk/>
          <pc:sldMk cId="2941323628" sldId="274"/>
        </pc:sldMkLst>
      </pc:sldChg>
      <pc:sldChg chg="delSp modSp add del mod">
        <pc:chgData name="Dunfrey Pires Aragão" userId="a7272183b7b4f9fa" providerId="LiveId" clId="{BEBF720F-E34B-4E5A-9A0F-E29D0FE7B0FF}" dt="2025-08-05T14:41:46.260" v="2730" actId="1076"/>
        <pc:sldMkLst>
          <pc:docMk/>
          <pc:sldMk cId="1906933139" sldId="275"/>
        </pc:sldMkLst>
      </pc:sldChg>
      <pc:sldChg chg="addSp modSp add mod ord">
        <pc:chgData name="Dunfrey Pires Aragão" userId="a7272183b7b4f9fa" providerId="LiveId" clId="{BEBF720F-E34B-4E5A-9A0F-E29D0FE7B0FF}" dt="2025-08-05T14:38:25.112" v="2687" actId="20577"/>
        <pc:sldMkLst>
          <pc:docMk/>
          <pc:sldMk cId="2610903633" sldId="276"/>
        </pc:sldMkLst>
      </pc:sldChg>
      <pc:sldChg chg="addSp modSp add mod">
        <pc:chgData name="Dunfrey Pires Aragão" userId="a7272183b7b4f9fa" providerId="LiveId" clId="{BEBF720F-E34B-4E5A-9A0F-E29D0FE7B0FF}" dt="2025-08-05T17:28:47.324" v="2997"/>
        <pc:sldMkLst>
          <pc:docMk/>
          <pc:sldMk cId="513384730" sldId="277"/>
        </pc:sldMkLst>
      </pc:sldChg>
      <pc:sldChg chg="new del">
        <pc:chgData name="Dunfrey Pires Aragão" userId="a7272183b7b4f9fa" providerId="LiveId" clId="{BEBF720F-E34B-4E5A-9A0F-E29D0FE7B0FF}" dt="2025-08-05T15:45:04.082" v="2932" actId="680"/>
        <pc:sldMkLst>
          <pc:docMk/>
          <pc:sldMk cId="3280849938" sldId="277"/>
        </pc:sldMkLst>
      </pc:sldChg>
      <pc:sldChg chg="addSp delSp modSp add mod">
        <pc:chgData name="Dunfrey Pires Aragão" userId="a7272183b7b4f9fa" providerId="LiveId" clId="{BEBF720F-E34B-4E5A-9A0F-E29D0FE7B0FF}" dt="2025-08-05T17:39:46.146" v="3023" actId="14100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BEBF720F-E34B-4E5A-9A0F-E29D0FE7B0FF}" dt="2025-08-05T17:42:55.307" v="3036" actId="1076"/>
        <pc:sldMkLst>
          <pc:docMk/>
          <pc:sldMk cId="4276310836" sldId="279"/>
        </pc:sldMkLst>
      </pc:sldChg>
      <pc:sldChg chg="addSp delSp modSp add mod">
        <pc:chgData name="Dunfrey Pires Aragão" userId="a7272183b7b4f9fa" providerId="LiveId" clId="{BEBF720F-E34B-4E5A-9A0F-E29D0FE7B0FF}" dt="2025-08-05T18:31:02.711" v="3137" actId="1076"/>
        <pc:sldMkLst>
          <pc:docMk/>
          <pc:sldMk cId="833210588" sldId="280"/>
        </pc:sldMkLst>
      </pc:sldChg>
      <pc:sldChg chg="new del">
        <pc:chgData name="Dunfrey Pires Aragão" userId="a7272183b7b4f9fa" providerId="LiveId" clId="{BEBF720F-E34B-4E5A-9A0F-E29D0FE7B0FF}" dt="2025-08-05T18:32:41.638" v="3140" actId="47"/>
        <pc:sldMkLst>
          <pc:docMk/>
          <pc:sldMk cId="3312444262" sldId="281"/>
        </pc:sldMkLst>
      </pc:sldChg>
      <pc:sldChg chg="addSp delSp modSp add mod">
        <pc:chgData name="Dunfrey Pires Aragão" userId="a7272183b7b4f9fa" providerId="LiveId" clId="{BEBF720F-E34B-4E5A-9A0F-E29D0FE7B0FF}" dt="2025-08-05T18:34:44.692" v="3157" actId="14100"/>
        <pc:sldMkLst>
          <pc:docMk/>
          <pc:sldMk cId="2037166137" sldId="282"/>
        </pc:sldMkLst>
      </pc:sldChg>
      <pc:sldChg chg="add del">
        <pc:chgData name="Dunfrey Pires Aragão" userId="a7272183b7b4f9fa" providerId="LiveId" clId="{BEBF720F-E34B-4E5A-9A0F-E29D0FE7B0FF}" dt="2025-08-05T18:32:54.693" v="3144"/>
        <pc:sldMkLst>
          <pc:docMk/>
          <pc:sldMk cId="224136690" sldId="283"/>
        </pc:sldMkLst>
      </pc:sldChg>
      <pc:sldMasterChg chg="delSldLayout">
        <pc:chgData name="Dunfrey Pires Aragão" userId="a7272183b7b4f9fa" providerId="LiveId" clId="{BEBF720F-E34B-4E5A-9A0F-E29D0FE7B0FF}" dt="2025-08-05T18:32:41.638" v="3140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BEBF720F-E34B-4E5A-9A0F-E29D0FE7B0FF}" dt="2025-08-02T19:52:11.856" v="1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unfrey Pires Aragão" userId="a7272183b7b4f9fa" providerId="LiveId" clId="{BEBF720F-E34B-4E5A-9A0F-E29D0FE7B0FF}" dt="2025-08-03T23:28:28.126" v="617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unfrey Pires Aragão" userId="a7272183b7b4f9fa" providerId="LiveId" clId="{BEBF720F-E34B-4E5A-9A0F-E29D0FE7B0FF}" dt="2025-08-04T20:13:51.259" v="1816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unfrey Pires Aragão" userId="a7272183b7b4f9fa" providerId="LiveId" clId="{BEBF720F-E34B-4E5A-9A0F-E29D0FE7B0FF}" dt="2025-08-05T18:32:41.638" v="3140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2B80903-0806-C53C-6CD9-BAE788CD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C372C9C-D609-32F9-39D5-61B2E4ECAF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8575873-FE7C-DEB7-5799-35796357A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9201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D9B4B3-7E80-A623-0406-18A36914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C1F7C58-6AA1-2D81-B988-CE0251C01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C1CC9A8-6FFE-305F-D9E5-2E9CE87DF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803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D6664AA-B797-49E3-EB1D-71AD8C560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57EEEE7-967C-92EC-BBDB-477002054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508F45A-5F7E-8103-7255-8D5E2F7278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5309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37B9BD6-9EBC-2A14-9BDA-DA01089F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392F485-2871-766F-D156-22272CE4BC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DA2C54E-C2DD-8925-F50C-3734ED9E00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777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F629F11-61F6-3A06-6646-7A643F28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FA61FE2-3353-57AC-17BF-52672BC28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2175AC2B-2313-206F-F9B3-AB70A088D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548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8562CCC-F6E6-2296-3D4F-BC65259D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FCD886B-09CE-9580-BCA5-D0877972F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E11BB19-32B8-CAAD-AF91-9A246B3EC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7621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170930E-8A3C-1C1A-7D8C-CBB3775E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AE4AA79-A073-851C-B134-2F35B0745A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B9DCF22-2787-49AB-BA29-E6C897F5D7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7906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184A7D-5497-0C0D-948E-7D71FCBEF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76F22DA-FCA6-14FC-D6A4-5E95159634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29D7521C-4FC5-774A-BCD1-DAA721444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2518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72F5088-1152-9639-4637-64D3391D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A45FDFA-66BE-7499-A83B-5AA5739F3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A6241F5-1CCD-EBD0-45C5-BF6E1405F3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2398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E4DAD76-F487-8930-6FC8-069C4D18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1446C01B-C1A8-BD19-B6DE-E72F1DDE9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FE20C6A-F4E7-BB2D-FAF0-E048958A0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5286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4127CB5-D441-0AAB-840E-A8D1BFCB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1641F7B-24C0-3D14-C78D-BE0DA7DE8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25EA3015-19CA-35CF-E5AB-A2ACD177A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9455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B165A19-D181-3522-0979-F1A64FB1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78D2418-BDEF-2883-F852-68C3AE2A6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8FF9AD29-1443-62B1-6286-0F78A826D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9668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CA3DFAD-0C70-3C0B-1009-AB85DB23B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91F61173-62CD-C10A-A26D-F9C34DBF4A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A4DC8113-D4FC-9F13-51F9-8094E04DF9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7844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5D9DD46-B213-2EF6-D0E3-FA758B5BA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36D1D07-01B7-D3E3-363E-7CD78BC3B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E6D66BA-74FA-AE33-E7B5-B573926D4C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8343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114BDF5-9533-0D46-12E9-5121FC774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8C30583-FB87-15ED-AC86-68372014A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AC2AE72-17B2-B191-A254-DB177640F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7016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0DC9366-3B10-7AD3-00A3-93F0614D7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98CEF4D4-F2FE-4138-20A9-1FAB7F69CD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F9E7AA16-DD47-9D8F-57AB-14BA619C0E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84731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7A32520-2202-198F-68C9-6D393ED1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BF86F44-BEDB-F674-AE05-786347D4A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AB07B14-9954-9DDA-8C1B-5D26A0779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4037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cssref/sel_element.php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w3schools.com/cssref/sel_all.php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cssref/sel_class.php" TargetMode="External"/><Relationship Id="rId5" Type="http://schemas.openxmlformats.org/officeDocument/2006/relationships/hyperlink" Target="https://www.w3schools.com/cssref/sel_id.php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w3schools.com/cssref/sel_element_comma.php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B73F816-643F-2A7A-D4A3-D1449D24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92DEE0B-0925-3411-46E7-B2B0BD2737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116CFEEE-9BE1-C416-2376-81AF38E015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DB580C7-CFA3-9B00-1968-1A364314B3A3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Estrutura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repeti</a:t>
            </a:r>
            <a:r>
              <a:rPr lang="en-US" sz="3300" b="1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ção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78FE5E-525F-430D-C356-14CC41278F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954" t="5705" r="20117" b="14693"/>
          <a:stretch>
            <a:fillRect/>
          </a:stretch>
        </p:blipFill>
        <p:spPr>
          <a:xfrm>
            <a:off x="9850273" y="1160060"/>
            <a:ext cx="4429868" cy="7178722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1146A096-EE88-448B-D611-59BB5A59D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52" y="2330206"/>
            <a:ext cx="863109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for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é usado quando você já sabe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quantas vezes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quer repetir algo. </a:t>
            </a:r>
            <a:endParaRPr lang="pt-BR" altLang="pt-BR" sz="2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sz="2000" dirty="0">
                <a:latin typeface="Montserrat" panose="00000500000000000000" pitchFamily="2" charset="0"/>
              </a:rPr>
              <a:t>Ele tem </a:t>
            </a:r>
            <a:r>
              <a:rPr lang="pt-BR" sz="2000" b="1" dirty="0">
                <a:latin typeface="Montserrat" panose="00000500000000000000" pitchFamily="2" charset="0"/>
              </a:rPr>
              <a:t>3 partes</a:t>
            </a:r>
            <a:r>
              <a:rPr lang="pt-BR" sz="2000" dirty="0">
                <a:latin typeface="Montserrat" panose="00000500000000000000" pitchFamily="2" charset="0"/>
              </a:rPr>
              <a:t>: inicialização, condição e incremento.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ex.: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F0502020204030204" pitchFamily="34" charset="0"/>
              </a:rPr>
              <a:t>for(var i = 0 ; i &lt;= 1000 ; i</a:t>
            </a:r>
            <a:r>
              <a:rPr lang="pt-BR" altLang="pt-BR" sz="2000" dirty="0">
                <a:solidFill>
                  <a:schemeClr val="tx1"/>
                </a:solidFill>
                <a:latin typeface="Aptos Black" panose="020F0502020204030204" pitchFamily="34" charset="0"/>
              </a:rPr>
              <a:t>++) { ... }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Black" panose="020F050202020403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3473F69-8078-6A16-78E9-76A070AA4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52" y="4599293"/>
            <a:ext cx="863109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repete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enquanto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a condição for verdadeira. Se a condição for falsa logo no início, o bloco nem é executado.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dirty="0">
                <a:solidFill>
                  <a:schemeClr val="tx1"/>
                </a:solidFill>
                <a:latin typeface="Montserrat" panose="00000500000000000000" pitchFamily="2" charset="0"/>
              </a:rPr>
              <a:t>ex.: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dirty="0">
                <a:solidFill>
                  <a:schemeClr val="tx1"/>
                </a:solidFill>
                <a:latin typeface="Aptos Black" panose="020B0004020202020204" pitchFamily="34" charset="0"/>
              </a:rPr>
              <a:t>var i = 1;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dirty="0" err="1">
                <a:solidFill>
                  <a:schemeClr val="tx1"/>
                </a:solidFill>
                <a:latin typeface="Aptos Black" panose="020B0004020202020204" pitchFamily="34" charset="0"/>
              </a:rPr>
              <a:t>while</a:t>
            </a:r>
            <a:r>
              <a:rPr lang="pt-BR" altLang="pt-BR" sz="2000" dirty="0">
                <a:solidFill>
                  <a:schemeClr val="tx1"/>
                </a:solidFill>
                <a:latin typeface="Aptos Black" panose="020B0004020202020204" pitchFamily="34" charset="0"/>
              </a:rPr>
              <a:t>(i &lt;= 1000) { ... }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Black" panose="020B00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6E25451-DAB0-2C32-8BB9-C574EA471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52" y="6946510"/>
            <a:ext cx="863109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do...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while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é parecido com o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, mas garante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pelo menos 1 execução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, mesmo que a condição seja falsa.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dirty="0">
                <a:solidFill>
                  <a:schemeClr val="tx1"/>
                </a:solidFill>
                <a:latin typeface="Montserrat" panose="00000500000000000000" pitchFamily="2" charset="0"/>
              </a:rPr>
              <a:t>ex.: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dirty="0">
                <a:solidFill>
                  <a:schemeClr val="tx1"/>
                </a:solidFill>
                <a:latin typeface="Aptos Black" panose="020B0004020202020204" pitchFamily="34" charset="0"/>
              </a:rPr>
              <a:t>var i = 1;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dirty="0">
                <a:solidFill>
                  <a:schemeClr val="tx1"/>
                </a:solidFill>
                <a:latin typeface="Aptos Black" panose="020B0004020202020204" pitchFamily="34" charset="0"/>
              </a:rPr>
              <a:t>do { ... }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sz="2000" dirty="0" err="1">
                <a:solidFill>
                  <a:schemeClr val="tx1"/>
                </a:solidFill>
                <a:latin typeface="Aptos Black" panose="020B0004020202020204" pitchFamily="34" charset="0"/>
              </a:rPr>
              <a:t>while</a:t>
            </a:r>
            <a:r>
              <a:rPr lang="pt-BR" altLang="pt-BR" sz="2000" dirty="0">
                <a:solidFill>
                  <a:schemeClr val="tx1"/>
                </a:solidFill>
                <a:latin typeface="Aptos Black" panose="020B0004020202020204" pitchFamily="34" charset="0"/>
              </a:rPr>
              <a:t>(i &lt;= 1000) 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Black" panose="020B0004020202020204" pitchFamily="34" charset="0"/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2DFED86D-995F-4829-80EA-A9FA6C5248AF}"/>
              </a:ext>
            </a:extLst>
          </p:cNvPr>
          <p:cNvCxnSpPr/>
          <p:nvPr/>
        </p:nvCxnSpPr>
        <p:spPr>
          <a:xfrm flipV="1">
            <a:off x="4640239" y="3261815"/>
            <a:ext cx="5732060" cy="81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49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88D422C-F617-B941-6C5C-FF3C78C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874A6B9-94B0-057E-B30C-C9ADD914F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EBA16AA-4218-1A8E-6D6D-B0ED6BC050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E948C0D-5CF7-1E55-F219-F6129DAB92D5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AFA6B6-31A9-38C5-4A6A-6E56C623DAEB}"/>
              </a:ext>
            </a:extLst>
          </p:cNvPr>
          <p:cNvSpPr txBox="1"/>
          <p:nvPr/>
        </p:nvSpPr>
        <p:spPr>
          <a:xfrm>
            <a:off x="1187356" y="2336236"/>
            <a:ext cx="130336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Pergunte</a:t>
            </a:r>
            <a:r>
              <a:rPr lang="en-US" sz="2800" dirty="0">
                <a:latin typeface="Montserrat" panose="00000500000000000000" pitchFamily="2" charset="0"/>
              </a:rPr>
              <a:t> o </a:t>
            </a:r>
            <a:r>
              <a:rPr lang="en-US" sz="2800" dirty="0" err="1">
                <a:latin typeface="Montserrat" panose="00000500000000000000" pitchFamily="2" charset="0"/>
              </a:rPr>
              <a:t>nome</a:t>
            </a:r>
            <a:r>
              <a:rPr lang="en-US" sz="2800" dirty="0">
                <a:latin typeface="Montserrat" panose="00000500000000000000" pitchFamily="2" charset="0"/>
              </a:rPr>
              <a:t> do </a:t>
            </a:r>
            <a:r>
              <a:rPr lang="en-US" sz="2800" dirty="0" err="1">
                <a:latin typeface="Montserrat" panose="00000500000000000000" pitchFamily="2" charset="0"/>
              </a:rPr>
              <a:t>usuário</a:t>
            </a:r>
            <a:r>
              <a:rPr lang="en-US" sz="2800" dirty="0">
                <a:latin typeface="Montserrat" panose="00000500000000000000" pitchFamily="2" charset="0"/>
              </a:rPr>
              <a:t> um </a:t>
            </a:r>
            <a:r>
              <a:rPr lang="en-US" sz="2800" dirty="0" err="1">
                <a:latin typeface="Montserrat" panose="00000500000000000000" pitchFamily="2" charset="0"/>
              </a:rPr>
              <a:t>número</a:t>
            </a:r>
            <a:r>
              <a:rPr lang="en-US" sz="2800" dirty="0">
                <a:latin typeface="Montserrat" panose="00000500000000000000" pitchFamily="2" charset="0"/>
              </a:rPr>
              <a:t> e </a:t>
            </a:r>
            <a:r>
              <a:rPr lang="en-US" sz="2800" dirty="0" err="1">
                <a:latin typeface="Montserrat" panose="00000500000000000000" pitchFamily="2" charset="0"/>
              </a:rPr>
              <a:t>mostre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todos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números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menores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ou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igual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número</a:t>
            </a:r>
            <a:r>
              <a:rPr lang="en-US" sz="2800" dirty="0">
                <a:latin typeface="Montserrat" panose="00000500000000000000" pitchFamily="2" charset="0"/>
              </a:rPr>
              <a:t> que </a:t>
            </a:r>
            <a:r>
              <a:rPr lang="en-US" sz="2800" dirty="0" err="1">
                <a:latin typeface="Montserrat" panose="00000500000000000000" pitchFamily="2" charset="0"/>
              </a:rPr>
              <a:t>são</a:t>
            </a:r>
            <a:r>
              <a:rPr lang="en-US" sz="2800" dirty="0">
                <a:latin typeface="Montserrat" panose="00000500000000000000" pitchFamily="2" charset="0"/>
              </a:rPr>
              <a:t> pares.</a:t>
            </a:r>
            <a:endParaRPr lang="pt-BR" sz="2800" dirty="0">
              <a:latin typeface="Montserrat" panose="00000500000000000000" pitchFamily="2" charset="0"/>
            </a:endParaRP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1907F9D0-5F07-50F8-1B0A-D95FE43A306E}"/>
              </a:ext>
            </a:extLst>
          </p:cNvPr>
          <p:cNvSpPr/>
          <p:nvPr/>
        </p:nvSpPr>
        <p:spPr>
          <a:xfrm>
            <a:off x="7627147" y="4993640"/>
            <a:ext cx="1130225" cy="1041117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57C0D4-4694-5444-69DC-778E3C3B7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867" y="4471152"/>
            <a:ext cx="6157060" cy="180206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93DD40A-BDD1-E1E1-1967-1A25C5A9AB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592" y="4277105"/>
            <a:ext cx="7757356" cy="269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72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50A9C9A-139D-79BE-1684-924D8BF1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9EFC97FB-145D-BDFB-2285-A5ACBE4318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D3EA1BC-386C-AAE8-96FE-A393AC824D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05EFE4F-298D-9BDF-950B-BE44BDF5D5F8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2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361EDC-B083-A1DC-742D-C8D3E0B21CA9}"/>
              </a:ext>
            </a:extLst>
          </p:cNvPr>
          <p:cNvSpPr txBox="1"/>
          <p:nvPr/>
        </p:nvSpPr>
        <p:spPr>
          <a:xfrm>
            <a:off x="1187356" y="2336236"/>
            <a:ext cx="130336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Peça</a:t>
            </a:r>
            <a:r>
              <a:rPr lang="en-US" sz="2800" dirty="0">
                <a:latin typeface="Montserrat" panose="00000500000000000000" pitchFamily="2" charset="0"/>
              </a:rPr>
              <a:t> para o </a:t>
            </a:r>
            <a:r>
              <a:rPr lang="en-US" sz="2800" dirty="0" err="1">
                <a:latin typeface="Montserrat" panose="00000500000000000000" pitchFamily="2" charset="0"/>
              </a:rPr>
              <a:t>usuário</a:t>
            </a:r>
            <a:r>
              <a:rPr lang="en-US" sz="2800" dirty="0">
                <a:latin typeface="Montserrat" panose="00000500000000000000" pitchFamily="2" charset="0"/>
              </a:rPr>
              <a:t> entre com um </a:t>
            </a:r>
            <a:r>
              <a:rPr lang="en-US" sz="2800" dirty="0" err="1">
                <a:latin typeface="Montserrat" panose="00000500000000000000" pitchFamily="2" charset="0"/>
              </a:rPr>
              <a:t>número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até</a:t>
            </a:r>
            <a:r>
              <a:rPr lang="en-US" sz="2800" dirty="0">
                <a:latin typeface="Montserrat" panose="00000500000000000000" pitchFamily="2" charset="0"/>
              </a:rPr>
              <a:t> que </a:t>
            </a:r>
            <a:r>
              <a:rPr lang="en-US" sz="2800" dirty="0" err="1">
                <a:latin typeface="Montserrat" panose="00000500000000000000" pitchFamily="2" charset="0"/>
              </a:rPr>
              <a:t>ele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digite</a:t>
            </a:r>
            <a:r>
              <a:rPr lang="en-US" sz="2800" dirty="0">
                <a:latin typeface="Montserrat" panose="00000500000000000000" pitchFamily="2" charset="0"/>
              </a:rPr>
              <a:t> um </a:t>
            </a:r>
            <a:r>
              <a:rPr lang="en-US" sz="2800" dirty="0" err="1">
                <a:latin typeface="Montserrat" panose="00000500000000000000" pitchFamily="2" charset="0"/>
              </a:rPr>
              <a:t>número</a:t>
            </a:r>
            <a:r>
              <a:rPr lang="en-US" sz="2800" dirty="0">
                <a:latin typeface="Montserrat" panose="00000500000000000000" pitchFamily="2" charset="0"/>
              </a:rPr>
              <a:t> negative </a:t>
            </a:r>
            <a:r>
              <a:rPr lang="en-US" sz="2800" dirty="0" err="1">
                <a:latin typeface="Montserrat" panose="00000500000000000000" pitchFamily="2" charset="0"/>
              </a:rPr>
              <a:t>ou</a:t>
            </a:r>
            <a:r>
              <a:rPr lang="en-US" sz="2800" dirty="0">
                <a:latin typeface="Montserrat" panose="00000500000000000000" pitchFamily="2" charset="0"/>
              </a:rPr>
              <a:t> zero. Ao final, </a:t>
            </a:r>
            <a:r>
              <a:rPr lang="en-US" sz="2800" dirty="0" err="1">
                <a:latin typeface="Montserrat" panose="00000500000000000000" pitchFamily="2" charset="0"/>
              </a:rPr>
              <a:t>mostre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quantos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números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foram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digitados</a:t>
            </a:r>
            <a:r>
              <a:rPr lang="en-US" sz="2800" dirty="0">
                <a:latin typeface="Montserrat" panose="00000500000000000000" pitchFamily="2" charset="0"/>
              </a:rPr>
              <a:t>, a soma dos </a:t>
            </a:r>
            <a:r>
              <a:rPr lang="en-US" sz="2800" dirty="0" err="1">
                <a:latin typeface="Montserrat" panose="00000500000000000000" pitchFamily="2" charset="0"/>
              </a:rPr>
              <a:t>valores</a:t>
            </a:r>
            <a:r>
              <a:rPr lang="en-US" sz="2800" dirty="0">
                <a:latin typeface="Montserrat" panose="00000500000000000000" pitchFamily="2" charset="0"/>
              </a:rPr>
              <a:t> e a </a:t>
            </a:r>
            <a:r>
              <a:rPr lang="en-US" sz="2800" dirty="0" err="1">
                <a:latin typeface="Montserrat" panose="00000500000000000000" pitchFamily="2" charset="0"/>
              </a:rPr>
              <a:t>média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  <a:endParaRPr lang="pt-BR" sz="2800" dirty="0">
              <a:latin typeface="Montserrat" panose="00000500000000000000" pitchFamily="2" charset="0"/>
            </a:endParaRP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4FBD0954-1311-F687-09D5-F18B39F0ACB0}"/>
              </a:ext>
            </a:extLst>
          </p:cNvPr>
          <p:cNvSpPr/>
          <p:nvPr/>
        </p:nvSpPr>
        <p:spPr>
          <a:xfrm>
            <a:off x="7627147" y="4993640"/>
            <a:ext cx="1130225" cy="1041117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5D1DFC-3B69-3245-E413-4E5366F96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1134" y="4156612"/>
            <a:ext cx="7529821" cy="307670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85E538B-A6B8-1FB5-7C14-54716E0C5C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356" y="5891905"/>
            <a:ext cx="5099057" cy="235596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382A88-D7E0-E672-42A0-1DD13D6923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2322" y="4141239"/>
            <a:ext cx="4213145" cy="118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1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F91DB8C-75ED-CCF6-97BC-43B5E374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026D889-C268-5846-9AA9-05A21D2E48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E1EAD4E-0BED-AC8A-D1EA-78449BA866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8A52F20-081A-AE71-0D01-F1F3353C2701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CSS - </a:t>
            </a:r>
            <a:r>
              <a:rPr lang="en-US" sz="3300" b="1" i="1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Cascading Style Sheets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C4AB22-E241-2B7D-57FE-24E680499288}"/>
              </a:ext>
            </a:extLst>
          </p:cNvPr>
          <p:cNvSpPr txBox="1"/>
          <p:nvPr/>
        </p:nvSpPr>
        <p:spPr>
          <a:xfrm>
            <a:off x="1187356" y="2336236"/>
            <a:ext cx="13715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Usado</a:t>
            </a:r>
            <a:r>
              <a:rPr lang="en-US" sz="2800" dirty="0">
                <a:latin typeface="Montserrat" panose="00000500000000000000" pitchFamily="2" charset="0"/>
              </a:rPr>
              <a:t> para definer </a:t>
            </a:r>
            <a:r>
              <a:rPr lang="en-US" sz="2800" dirty="0" err="1">
                <a:latin typeface="Montserrat" panose="00000500000000000000" pitchFamily="2" charset="0"/>
              </a:rPr>
              <a:t>estilos</a:t>
            </a:r>
            <a:r>
              <a:rPr lang="en-US" sz="2800" dirty="0">
                <a:latin typeface="Montserrat" panose="00000500000000000000" pitchFamily="2" charset="0"/>
              </a:rPr>
              <a:t> para </a:t>
            </a:r>
            <a:r>
              <a:rPr lang="en-US" sz="2800" dirty="0" err="1">
                <a:latin typeface="Montserrat" panose="00000500000000000000" pitchFamily="2" charset="0"/>
              </a:rPr>
              <a:t>sua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página</a:t>
            </a:r>
            <a:r>
              <a:rPr lang="en-US" sz="2800" dirty="0">
                <a:latin typeface="Montserrat" panose="00000500000000000000" pitchFamily="2" charset="0"/>
              </a:rPr>
              <a:t> web, </a:t>
            </a:r>
            <a:r>
              <a:rPr lang="en-US" sz="2800" dirty="0" err="1">
                <a:latin typeface="Montserrat" panose="00000500000000000000" pitchFamily="2" charset="0"/>
              </a:rPr>
              <a:t>incluindo</a:t>
            </a:r>
            <a:r>
              <a:rPr lang="en-US" sz="2800" dirty="0">
                <a:latin typeface="Montserrat" panose="00000500000000000000" pitchFamily="2" charset="0"/>
              </a:rPr>
              <a:t> design, layout e </a:t>
            </a:r>
            <a:r>
              <a:rPr lang="en-US" sz="2800" dirty="0" err="1">
                <a:latin typeface="Montserrat" panose="00000500000000000000" pitchFamily="2" charset="0"/>
              </a:rPr>
              <a:t>variações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amostrar</a:t>
            </a:r>
            <a:r>
              <a:rPr lang="en-US" sz="2800" dirty="0">
                <a:latin typeface="Montserrat" panose="00000500000000000000" pitchFamily="2" charset="0"/>
              </a:rPr>
              <a:t> a </a:t>
            </a:r>
            <a:r>
              <a:rPr lang="en-US" sz="2800" dirty="0" err="1">
                <a:latin typeface="Montserrat" panose="00000500000000000000" pitchFamily="2" charset="0"/>
              </a:rPr>
              <a:t>página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em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diferentes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equipamentos</a:t>
            </a:r>
            <a:r>
              <a:rPr lang="en-US" sz="2800" dirty="0">
                <a:latin typeface="Montserrat" panose="00000500000000000000" pitchFamily="2" charset="0"/>
              </a:rPr>
              <a:t> e </a:t>
            </a:r>
            <a:r>
              <a:rPr lang="en-US" sz="2800" dirty="0" err="1">
                <a:latin typeface="Montserrat" panose="00000500000000000000" pitchFamily="2" charset="0"/>
              </a:rPr>
              <a:t>tamanhos</a:t>
            </a:r>
            <a:r>
              <a:rPr lang="en-US" sz="2800" dirty="0">
                <a:latin typeface="Montserrat" panose="00000500000000000000" pitchFamily="2" charset="0"/>
              </a:rPr>
              <a:t> de </a:t>
            </a:r>
            <a:r>
              <a:rPr lang="en-US" sz="2800" dirty="0" err="1">
                <a:latin typeface="Montserrat" panose="00000500000000000000" pitchFamily="2" charset="0"/>
              </a:rPr>
              <a:t>telas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endParaRPr lang="en-US" sz="2800" dirty="0">
              <a:latin typeface="Montserrat" panose="00000500000000000000" pitchFamily="2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VAMOS A UM EXEMPLO</a:t>
            </a:r>
            <a:endParaRPr lang="pt-BR" sz="2800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FC5E1E4-A93A-DA12-FFD5-786235B3C5D8}"/>
              </a:ext>
            </a:extLst>
          </p:cNvPr>
          <p:cNvSpPr txBox="1"/>
          <p:nvPr/>
        </p:nvSpPr>
        <p:spPr>
          <a:xfrm>
            <a:off x="1187356" y="4775326"/>
            <a:ext cx="151616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HTML </a:t>
            </a:r>
            <a:r>
              <a:rPr lang="en-US" sz="2800" b="1" dirty="0">
                <a:latin typeface="Montserrat" panose="00000500000000000000" pitchFamily="2" charset="0"/>
              </a:rPr>
              <a:t>NUNCA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teve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intenção</a:t>
            </a:r>
            <a:r>
              <a:rPr lang="en-US" sz="2800" dirty="0">
                <a:latin typeface="Montserrat" panose="00000500000000000000" pitchFamily="2" charset="0"/>
              </a:rPr>
              <a:t> de </a:t>
            </a:r>
            <a:r>
              <a:rPr lang="en-US" sz="2800" dirty="0" err="1">
                <a:latin typeface="Montserrat" panose="00000500000000000000" pitchFamily="2" charset="0"/>
              </a:rPr>
              <a:t>conter</a:t>
            </a:r>
            <a:r>
              <a:rPr lang="en-US" sz="2800" dirty="0">
                <a:latin typeface="Montserrat" panose="00000500000000000000" pitchFamily="2" charset="0"/>
              </a:rPr>
              <a:t> tags para </a:t>
            </a:r>
            <a:r>
              <a:rPr lang="en-US" sz="2800" dirty="0" err="1">
                <a:latin typeface="Montserrat" panose="00000500000000000000" pitchFamily="2" charset="0"/>
              </a:rPr>
              <a:t>formatar</a:t>
            </a:r>
            <a:r>
              <a:rPr lang="en-US" sz="2800" dirty="0">
                <a:latin typeface="Montserrat" panose="00000500000000000000" pitchFamily="2" charset="0"/>
              </a:rPr>
              <a:t> a </a:t>
            </a:r>
            <a:r>
              <a:rPr lang="en-US" sz="2800" dirty="0" err="1">
                <a:latin typeface="Montserrat" panose="00000500000000000000" pitchFamily="2" charset="0"/>
              </a:rPr>
              <a:t>página</a:t>
            </a:r>
            <a:r>
              <a:rPr lang="en-US" sz="2800" dirty="0">
                <a:latin typeface="Montserrat" panose="00000500000000000000" pitchFamily="2" charset="0"/>
              </a:rPr>
              <a:t>. </a:t>
            </a:r>
          </a:p>
          <a:p>
            <a:r>
              <a:rPr lang="en-US" sz="2800" dirty="0">
                <a:latin typeface="Montserrat" panose="00000500000000000000" pitchFamily="2" charset="0"/>
              </a:rPr>
              <a:t>HTML </a:t>
            </a:r>
            <a:r>
              <a:rPr lang="en-US" sz="2800" dirty="0" err="1">
                <a:latin typeface="Montserrat" panose="00000500000000000000" pitchFamily="2" charset="0"/>
              </a:rPr>
              <a:t>foi</a:t>
            </a:r>
            <a:r>
              <a:rPr lang="en-US" sz="2800" dirty="0">
                <a:latin typeface="Montserrat" panose="00000500000000000000" pitchFamily="2" charset="0"/>
              </a:rPr>
              <a:t> Criado para </a:t>
            </a:r>
            <a:r>
              <a:rPr lang="en-US" sz="2800" b="1" dirty="0">
                <a:latin typeface="Montserrat" panose="00000500000000000000" pitchFamily="2" charset="0"/>
              </a:rPr>
              <a:t>DESCREVER O CONTEÚDO</a:t>
            </a:r>
            <a:r>
              <a:rPr lang="en-US" sz="2800" dirty="0">
                <a:latin typeface="Montserrat" panose="00000500000000000000" pitchFamily="2" charset="0"/>
              </a:rPr>
              <a:t> da </a:t>
            </a:r>
            <a:r>
              <a:rPr lang="en-US" sz="2800" dirty="0" err="1">
                <a:latin typeface="Montserrat" panose="00000500000000000000" pitchFamily="2" charset="0"/>
              </a:rPr>
              <a:t>página</a:t>
            </a:r>
            <a:r>
              <a:rPr lang="en-US" sz="2800" dirty="0">
                <a:latin typeface="Montserrat" panose="00000500000000000000" pitchFamily="2" charset="0"/>
              </a:rPr>
              <a:t> web. </a:t>
            </a:r>
          </a:p>
          <a:p>
            <a:endParaRPr lang="en-US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&lt;h1&gt;Meu primeiro exemplo CSS&lt;/h1&gt;</a:t>
            </a:r>
          </a:p>
          <a:p>
            <a:r>
              <a:rPr lang="pt-BR" sz="2800" dirty="0">
                <a:latin typeface="Montserrat" panose="00000500000000000000" pitchFamily="2" charset="0"/>
              </a:rPr>
              <a:t>&lt;p&gt;Paragrafo é escrito aqui.&lt;/p&gt;</a:t>
            </a:r>
          </a:p>
          <a:p>
            <a:endParaRPr lang="en-US" sz="2800" dirty="0">
              <a:latin typeface="Montserrat" panose="00000500000000000000" pitchFamily="2" charset="0"/>
            </a:endParaRPr>
          </a:p>
          <a:p>
            <a:r>
              <a:rPr lang="en-US" sz="2800" dirty="0">
                <a:latin typeface="Montserrat" panose="00000500000000000000" pitchFamily="2" charset="0"/>
              </a:rPr>
              <a:t>Tags </a:t>
            </a:r>
            <a:r>
              <a:rPr lang="en-US" sz="2800" dirty="0" err="1">
                <a:latin typeface="Montserrat" panose="00000500000000000000" pitchFamily="2" charset="0"/>
              </a:rPr>
              <a:t>como</a:t>
            </a:r>
            <a:r>
              <a:rPr lang="en-US" sz="2800" dirty="0">
                <a:latin typeface="Montserrat" panose="00000500000000000000" pitchFamily="2" charset="0"/>
              </a:rPr>
              <a:t> &lt;font&gt;, e  </a:t>
            </a:r>
            <a:r>
              <a:rPr lang="en-US" sz="2800" dirty="0" err="1">
                <a:latin typeface="Montserrat" panose="00000500000000000000" pitchFamily="2" charset="0"/>
              </a:rPr>
              <a:t>atributos</a:t>
            </a:r>
            <a:r>
              <a:rPr lang="en-US" sz="2800" dirty="0">
                <a:latin typeface="Montserrat" panose="00000500000000000000" pitchFamily="2" charset="0"/>
              </a:rPr>
              <a:t> de cores </a:t>
            </a:r>
            <a:r>
              <a:rPr lang="en-US" sz="2800" dirty="0" err="1">
                <a:latin typeface="Montserrat" panose="00000500000000000000" pitchFamily="2" charset="0"/>
              </a:rPr>
              <a:t>foram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adicionados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especificação</a:t>
            </a:r>
            <a:r>
              <a:rPr lang="en-US" sz="2800" dirty="0">
                <a:latin typeface="Montserrat" panose="00000500000000000000" pitchFamily="2" charset="0"/>
              </a:rPr>
              <a:t> HTML 3.2, e </a:t>
            </a:r>
            <a:r>
              <a:rPr lang="en-US" sz="2800" dirty="0" err="1">
                <a:latin typeface="Montserrat" panose="00000500000000000000" pitchFamily="2" charset="0"/>
              </a:rPr>
              <a:t>foi</a:t>
            </a:r>
            <a:r>
              <a:rPr lang="en-US" sz="2800" dirty="0">
                <a:latin typeface="Montserrat" panose="00000500000000000000" pitchFamily="2" charset="0"/>
              </a:rPr>
              <a:t> um </a:t>
            </a:r>
            <a:r>
              <a:rPr lang="en-US" sz="2800" dirty="0" err="1">
                <a:latin typeface="Montserrat" panose="00000500000000000000" pitchFamily="2" charset="0"/>
              </a:rPr>
              <a:t>pesadelo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desenvolvedores</a:t>
            </a:r>
            <a:r>
              <a:rPr lang="en-US" sz="2800" dirty="0">
                <a:latin typeface="Montserrat" panose="00000500000000000000" pitchFamily="2" charset="0"/>
              </a:rPr>
              <a:t>. </a:t>
            </a:r>
            <a:r>
              <a:rPr lang="en-US" sz="2800" dirty="0" err="1">
                <a:latin typeface="Montserrat" panose="00000500000000000000" pitchFamily="2" charset="0"/>
              </a:rPr>
              <a:t>Informações</a:t>
            </a:r>
            <a:r>
              <a:rPr lang="en-US" sz="2800" dirty="0">
                <a:latin typeface="Montserrat" panose="00000500000000000000" pitchFamily="2" charset="0"/>
              </a:rPr>
              <a:t> de </a:t>
            </a:r>
            <a:r>
              <a:rPr lang="en-US" sz="2800" dirty="0" err="1">
                <a:latin typeface="Montserrat" panose="00000500000000000000" pitchFamily="2" charset="0"/>
              </a:rPr>
              <a:t>fontes</a:t>
            </a:r>
            <a:r>
              <a:rPr lang="en-US" sz="2800" dirty="0">
                <a:latin typeface="Montserrat" panose="00000500000000000000" pitchFamily="2" charset="0"/>
              </a:rPr>
              <a:t> e cores </a:t>
            </a:r>
            <a:r>
              <a:rPr lang="en-US" sz="2800" dirty="0" err="1">
                <a:latin typeface="Montserrat" panose="00000500000000000000" pitchFamily="2" charset="0"/>
              </a:rPr>
              <a:t>foi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adicionada</a:t>
            </a:r>
            <a:r>
              <a:rPr lang="en-US" sz="2800" dirty="0">
                <a:latin typeface="Montserrat" panose="00000500000000000000" pitchFamily="2" charset="0"/>
              </a:rPr>
              <a:t> a </a:t>
            </a:r>
            <a:r>
              <a:rPr lang="en-US" sz="2800" dirty="0" err="1">
                <a:latin typeface="Montserrat" panose="00000500000000000000" pitchFamily="2" charset="0"/>
              </a:rPr>
              <a:t>todas</a:t>
            </a:r>
            <a:r>
              <a:rPr lang="en-US" sz="2800" dirty="0">
                <a:latin typeface="Montserrat" panose="00000500000000000000" pitchFamily="2" charset="0"/>
              </a:rPr>
              <a:t> as </a:t>
            </a:r>
            <a:r>
              <a:rPr lang="en-US" sz="2800" dirty="0" err="1">
                <a:latin typeface="Montserrat" panose="00000500000000000000" pitchFamily="2" charset="0"/>
              </a:rPr>
              <a:t>páginas</a:t>
            </a:r>
            <a:r>
              <a:rPr lang="en-US" sz="2800" dirty="0">
                <a:latin typeface="Montserrat" panose="00000500000000000000" pitchFamily="2" charset="0"/>
              </a:rPr>
              <a:t> e se </a:t>
            </a:r>
            <a:r>
              <a:rPr lang="en-US" sz="2800" dirty="0" err="1">
                <a:latin typeface="Montserrat" panose="00000500000000000000" pitchFamily="2" charset="0"/>
              </a:rPr>
              <a:t>tornou</a:t>
            </a:r>
            <a:r>
              <a:rPr lang="en-US" sz="2800" dirty="0">
                <a:latin typeface="Montserrat" panose="00000500000000000000" pitchFamily="2" charset="0"/>
              </a:rPr>
              <a:t> um </a:t>
            </a:r>
            <a:r>
              <a:rPr lang="en-US" sz="2800" dirty="0" err="1">
                <a:latin typeface="Montserrat" panose="00000500000000000000" pitchFamily="2" charset="0"/>
              </a:rPr>
              <a:t>processo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longo</a:t>
            </a:r>
            <a:r>
              <a:rPr lang="en-US" sz="2800" dirty="0">
                <a:latin typeface="Montserrat" panose="00000500000000000000" pitchFamily="2" charset="0"/>
              </a:rPr>
              <a:t> e </a:t>
            </a:r>
            <a:r>
              <a:rPr lang="en-US" sz="2800" dirty="0" err="1">
                <a:latin typeface="Montserrat" panose="00000500000000000000" pitchFamily="2" charset="0"/>
              </a:rPr>
              <a:t>custoso</a:t>
            </a:r>
            <a:r>
              <a:rPr lang="en-US" sz="2800" dirty="0">
                <a:latin typeface="Montserrat" panose="00000500000000000000" pitchFamily="2" charset="0"/>
              </a:rPr>
              <a:t> para tartar.</a:t>
            </a:r>
          </a:p>
          <a:p>
            <a:endParaRPr lang="pt-BR" sz="2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362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67BDE79-7789-7B49-34EF-C7E15E65A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7CC29A3D-9506-4E16-1AF3-7BEDC39A97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60EE97C0-6BD7-2307-632B-7A0C15EA69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6155B47-D133-09F4-BB2C-FD0E208425F9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CSS - </a:t>
            </a:r>
            <a:r>
              <a:rPr lang="en-US" sz="3300" b="1" i="1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Cascading Style Sheets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0C2122-06A2-B739-0925-D884C9FBDB68}"/>
              </a:ext>
            </a:extLst>
          </p:cNvPr>
          <p:cNvSpPr txBox="1"/>
          <p:nvPr/>
        </p:nvSpPr>
        <p:spPr>
          <a:xfrm>
            <a:off x="1187356" y="2336236"/>
            <a:ext cx="1371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As </a:t>
            </a:r>
            <a:r>
              <a:rPr lang="en-US" sz="2800" dirty="0" err="1">
                <a:latin typeface="Montserrat" panose="00000500000000000000" pitchFamily="2" charset="0"/>
              </a:rPr>
              <a:t>regras</a:t>
            </a:r>
            <a:r>
              <a:rPr lang="en-US" sz="2800" dirty="0">
                <a:latin typeface="Montserrat" panose="00000500000000000000" pitchFamily="2" charset="0"/>
              </a:rPr>
              <a:t> do CSS </a:t>
            </a:r>
            <a:r>
              <a:rPr lang="en-US" sz="2800" dirty="0" err="1">
                <a:latin typeface="Montserrat" panose="00000500000000000000" pitchFamily="2" charset="0"/>
              </a:rPr>
              <a:t>consistem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em</a:t>
            </a:r>
            <a:r>
              <a:rPr lang="en-US" sz="2800" dirty="0">
                <a:latin typeface="Montserrat" panose="00000500000000000000" pitchFamily="2" charset="0"/>
              </a:rPr>
              <a:t> um selector e </a:t>
            </a:r>
            <a:r>
              <a:rPr lang="en-US" sz="2800" dirty="0" err="1">
                <a:latin typeface="Montserrat" panose="00000500000000000000" pitchFamily="2" charset="0"/>
              </a:rPr>
              <a:t>uma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declaração</a:t>
            </a:r>
            <a:r>
              <a:rPr lang="en-US" sz="2800" dirty="0">
                <a:latin typeface="Montserrat" panose="00000500000000000000" pitchFamily="2" charset="0"/>
              </a:rPr>
              <a:t> de </a:t>
            </a:r>
            <a:r>
              <a:rPr lang="en-US" sz="2800" dirty="0" err="1">
                <a:latin typeface="Montserrat" panose="00000500000000000000" pitchFamily="2" charset="0"/>
              </a:rPr>
              <a:t>bloco</a:t>
            </a:r>
            <a:endParaRPr lang="pt-BR" sz="2800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5766399-A7F6-4AF4-4A05-5953DFBFC989}"/>
              </a:ext>
            </a:extLst>
          </p:cNvPr>
          <p:cNvSpPr txBox="1"/>
          <p:nvPr/>
        </p:nvSpPr>
        <p:spPr>
          <a:xfrm>
            <a:off x="11056482" y="2875609"/>
            <a:ext cx="40806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p {</a:t>
            </a:r>
          </a:p>
          <a:p>
            <a:r>
              <a:rPr lang="en-US" sz="2800" dirty="0">
                <a:latin typeface="Montserrat" panose="00000500000000000000" pitchFamily="2" charset="0"/>
              </a:rPr>
              <a:t>  color: red;</a:t>
            </a:r>
          </a:p>
          <a:p>
            <a:r>
              <a:rPr lang="en-US" sz="2800" dirty="0">
                <a:latin typeface="Montserrat" panose="00000500000000000000" pitchFamily="2" charset="0"/>
              </a:rPr>
              <a:t>  text-align: center;</a:t>
            </a:r>
          </a:p>
          <a:p>
            <a:r>
              <a:rPr lang="en-US" sz="2800" dirty="0">
                <a:latin typeface="Montserrat" panose="00000500000000000000" pitchFamily="2" charset="0"/>
              </a:rPr>
              <a:t>} </a:t>
            </a:r>
            <a:endParaRPr lang="pt-BR" sz="2800" dirty="0">
              <a:latin typeface="Montserrat" panose="00000500000000000000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6E3113-5E87-35ED-C6BF-62210EB9B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362" y="3128050"/>
            <a:ext cx="7813289" cy="16789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A6D0E4A-1943-2F6B-381C-F1A3C9F1AA57}"/>
              </a:ext>
            </a:extLst>
          </p:cNvPr>
          <p:cNvSpPr txBox="1"/>
          <p:nvPr/>
        </p:nvSpPr>
        <p:spPr>
          <a:xfrm>
            <a:off x="1187356" y="5488390"/>
            <a:ext cx="13715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Se </a:t>
            </a:r>
            <a:r>
              <a:rPr lang="en-US" sz="2800" dirty="0" err="1">
                <a:latin typeface="Montserrat" panose="00000500000000000000" pitchFamily="2" charset="0"/>
              </a:rPr>
              <a:t>vamos</a:t>
            </a:r>
            <a:r>
              <a:rPr lang="en-US" sz="2800" dirty="0">
                <a:latin typeface="Montserrat" panose="00000500000000000000" pitchFamily="2" charset="0"/>
              </a:rPr>
              <a:t> usar um ID </a:t>
            </a:r>
            <a:r>
              <a:rPr lang="en-US" sz="2800" dirty="0" err="1">
                <a:latin typeface="Montserrat" panose="00000500000000000000" pitchFamily="2" charset="0"/>
              </a:rPr>
              <a:t>especifico</a:t>
            </a:r>
            <a:r>
              <a:rPr lang="en-US" sz="2800" dirty="0">
                <a:latin typeface="Montserrat" panose="00000500000000000000" pitchFamily="2" charset="0"/>
              </a:rPr>
              <a:t> para um selector </a:t>
            </a:r>
            <a:r>
              <a:rPr lang="en-US" sz="2800" dirty="0" err="1">
                <a:latin typeface="Montserrat" panose="00000500000000000000" pitchFamily="2" charset="0"/>
              </a:rPr>
              <a:t>especifico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devemos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então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identificar</a:t>
            </a:r>
            <a:r>
              <a:rPr lang="en-US" sz="2800" dirty="0">
                <a:latin typeface="Montserrat" panose="00000500000000000000" pitchFamily="2" charset="0"/>
              </a:rPr>
              <a:t> com #id</a:t>
            </a:r>
            <a:endParaRPr lang="pt-BR" sz="2800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F1BA18-4C77-5B5A-DDAC-ADAA75167639}"/>
              </a:ext>
            </a:extLst>
          </p:cNvPr>
          <p:cNvSpPr txBox="1"/>
          <p:nvPr/>
        </p:nvSpPr>
        <p:spPr>
          <a:xfrm>
            <a:off x="8147713" y="6188279"/>
            <a:ext cx="92395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#para1 </a:t>
            </a:r>
            <a:r>
              <a:rPr lang="es-ES" sz="2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s-ES" sz="2400" b="0" i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s-ES" sz="2400" b="0" i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text-align</a:t>
            </a:r>
            <a:r>
              <a:rPr lang="es-ES" sz="2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2400" b="0" i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center</a:t>
            </a:r>
            <a:r>
              <a:rPr lang="es-ES" sz="2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s-ES" sz="2400" b="0" i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s-ES" sz="2400" b="0" i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es-ES" sz="2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2400" b="0" i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s-ES" sz="2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s-ES" sz="2400" b="0" i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s-ES" sz="2400" b="0" i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38D001-BAB7-84DC-45C1-21BC8FED9825}"/>
              </a:ext>
            </a:extLst>
          </p:cNvPr>
          <p:cNvSpPr txBox="1"/>
          <p:nvPr/>
        </p:nvSpPr>
        <p:spPr>
          <a:xfrm>
            <a:off x="1852362" y="6838608"/>
            <a:ext cx="9239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&lt;p id="para1"&gt;</a:t>
            </a:r>
            <a:r>
              <a:rPr lang="pt-BR" sz="2800" dirty="0" err="1"/>
              <a:t>Hello</a:t>
            </a:r>
            <a:r>
              <a:rPr lang="pt-BR" sz="2800" dirty="0"/>
              <a:t> World!&lt;/p&gt;</a:t>
            </a:r>
          </a:p>
        </p:txBody>
      </p:sp>
    </p:spTree>
    <p:extLst>
      <p:ext uri="{BB962C8B-B14F-4D97-AF65-F5344CB8AC3E}">
        <p14:creationId xmlns:p14="http://schemas.microsoft.com/office/powerpoint/2010/main" val="1742874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2E851E5-76FA-B376-D183-FA2BCF71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6633CBE-AB8A-FF48-CF06-912667ECF9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B6EC5E1-C33D-794E-575E-F276719843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6F50FB04-B44F-919B-2E4C-8473A6E2A7CA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3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44C461-2F0A-D21F-E2D0-D59E603DD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774" y="2688002"/>
            <a:ext cx="13389360" cy="442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1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46AC2F9-6794-AFEC-FCE2-328BCF04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B6F9F357-998F-67F8-DFB0-C50C282DE9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C4251CF-DBBC-7D25-8018-DD41C5F5F46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58ADDEAE-DB1A-4272-6AD0-6B4D8A44A632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CSS - </a:t>
            </a:r>
            <a:r>
              <a:rPr lang="en-US" sz="3300" b="1" i="1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Cascading Style Sheets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E0C0FF-69F2-897E-FF1C-7F1779E6B770}"/>
              </a:ext>
            </a:extLst>
          </p:cNvPr>
          <p:cNvSpPr txBox="1"/>
          <p:nvPr/>
        </p:nvSpPr>
        <p:spPr>
          <a:xfrm>
            <a:off x="1187356" y="2336236"/>
            <a:ext cx="1371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Para </a:t>
            </a:r>
            <a:r>
              <a:rPr lang="en-US" sz="2800" dirty="0" err="1">
                <a:latin typeface="Montserrat" panose="00000500000000000000" pitchFamily="2" charset="0"/>
              </a:rPr>
              <a:t>uso</a:t>
            </a:r>
            <a:r>
              <a:rPr lang="en-US" sz="2800" dirty="0">
                <a:latin typeface="Montserrat" panose="00000500000000000000" pitchFamily="2" charset="0"/>
              </a:rPr>
              <a:t> de </a:t>
            </a:r>
            <a:r>
              <a:rPr lang="en-US" sz="2800" dirty="0" err="1">
                <a:latin typeface="Montserrat" panose="00000500000000000000" pitchFamily="2" charset="0"/>
              </a:rPr>
              <a:t>uma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classe</a:t>
            </a:r>
            <a:r>
              <a:rPr lang="en-US" sz="2800" dirty="0">
                <a:latin typeface="Montserrat" panose="00000500000000000000" pitchFamily="2" charset="0"/>
              </a:rPr>
              <a:t> no qual o selector </a:t>
            </a:r>
            <a:r>
              <a:rPr lang="en-US" sz="2800" dirty="0" err="1">
                <a:latin typeface="Montserrat" panose="00000500000000000000" pitchFamily="2" charset="0"/>
              </a:rPr>
              <a:t>pode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fazer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parte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usamos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>
                <a:latin typeface="Montserrat" panose="00000500000000000000" pitchFamily="2" charset="0"/>
              </a:rPr>
              <a:t>.Classe</a:t>
            </a:r>
            <a:endParaRPr lang="pt-BR" sz="2800" b="1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B18C35A-BBEA-9D78-D0CC-488C54233105}"/>
              </a:ext>
            </a:extLst>
          </p:cNvPr>
          <p:cNvSpPr txBox="1"/>
          <p:nvPr/>
        </p:nvSpPr>
        <p:spPr>
          <a:xfrm>
            <a:off x="10304060" y="3210506"/>
            <a:ext cx="42990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.center 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4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center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E77E401-3D9F-2002-9AC6-564046912580}"/>
              </a:ext>
            </a:extLst>
          </p:cNvPr>
          <p:cNvSpPr txBox="1"/>
          <p:nvPr/>
        </p:nvSpPr>
        <p:spPr>
          <a:xfrm>
            <a:off x="2169994" y="3128050"/>
            <a:ext cx="1018123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&lt;head&gt;</a:t>
            </a:r>
          </a:p>
          <a:p>
            <a:pPr lvl="1"/>
            <a:r>
              <a:rPr lang="en-US" sz="2400" dirty="0"/>
              <a:t>	&lt;style&gt;</a:t>
            </a:r>
          </a:p>
          <a:p>
            <a:pPr lvl="1"/>
            <a:r>
              <a:rPr lang="en-US" sz="2400" dirty="0"/>
              <a:t>		</a:t>
            </a:r>
            <a:r>
              <a:rPr lang="en-US" sz="2400" b="1" dirty="0">
                <a:solidFill>
                  <a:srgbClr val="FF0000"/>
                </a:solidFill>
              </a:rPr>
              <a:t>.center {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 		 text-align: center;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 		 color: red;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		}</a:t>
            </a:r>
          </a:p>
          <a:p>
            <a:pPr lvl="1"/>
            <a:r>
              <a:rPr lang="en-US" sz="2400" dirty="0"/>
              <a:t>	&lt;/style&gt;</a:t>
            </a:r>
          </a:p>
          <a:p>
            <a:pPr lvl="1"/>
            <a:r>
              <a:rPr lang="en-US" sz="2400" dirty="0"/>
              <a:t>&lt;/head&gt;</a:t>
            </a:r>
          </a:p>
          <a:p>
            <a:r>
              <a:rPr lang="en-US" sz="2400" dirty="0"/>
              <a:t>&lt;body&gt;</a:t>
            </a:r>
          </a:p>
          <a:p>
            <a:endParaRPr lang="en-US" sz="2400" dirty="0"/>
          </a:p>
          <a:p>
            <a:r>
              <a:rPr lang="en-US" sz="2400" dirty="0"/>
              <a:t>&lt;h1 class="center"&gt;Vermelho e </a:t>
            </a:r>
            <a:r>
              <a:rPr lang="en-US" sz="2400" dirty="0" err="1"/>
              <a:t>alinhado</a:t>
            </a:r>
            <a:r>
              <a:rPr lang="en-US" sz="2400" dirty="0"/>
              <a:t> no </a:t>
            </a:r>
            <a:r>
              <a:rPr lang="en-US" sz="2400" dirty="0" err="1"/>
              <a:t>centro</a:t>
            </a:r>
            <a:r>
              <a:rPr lang="en-US" sz="2400" dirty="0"/>
              <a:t>&lt;/h1&gt;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8986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178C582-C24F-D7B2-D251-687B4123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B038C720-A0F7-18E0-9035-19F48F14B6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5BF5449-AB2D-BA0B-502C-D2D2E17C3E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F37BA50-3D79-A3B0-5E44-B60757FCFDD1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CSS - </a:t>
            </a:r>
            <a:r>
              <a:rPr lang="en-US" sz="3300" b="1" i="1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Cascading Style Sheets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B4AD243-06BB-A579-7FD7-0ADC430EB399}"/>
              </a:ext>
            </a:extLst>
          </p:cNvPr>
          <p:cNvSpPr txBox="1"/>
          <p:nvPr/>
        </p:nvSpPr>
        <p:spPr>
          <a:xfrm>
            <a:off x="1187356" y="2336236"/>
            <a:ext cx="1371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Para </a:t>
            </a:r>
            <a:r>
              <a:rPr lang="en-US" sz="2800" dirty="0" err="1">
                <a:latin typeface="Montserrat" panose="00000500000000000000" pitchFamily="2" charset="0"/>
              </a:rPr>
              <a:t>uso</a:t>
            </a:r>
            <a:r>
              <a:rPr lang="en-US" sz="2800" dirty="0">
                <a:latin typeface="Montserrat" panose="00000500000000000000" pitchFamily="2" charset="0"/>
              </a:rPr>
              <a:t> de </a:t>
            </a:r>
            <a:r>
              <a:rPr lang="en-US" sz="2800" dirty="0" err="1">
                <a:latin typeface="Montserrat" panose="00000500000000000000" pitchFamily="2" charset="0"/>
              </a:rPr>
              <a:t>uma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classe</a:t>
            </a:r>
            <a:r>
              <a:rPr lang="en-US" sz="2800" dirty="0">
                <a:latin typeface="Montserrat" panose="00000500000000000000" pitchFamily="2" charset="0"/>
              </a:rPr>
              <a:t> no qual o selector </a:t>
            </a:r>
            <a:r>
              <a:rPr lang="en-US" sz="2800" dirty="0" err="1">
                <a:latin typeface="Montserrat" panose="00000500000000000000" pitchFamily="2" charset="0"/>
              </a:rPr>
              <a:t>pode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fazer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parte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usamos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>
                <a:latin typeface="Montserrat" panose="00000500000000000000" pitchFamily="2" charset="0"/>
              </a:rPr>
              <a:t>.Classe</a:t>
            </a:r>
            <a:endParaRPr lang="pt-BR" sz="2800" b="1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2E4203-29D7-E91E-00D6-53BDFFB09EC4}"/>
              </a:ext>
            </a:extLst>
          </p:cNvPr>
          <p:cNvSpPr txBox="1"/>
          <p:nvPr/>
        </p:nvSpPr>
        <p:spPr>
          <a:xfrm>
            <a:off x="10481481" y="4218738"/>
            <a:ext cx="42990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p.center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400" b="0" i="0" dirty="0" err="1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center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4C13BFE-EF28-2B32-80F8-A174EB9A9C3D}"/>
              </a:ext>
            </a:extLst>
          </p:cNvPr>
          <p:cNvSpPr txBox="1"/>
          <p:nvPr/>
        </p:nvSpPr>
        <p:spPr>
          <a:xfrm>
            <a:off x="1064525" y="3087732"/>
            <a:ext cx="1074078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&lt;!DOCTYPE html&gt;</a:t>
            </a:r>
          </a:p>
          <a:p>
            <a:r>
              <a:rPr lang="en-US" sz="2000" dirty="0"/>
              <a:t>&lt;html&gt;</a:t>
            </a:r>
          </a:p>
          <a:p>
            <a:r>
              <a:rPr lang="en-US" sz="2000" dirty="0"/>
              <a:t>&lt;head&gt;</a:t>
            </a:r>
          </a:p>
          <a:p>
            <a:r>
              <a:rPr lang="en-US" sz="2000" dirty="0"/>
              <a:t>&lt;style&gt;</a:t>
            </a:r>
          </a:p>
          <a:p>
            <a:r>
              <a:rPr lang="en-US" sz="2000" b="1" dirty="0" err="1">
                <a:solidFill>
                  <a:srgbClr val="FF0000"/>
                </a:solidFill>
              </a:rPr>
              <a:t>p.center</a:t>
            </a:r>
            <a:r>
              <a:rPr lang="en-US" sz="2000" b="1" dirty="0">
                <a:solidFill>
                  <a:srgbClr val="FF0000"/>
                </a:solidFill>
              </a:rPr>
              <a:t> {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text-align: center;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color: red;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}</a:t>
            </a:r>
          </a:p>
          <a:p>
            <a:r>
              <a:rPr lang="en-US" sz="2000" dirty="0"/>
              <a:t>&lt;/style&gt;</a:t>
            </a:r>
          </a:p>
          <a:p>
            <a:r>
              <a:rPr lang="en-US" sz="2000" dirty="0"/>
              <a:t>&lt;/head&gt;</a:t>
            </a:r>
          </a:p>
          <a:p>
            <a:r>
              <a:rPr lang="en-US" sz="2000" dirty="0"/>
              <a:t>&lt;body&gt;</a:t>
            </a:r>
          </a:p>
          <a:p>
            <a:endParaRPr lang="en-US" sz="2000" dirty="0"/>
          </a:p>
          <a:p>
            <a:r>
              <a:rPr lang="en-US" sz="2000" dirty="0"/>
              <a:t>&lt;h1 class="center"&gt;Este </a:t>
            </a:r>
            <a:r>
              <a:rPr lang="en-US" sz="2000" dirty="0" err="1"/>
              <a:t>cabeçalho</a:t>
            </a:r>
            <a:r>
              <a:rPr lang="en-US" sz="2000" dirty="0"/>
              <a:t>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será</a:t>
            </a:r>
            <a:r>
              <a:rPr lang="en-US" sz="2000" dirty="0"/>
              <a:t> </a:t>
            </a:r>
            <a:r>
              <a:rPr lang="en-US" sz="2000" dirty="0" err="1"/>
              <a:t>afetado</a:t>
            </a:r>
            <a:r>
              <a:rPr lang="en-US" sz="2000" dirty="0"/>
              <a:t>&lt;/h1&gt;</a:t>
            </a:r>
          </a:p>
          <a:p>
            <a:r>
              <a:rPr lang="en-US" sz="2000" dirty="0"/>
              <a:t>&lt;p class="center"&gt;Este </a:t>
            </a:r>
            <a:r>
              <a:rPr lang="en-US" sz="2000" dirty="0" err="1"/>
              <a:t>paragrafo</a:t>
            </a:r>
            <a:r>
              <a:rPr lang="en-US" sz="2000" dirty="0"/>
              <a:t> </a:t>
            </a:r>
            <a:r>
              <a:rPr lang="en-US" sz="2000" dirty="0" err="1"/>
              <a:t>ficará</a:t>
            </a:r>
            <a:r>
              <a:rPr lang="en-US" sz="2000" dirty="0"/>
              <a:t> Vermelho e </a:t>
            </a:r>
            <a:r>
              <a:rPr lang="en-US" sz="2000" dirty="0" err="1"/>
              <a:t>alinhado</a:t>
            </a:r>
            <a:r>
              <a:rPr lang="en-US" sz="2000" dirty="0"/>
              <a:t> no </a:t>
            </a:r>
            <a:r>
              <a:rPr lang="en-US" sz="2000" dirty="0" err="1"/>
              <a:t>centro</a:t>
            </a:r>
            <a:r>
              <a:rPr lang="en-US" sz="2000" dirty="0"/>
              <a:t>&lt;/p&gt; </a:t>
            </a:r>
          </a:p>
          <a:p>
            <a:endParaRPr lang="en-US" sz="2000" dirty="0"/>
          </a:p>
          <a:p>
            <a:r>
              <a:rPr lang="en-US" sz="2000" dirty="0"/>
              <a:t>&lt;/body&gt;</a:t>
            </a:r>
          </a:p>
          <a:p>
            <a:r>
              <a:rPr lang="en-US" sz="2000" dirty="0"/>
              <a:t>&lt;/html&gt;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90113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CD84792-8189-B353-386D-ABBCFC67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85839E2-D6D1-FD98-E668-8408E8CC01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5AE2103-4EBA-2829-5927-3522DD9A5A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115A34F4-0819-BEDA-4FE3-843A2995DFAA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CSS - </a:t>
            </a:r>
            <a:r>
              <a:rPr lang="en-US" sz="3300" b="1" i="1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Cascading Style Sheets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AEB9A5-EC97-ADCB-E4C7-D36D087E9305}"/>
              </a:ext>
            </a:extLst>
          </p:cNvPr>
          <p:cNvSpPr txBox="1"/>
          <p:nvPr/>
        </p:nvSpPr>
        <p:spPr>
          <a:xfrm>
            <a:off x="1187356" y="2336236"/>
            <a:ext cx="1371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Podemos </a:t>
            </a:r>
            <a:r>
              <a:rPr lang="en-US" sz="2800" dirty="0" err="1">
                <a:latin typeface="Montserrat" panose="00000500000000000000" pitchFamily="2" charset="0"/>
              </a:rPr>
              <a:t>atribuir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mais</a:t>
            </a:r>
            <a:r>
              <a:rPr lang="en-US" sz="2800" dirty="0">
                <a:latin typeface="Montserrat" panose="00000500000000000000" pitchFamily="2" charset="0"/>
              </a:rPr>
              <a:t> de </a:t>
            </a:r>
            <a:r>
              <a:rPr lang="en-US" sz="2800" dirty="0" err="1">
                <a:latin typeface="Montserrat" panose="00000500000000000000" pitchFamily="2" charset="0"/>
              </a:rPr>
              <a:t>uma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classe</a:t>
            </a:r>
            <a:endParaRPr lang="pt-BR" sz="2800" b="1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A06AB9D-BE2D-5217-B729-7DA950977F40}"/>
              </a:ext>
            </a:extLst>
          </p:cNvPr>
          <p:cNvSpPr txBox="1"/>
          <p:nvPr/>
        </p:nvSpPr>
        <p:spPr>
          <a:xfrm>
            <a:off x="1064525" y="3087732"/>
            <a:ext cx="1074078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&lt;style&gt;</a:t>
            </a:r>
          </a:p>
          <a:p>
            <a:r>
              <a:rPr lang="en-US" sz="2000" b="1" dirty="0" err="1">
                <a:solidFill>
                  <a:srgbClr val="FF0000"/>
                </a:solidFill>
              </a:rPr>
              <a:t>p.center</a:t>
            </a:r>
            <a:r>
              <a:rPr lang="en-US" sz="2000" b="1" dirty="0">
                <a:solidFill>
                  <a:srgbClr val="FF0000"/>
                </a:solidFill>
              </a:rPr>
              <a:t> {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text-align: center;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color: red;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}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 err="1">
                <a:solidFill>
                  <a:srgbClr val="FF0000"/>
                </a:solidFill>
              </a:rPr>
              <a:t>p.large</a:t>
            </a:r>
            <a:r>
              <a:rPr lang="en-US" sz="2000" b="1" dirty="0">
                <a:solidFill>
                  <a:srgbClr val="FF0000"/>
                </a:solidFill>
              </a:rPr>
              <a:t> {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font-size: 300%;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}</a:t>
            </a:r>
          </a:p>
          <a:p>
            <a:r>
              <a:rPr lang="en-US" sz="2000" dirty="0"/>
              <a:t>&lt;/style&gt;</a:t>
            </a:r>
          </a:p>
          <a:p>
            <a:r>
              <a:rPr lang="en-US" sz="2000" dirty="0"/>
              <a:t>&lt;/head&gt;</a:t>
            </a:r>
          </a:p>
          <a:p>
            <a:r>
              <a:rPr lang="en-US" sz="2000" dirty="0"/>
              <a:t>&lt;body&gt;</a:t>
            </a:r>
          </a:p>
          <a:p>
            <a:endParaRPr lang="en-US" sz="2000" dirty="0"/>
          </a:p>
          <a:p>
            <a:r>
              <a:rPr lang="pt-BR" sz="2000" dirty="0"/>
              <a:t>&lt;h1 </a:t>
            </a:r>
            <a:r>
              <a:rPr lang="pt-BR" sz="2000" dirty="0" err="1"/>
              <a:t>class</a:t>
            </a:r>
            <a:r>
              <a:rPr lang="pt-BR" sz="2000" dirty="0"/>
              <a:t>="center"&gt;Cabeçalho afetado&lt;/h1&gt;</a:t>
            </a:r>
          </a:p>
          <a:p>
            <a:r>
              <a:rPr lang="pt-BR" sz="2000" dirty="0"/>
              <a:t>&lt;p </a:t>
            </a:r>
            <a:r>
              <a:rPr lang="pt-BR" sz="2000" dirty="0" err="1"/>
              <a:t>class</a:t>
            </a:r>
            <a:r>
              <a:rPr lang="pt-BR" sz="2000" dirty="0"/>
              <a:t>="center"&gt;Paragrafo vermelho e centralizado&lt;/p&gt;</a:t>
            </a:r>
          </a:p>
          <a:p>
            <a:r>
              <a:rPr lang="pt-BR" sz="2000" dirty="0"/>
              <a:t>&lt;p </a:t>
            </a:r>
            <a:r>
              <a:rPr lang="pt-BR" sz="2000" dirty="0" err="1"/>
              <a:t>class</a:t>
            </a:r>
            <a:r>
              <a:rPr lang="pt-BR" sz="2000" dirty="0"/>
              <a:t>="center </a:t>
            </a:r>
            <a:r>
              <a:rPr lang="pt-BR" sz="2000" dirty="0" err="1"/>
              <a:t>large</a:t>
            </a:r>
            <a:r>
              <a:rPr lang="pt-BR" sz="2000" dirty="0"/>
              <a:t>"&gt;Paragrafo vermelho, centralizado, e com </a:t>
            </a:r>
            <a:r>
              <a:rPr lang="pt-BR" sz="2000" dirty="0" err="1"/>
              <a:t>font-size</a:t>
            </a:r>
            <a:r>
              <a:rPr lang="pt-BR" sz="2000" dirty="0"/>
              <a:t> grande.&lt;/p&gt;</a:t>
            </a:r>
            <a:endParaRPr lang="en-US" sz="2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D373EF-E68F-0DB7-E735-B1A42D1F9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678" y="2336236"/>
            <a:ext cx="5922542" cy="4582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3689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D9D83DD-2140-161F-5D05-D439A2489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B8A06DE-899B-63CC-F7AA-7879034C62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0110DFA-55D5-8406-12D8-7C576A416B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7D6CE9A-99AC-40E6-E9C9-542DF73FA641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CSS - </a:t>
            </a:r>
            <a:r>
              <a:rPr lang="en-US" sz="3300" b="1" i="1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Cascading Style Sheets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336A3F-E88D-E550-A4DF-AAA2736A6C5C}"/>
              </a:ext>
            </a:extLst>
          </p:cNvPr>
          <p:cNvSpPr txBox="1"/>
          <p:nvPr/>
        </p:nvSpPr>
        <p:spPr>
          <a:xfrm>
            <a:off x="1187356" y="2336236"/>
            <a:ext cx="1371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Podemos </a:t>
            </a:r>
            <a:r>
              <a:rPr lang="en-US" sz="2800" dirty="0" err="1">
                <a:latin typeface="Montserrat" panose="00000500000000000000" pitchFamily="2" charset="0"/>
              </a:rPr>
              <a:t>atribuir</a:t>
            </a:r>
            <a:r>
              <a:rPr lang="en-US" sz="2800" dirty="0">
                <a:latin typeface="Montserrat" panose="00000500000000000000" pitchFamily="2" charset="0"/>
              </a:rPr>
              <a:t> a </a:t>
            </a:r>
            <a:r>
              <a:rPr lang="en-US" sz="2800" dirty="0" err="1">
                <a:latin typeface="Montserrat" panose="00000500000000000000" pitchFamily="2" charset="0"/>
              </a:rPr>
              <a:t>todos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seletores</a:t>
            </a:r>
            <a:endParaRPr lang="pt-BR" sz="2800" b="1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790712-49B9-A044-0363-C497FC089A0D}"/>
              </a:ext>
            </a:extLst>
          </p:cNvPr>
          <p:cNvSpPr txBox="1"/>
          <p:nvPr/>
        </p:nvSpPr>
        <p:spPr>
          <a:xfrm>
            <a:off x="1064525" y="3087732"/>
            <a:ext cx="1074078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&lt;!DOCTYPE html&gt;</a:t>
            </a:r>
          </a:p>
          <a:p>
            <a:r>
              <a:rPr lang="en-US" sz="2000" dirty="0"/>
              <a:t>&lt;html&gt;</a:t>
            </a:r>
          </a:p>
          <a:p>
            <a:r>
              <a:rPr lang="en-US" sz="2000" dirty="0"/>
              <a:t>&lt;head&gt;</a:t>
            </a:r>
          </a:p>
          <a:p>
            <a:r>
              <a:rPr lang="en-US" sz="2000" dirty="0"/>
              <a:t>&lt;style&gt;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* {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text-align: center;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color: blue;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}</a:t>
            </a:r>
          </a:p>
          <a:p>
            <a:r>
              <a:rPr lang="en-US" sz="2000" dirty="0"/>
              <a:t>&lt;/style&gt;</a:t>
            </a:r>
          </a:p>
          <a:p>
            <a:r>
              <a:rPr lang="en-US" sz="2000" dirty="0"/>
              <a:t>&lt;/head&gt;</a:t>
            </a:r>
          </a:p>
          <a:p>
            <a:r>
              <a:rPr lang="en-US" sz="2000" dirty="0"/>
              <a:t>&lt;body&gt;</a:t>
            </a:r>
          </a:p>
          <a:p>
            <a:endParaRPr lang="en-US" sz="2000" dirty="0"/>
          </a:p>
          <a:p>
            <a:r>
              <a:rPr lang="en-US" sz="2000" dirty="0"/>
              <a:t>&lt;h1&gt;Olá </a:t>
            </a:r>
            <a:r>
              <a:rPr lang="en-US" sz="2000" dirty="0" err="1"/>
              <a:t>Turma</a:t>
            </a:r>
            <a:r>
              <a:rPr lang="en-US" sz="2000" dirty="0"/>
              <a:t> BFD!&lt;/h1&gt;</a:t>
            </a:r>
          </a:p>
          <a:p>
            <a:endParaRPr lang="en-US" sz="2000" dirty="0"/>
          </a:p>
          <a:p>
            <a:r>
              <a:rPr lang="en-US" sz="2000" dirty="0"/>
              <a:t>&lt;p&gt;Todos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elementos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afetados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estilo</a:t>
            </a:r>
            <a:r>
              <a:rPr lang="en-US" sz="2000" dirty="0"/>
              <a:t>.&lt;/p&gt;</a:t>
            </a:r>
          </a:p>
          <a:p>
            <a:r>
              <a:rPr lang="en-US" sz="2000" dirty="0"/>
              <a:t>&lt;p id="para1"&gt;Eu </a:t>
            </a:r>
            <a:r>
              <a:rPr lang="en-US" sz="2000" dirty="0" err="1"/>
              <a:t>também</a:t>
            </a:r>
            <a:r>
              <a:rPr lang="en-US" sz="2000" dirty="0"/>
              <a:t>!&lt;/p&gt;</a:t>
            </a:r>
          </a:p>
          <a:p>
            <a:r>
              <a:rPr lang="en-US" sz="2000" dirty="0"/>
              <a:t>&lt;p&gt;E </a:t>
            </a:r>
            <a:r>
              <a:rPr lang="en-US" sz="2000" dirty="0" err="1"/>
              <a:t>eu</a:t>
            </a:r>
            <a:r>
              <a:rPr lang="en-US" sz="2000" dirty="0"/>
              <a:t>!&lt;/p&gt;</a:t>
            </a:r>
          </a:p>
          <a:p>
            <a:endParaRPr lang="en-US" sz="2000" dirty="0"/>
          </a:p>
          <a:p>
            <a:r>
              <a:rPr lang="en-US" sz="2000" dirty="0"/>
              <a:t>&lt;/body&gt;</a:t>
            </a:r>
          </a:p>
          <a:p>
            <a:r>
              <a:rPr lang="en-US" sz="2000" dirty="0"/>
              <a:t>&lt;/html&gt;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C8B6ABF-BB9D-A7DB-A291-D09A9CDCE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356" y="2991297"/>
            <a:ext cx="6589979" cy="51809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129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9D46613-1124-12E0-334D-71543505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91A96ABC-1C93-E5F1-FC5F-D9C6A4267E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7CC7728-61D4-872D-1CCA-3C76BA5E07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63CDE635-EDCA-B91D-3626-E6E4FADBDB72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CSS - </a:t>
            </a:r>
            <a:r>
              <a:rPr lang="en-US" sz="3300" b="1" i="1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Cascading Style Sheets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DD770A7-BCD5-F857-196D-8729A96D8BE4}"/>
              </a:ext>
            </a:extLst>
          </p:cNvPr>
          <p:cNvSpPr txBox="1"/>
          <p:nvPr/>
        </p:nvSpPr>
        <p:spPr>
          <a:xfrm>
            <a:off x="1187356" y="2336236"/>
            <a:ext cx="1371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Podemos </a:t>
            </a:r>
            <a:r>
              <a:rPr lang="en-US" sz="2800" dirty="0" err="1">
                <a:latin typeface="Montserrat" panose="00000500000000000000" pitchFamily="2" charset="0"/>
              </a:rPr>
              <a:t>agrupar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seletores</a:t>
            </a:r>
            <a:endParaRPr lang="pt-BR" sz="2800" b="1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9F71DB5-AE00-AC96-D0E8-FE5FF9043192}"/>
              </a:ext>
            </a:extLst>
          </p:cNvPr>
          <p:cNvSpPr txBox="1"/>
          <p:nvPr/>
        </p:nvSpPr>
        <p:spPr>
          <a:xfrm>
            <a:off x="1064525" y="3087732"/>
            <a:ext cx="107407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&lt;!DOCTYPE html&gt;</a:t>
            </a:r>
          </a:p>
          <a:p>
            <a:r>
              <a:rPr lang="en-US" sz="2000" dirty="0"/>
              <a:t>&lt;html&gt;</a:t>
            </a:r>
          </a:p>
          <a:p>
            <a:r>
              <a:rPr lang="en-US" sz="2000" dirty="0"/>
              <a:t>&lt;head&gt;</a:t>
            </a:r>
          </a:p>
          <a:p>
            <a:r>
              <a:rPr lang="en-US" sz="2000" dirty="0"/>
              <a:t>&lt;style&gt;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h1, h2, p {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text-align: center;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color: red;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}</a:t>
            </a:r>
          </a:p>
          <a:p>
            <a:r>
              <a:rPr lang="en-US" sz="2000" dirty="0"/>
              <a:t>&lt;/style&gt;</a:t>
            </a:r>
          </a:p>
          <a:p>
            <a:r>
              <a:rPr lang="en-US" sz="2000" dirty="0"/>
              <a:t>&lt;/head&gt;</a:t>
            </a:r>
          </a:p>
          <a:p>
            <a:r>
              <a:rPr lang="en-US" sz="2000" dirty="0"/>
              <a:t>&lt;body&gt;</a:t>
            </a:r>
          </a:p>
          <a:p>
            <a:endParaRPr lang="en-US" sz="2000" dirty="0"/>
          </a:p>
          <a:p>
            <a:r>
              <a:rPr lang="en-US" sz="2000" dirty="0"/>
              <a:t>&lt;h1&gt;Olá </a:t>
            </a:r>
            <a:r>
              <a:rPr lang="en-US" sz="2000" dirty="0" err="1"/>
              <a:t>Pessoal</a:t>
            </a:r>
            <a:r>
              <a:rPr lang="en-US" sz="2000" dirty="0"/>
              <a:t>!&lt;/h1&gt;</a:t>
            </a:r>
          </a:p>
          <a:p>
            <a:r>
              <a:rPr lang="en-US" sz="2000" dirty="0"/>
              <a:t>&lt;h2&gt;</a:t>
            </a:r>
            <a:r>
              <a:rPr lang="en-US" sz="2000" dirty="0" err="1"/>
              <a:t>Cabeçalho</a:t>
            </a:r>
            <a:r>
              <a:rPr lang="en-US" sz="2000" dirty="0"/>
              <a:t> </a:t>
            </a:r>
            <a:r>
              <a:rPr lang="en-US" sz="2000" dirty="0" err="1"/>
              <a:t>inteligente</a:t>
            </a:r>
            <a:r>
              <a:rPr lang="en-US" sz="2000" dirty="0"/>
              <a:t>!&lt;/h2&gt;</a:t>
            </a:r>
          </a:p>
          <a:p>
            <a:r>
              <a:rPr lang="en-US" sz="2000" dirty="0"/>
              <a:t>&lt;p&gt;Aqui </a:t>
            </a:r>
            <a:r>
              <a:rPr lang="en-US" sz="2000" dirty="0" err="1"/>
              <a:t>temos</a:t>
            </a:r>
            <a:r>
              <a:rPr lang="en-US" sz="2000" dirty="0"/>
              <a:t> um </a:t>
            </a:r>
            <a:r>
              <a:rPr lang="en-US" sz="2000" dirty="0" err="1"/>
              <a:t>paragrafo</a:t>
            </a:r>
            <a:r>
              <a:rPr lang="en-US" sz="2000" dirty="0"/>
              <a:t>.&lt;/p&gt;</a:t>
            </a:r>
          </a:p>
          <a:p>
            <a:endParaRPr lang="en-US" sz="2000" dirty="0"/>
          </a:p>
          <a:p>
            <a:r>
              <a:rPr lang="en-US" sz="2000" dirty="0"/>
              <a:t>&lt;/body&gt;</a:t>
            </a:r>
          </a:p>
          <a:p>
            <a:r>
              <a:rPr lang="en-US" sz="2000" dirty="0"/>
              <a:t>&lt;/html&gt;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CD2F13-7E99-8899-32B8-A5719B0DF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423" y="2487716"/>
            <a:ext cx="7272771" cy="5718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0277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CC8251A-5379-7DE9-6DC6-37BCBAAF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943559E9-F7A8-F5D6-4596-5393112764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266D20F2-C3FC-8767-C794-8C81B3CBF4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20DF449-2F98-289F-C0F3-75FBBF5F94EF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Resumo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C910C72A-D13F-10D5-9AF0-CBFD35A67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866358"/>
              </p:ext>
            </p:extLst>
          </p:nvPr>
        </p:nvGraphicFramePr>
        <p:xfrm>
          <a:off x="2047164" y="2927568"/>
          <a:ext cx="12719715" cy="4155620"/>
        </p:xfrm>
        <a:graphic>
          <a:graphicData uri="http://schemas.openxmlformats.org/drawingml/2006/table">
            <a:tbl>
              <a:tblPr/>
              <a:tblGrid>
                <a:gridCol w="2541625">
                  <a:extLst>
                    <a:ext uri="{9D8B030D-6E8A-4147-A177-3AD203B41FA5}">
                      <a16:colId xmlns:a16="http://schemas.microsoft.com/office/drawing/2014/main" val="1017571823"/>
                    </a:ext>
                  </a:extLst>
                </a:gridCol>
                <a:gridCol w="2541625">
                  <a:extLst>
                    <a:ext uri="{9D8B030D-6E8A-4147-A177-3AD203B41FA5}">
                      <a16:colId xmlns:a16="http://schemas.microsoft.com/office/drawing/2014/main" val="465559122"/>
                    </a:ext>
                  </a:extLst>
                </a:gridCol>
                <a:gridCol w="7636465">
                  <a:extLst>
                    <a:ext uri="{9D8B030D-6E8A-4147-A177-3AD203B41FA5}">
                      <a16:colId xmlns:a16="http://schemas.microsoft.com/office/drawing/2014/main" val="980856374"/>
                    </a:ext>
                  </a:extLst>
                </a:gridCol>
              </a:tblGrid>
              <a:tr h="5989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 dirty="0">
                          <a:effectLst/>
                        </a:rPr>
                        <a:t>Seletor</a:t>
                      </a:r>
                    </a:p>
                  </a:txBody>
                  <a:tcPr marL="115930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 dirty="0">
                          <a:effectLst/>
                        </a:rPr>
                        <a:t>Exemplo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 dirty="0">
                          <a:effectLst/>
                        </a:rPr>
                        <a:t>Descrição do Exemplo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609163"/>
                  </a:ext>
                </a:extLst>
              </a:tr>
              <a:tr h="65667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 dirty="0">
                          <a:effectLst/>
                          <a:hlinkClick r:id="rId5"/>
                        </a:rPr>
                        <a:t>#</a:t>
                      </a:r>
                      <a:r>
                        <a:rPr lang="pt-BR" sz="1800" i="1" dirty="0">
                          <a:effectLst/>
                          <a:hlinkClick r:id="rId5"/>
                        </a:rPr>
                        <a:t>id</a:t>
                      </a:r>
                      <a:endParaRPr lang="pt-BR" sz="1800" dirty="0">
                        <a:effectLst/>
                      </a:endParaRPr>
                    </a:p>
                  </a:txBody>
                  <a:tcPr marL="115930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 dirty="0">
                          <a:effectLst/>
                        </a:rPr>
                        <a:t>#primeiro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 err="1">
                          <a:effectLst/>
                        </a:rPr>
                        <a:t>Seleciona</a:t>
                      </a:r>
                      <a:r>
                        <a:rPr lang="en-US" sz="1800" dirty="0">
                          <a:effectLst/>
                        </a:rPr>
                        <a:t> o </a:t>
                      </a:r>
                      <a:r>
                        <a:rPr lang="en-US" sz="1800" dirty="0" err="1">
                          <a:effectLst/>
                        </a:rPr>
                        <a:t>elemento</a:t>
                      </a:r>
                      <a:r>
                        <a:rPr lang="en-US" sz="1800" dirty="0">
                          <a:effectLst/>
                        </a:rPr>
                        <a:t> com o id=“</a:t>
                      </a:r>
                      <a:r>
                        <a:rPr lang="en-US" sz="1800" dirty="0" err="1">
                          <a:effectLst/>
                        </a:rPr>
                        <a:t>primeiro</a:t>
                      </a:r>
                      <a:r>
                        <a:rPr lang="en-US" sz="1800" dirty="0">
                          <a:effectLst/>
                        </a:rPr>
                        <a:t>"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838812"/>
                  </a:ext>
                </a:extLst>
              </a:tr>
              <a:tr h="71284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>
                          <a:effectLst/>
                          <a:hlinkClick r:id="rId6"/>
                        </a:rPr>
                        <a:t>.</a:t>
                      </a:r>
                      <a:r>
                        <a:rPr lang="pt-BR" sz="1800" i="1">
                          <a:effectLst/>
                          <a:hlinkClick r:id="rId6"/>
                        </a:rPr>
                        <a:t>class</a:t>
                      </a:r>
                      <a:endParaRPr lang="pt-BR" sz="1800">
                        <a:effectLst/>
                      </a:endParaRPr>
                    </a:p>
                  </a:txBody>
                  <a:tcPr marL="115930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>
                          <a:effectLst/>
                        </a:rPr>
                        <a:t>.intro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 err="1">
                          <a:effectLst/>
                        </a:rPr>
                        <a:t>Seleciona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todos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os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elementos</a:t>
                      </a:r>
                      <a:r>
                        <a:rPr lang="en-US" sz="1800" dirty="0">
                          <a:effectLst/>
                        </a:rPr>
                        <a:t> com class="intro"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410055"/>
                  </a:ext>
                </a:extLst>
              </a:tr>
              <a:tr h="72016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>
                          <a:effectLst/>
                          <a:hlinkClick r:id="rId7"/>
                        </a:rPr>
                        <a:t>*</a:t>
                      </a:r>
                      <a:endParaRPr lang="pt-BR" sz="1800">
                        <a:effectLst/>
                      </a:endParaRPr>
                    </a:p>
                  </a:txBody>
                  <a:tcPr marL="115930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>
                          <a:effectLst/>
                        </a:rPr>
                        <a:t>*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 err="1">
                          <a:effectLst/>
                        </a:rPr>
                        <a:t>Seleciona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todos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os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elementos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endParaRPr lang="pt-BR" sz="1800" dirty="0">
                        <a:effectLst/>
                      </a:endParaRP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9530"/>
                  </a:ext>
                </a:extLst>
              </a:tr>
              <a:tr h="7233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 i="1">
                          <a:effectLst/>
                          <a:hlinkClick r:id="rId8"/>
                        </a:rPr>
                        <a:t>element</a:t>
                      </a:r>
                      <a:endParaRPr lang="pt-BR" sz="1800">
                        <a:effectLst/>
                      </a:endParaRPr>
                    </a:p>
                  </a:txBody>
                  <a:tcPr marL="115930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>
                          <a:effectLst/>
                        </a:rPr>
                        <a:t>p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 dirty="0">
                          <a:effectLst/>
                        </a:rPr>
                        <a:t>Seleciona todos os &lt;p&gt; elementos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249485"/>
                  </a:ext>
                </a:extLst>
              </a:tr>
              <a:tr h="74367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 i="1">
                          <a:effectLst/>
                          <a:hlinkClick r:id="rId9"/>
                        </a:rPr>
                        <a:t>element,element,..</a:t>
                      </a:r>
                      <a:endParaRPr lang="pt-BR" sz="1800">
                        <a:effectLst/>
                      </a:endParaRPr>
                    </a:p>
                  </a:txBody>
                  <a:tcPr marL="115930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>
                          <a:effectLst/>
                        </a:rPr>
                        <a:t>div, p</a:t>
                      </a: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800" dirty="0">
                          <a:effectLst/>
                        </a:rPr>
                        <a:t>Seleciona todos os </a:t>
                      </a:r>
                      <a:r>
                        <a:rPr lang="en-US" sz="1800" dirty="0">
                          <a:effectLst/>
                        </a:rPr>
                        <a:t>&lt;div&gt; </a:t>
                      </a:r>
                      <a:r>
                        <a:rPr lang="en-US" sz="1800" dirty="0" err="1">
                          <a:effectLst/>
                        </a:rPr>
                        <a:t>elementos</a:t>
                      </a:r>
                      <a:r>
                        <a:rPr lang="en-US" sz="1800" dirty="0">
                          <a:effectLst/>
                        </a:rPr>
                        <a:t> e </a:t>
                      </a:r>
                      <a:r>
                        <a:rPr lang="en-US" sz="1800" dirty="0" err="1">
                          <a:effectLst/>
                        </a:rPr>
                        <a:t>todos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os</a:t>
                      </a:r>
                      <a:r>
                        <a:rPr lang="en-US" sz="1800" dirty="0">
                          <a:effectLst/>
                        </a:rPr>
                        <a:t> &lt;p&gt; </a:t>
                      </a:r>
                      <a:r>
                        <a:rPr lang="en-US" sz="1800" dirty="0" err="1">
                          <a:effectLst/>
                        </a:rPr>
                        <a:t>elementos</a:t>
                      </a:r>
                      <a:endParaRPr lang="en-US" sz="1800" dirty="0">
                        <a:effectLst/>
                      </a:endParaRPr>
                    </a:p>
                  </a:txBody>
                  <a:tcPr marL="57965" marR="57965" marT="57965" marB="5796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05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17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2DB5B2-9BCA-5A33-C916-314FC3851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CD055A5-C3AD-9A88-0CC4-439FBC99DE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E8769CA-F53E-9E4E-5D88-34264E71DD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E68CBC7-EE5A-6FA0-92DC-647F4BF0C3E7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Arrays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FCB18EB-D794-51B1-6657-A13C1D76F865}"/>
              </a:ext>
            </a:extLst>
          </p:cNvPr>
          <p:cNvSpPr txBox="1"/>
          <p:nvPr/>
        </p:nvSpPr>
        <p:spPr>
          <a:xfrm>
            <a:off x="1201005" y="3128050"/>
            <a:ext cx="13279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tserrat" panose="00000500000000000000" pitchFamily="2" charset="0"/>
              </a:rPr>
              <a:t>Imagine que </a:t>
            </a:r>
            <a:r>
              <a:rPr lang="en-US" sz="2400" dirty="0" err="1">
                <a:latin typeface="Montserrat" panose="00000500000000000000" pitchFamily="2" charset="0"/>
              </a:rPr>
              <a:t>temos</a:t>
            </a:r>
            <a:r>
              <a:rPr lang="en-US" sz="2400" dirty="0">
                <a:latin typeface="Montserrat" panose="00000500000000000000" pitchFamily="2" charset="0"/>
              </a:rPr>
              <a:t> o </a:t>
            </a:r>
            <a:r>
              <a:rPr lang="en-US" sz="2400" dirty="0" err="1">
                <a:latin typeface="Montserrat" panose="00000500000000000000" pitchFamily="2" charset="0"/>
              </a:rPr>
              <a:t>seguinte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caso</a:t>
            </a:r>
            <a:r>
              <a:rPr lang="en-US" sz="2400" dirty="0">
                <a:latin typeface="Montserrat" panose="00000500000000000000" pitchFamily="2" charset="0"/>
              </a:rPr>
              <a:t>:</a:t>
            </a:r>
          </a:p>
          <a:p>
            <a:endParaRPr lang="en-US" sz="2400" dirty="0">
              <a:latin typeface="Montserrat" panose="00000500000000000000" pitchFamily="2" charset="0"/>
            </a:endParaRPr>
          </a:p>
          <a:p>
            <a:r>
              <a:rPr lang="en-US" sz="2400" dirty="0">
                <a:latin typeface="Montserrat" panose="00000500000000000000" pitchFamily="2" charset="0"/>
              </a:rPr>
              <a:t>var carro1 = “Renault";</a:t>
            </a:r>
          </a:p>
          <a:p>
            <a:r>
              <a:rPr lang="en-US" sz="2400" dirty="0">
                <a:latin typeface="Montserrat" panose="00000500000000000000" pitchFamily="2" charset="0"/>
              </a:rPr>
              <a:t>var carro2 = "Volvo";</a:t>
            </a:r>
          </a:p>
          <a:p>
            <a:r>
              <a:rPr lang="en-US" sz="2400" dirty="0">
                <a:latin typeface="Montserrat" panose="00000500000000000000" pitchFamily="2" charset="0"/>
              </a:rPr>
              <a:t>var carro3 = "BMW";</a:t>
            </a:r>
          </a:p>
          <a:p>
            <a:endParaRPr lang="en-US" sz="2400" dirty="0">
              <a:latin typeface="Montserrat" panose="00000500000000000000" pitchFamily="2" charset="0"/>
            </a:endParaRPr>
          </a:p>
          <a:p>
            <a:r>
              <a:rPr lang="en-US" sz="2400" dirty="0">
                <a:latin typeface="Montserrat" panose="00000500000000000000" pitchFamily="2" charset="0"/>
              </a:rPr>
              <a:t>E se </a:t>
            </a:r>
            <a:r>
              <a:rPr lang="en-US" sz="2400" dirty="0" err="1">
                <a:latin typeface="Montserrat" panose="00000500000000000000" pitchFamily="2" charset="0"/>
              </a:rPr>
              <a:t>tivessemos</a:t>
            </a:r>
            <a:r>
              <a:rPr lang="en-US" sz="2400" dirty="0">
                <a:latin typeface="Montserrat" panose="00000500000000000000" pitchFamily="2" charset="0"/>
              </a:rPr>
              <a:t> 1000 </a:t>
            </a:r>
            <a:r>
              <a:rPr lang="en-US" sz="2400" dirty="0" err="1">
                <a:latin typeface="Montserrat" panose="00000500000000000000" pitchFamily="2" charset="0"/>
              </a:rPr>
              <a:t>marcas</a:t>
            </a:r>
            <a:r>
              <a:rPr lang="en-US" sz="2400" dirty="0">
                <a:latin typeface="Montserrat" panose="00000500000000000000" pitchFamily="2" charset="0"/>
              </a:rPr>
              <a:t> de </a:t>
            </a:r>
            <a:r>
              <a:rPr lang="en-US" sz="2400" dirty="0" err="1">
                <a:latin typeface="Montserrat" panose="00000500000000000000" pitchFamily="2" charset="0"/>
              </a:rPr>
              <a:t>carro</a:t>
            </a:r>
            <a:r>
              <a:rPr lang="en-US" sz="2400" dirty="0">
                <a:latin typeface="Montserrat" panose="00000500000000000000" pitchFamily="2" charset="0"/>
              </a:rPr>
              <a:t>?</a:t>
            </a:r>
          </a:p>
          <a:p>
            <a:endParaRPr lang="en-US" sz="2400" dirty="0">
              <a:latin typeface="Montserrat" panose="00000500000000000000" pitchFamily="2" charset="0"/>
            </a:endParaRPr>
          </a:p>
          <a:p>
            <a:endParaRPr lang="en-US" sz="2400" dirty="0">
              <a:latin typeface="Montserrat" panose="00000500000000000000" pitchFamily="2" charset="0"/>
            </a:endParaRPr>
          </a:p>
          <a:p>
            <a:endParaRPr lang="en-US" sz="2400" dirty="0">
              <a:latin typeface="Montserrat" panose="00000500000000000000" pitchFamily="2" charset="0"/>
            </a:endParaRPr>
          </a:p>
          <a:p>
            <a:r>
              <a:rPr lang="en-US" sz="2400" b="1" dirty="0">
                <a:latin typeface="Montserrat" panose="00000500000000000000" pitchFamily="2" charset="0"/>
              </a:rPr>
              <a:t>Vamos </a:t>
            </a:r>
            <a:r>
              <a:rPr lang="en-US" sz="2400" b="1" dirty="0" err="1">
                <a:latin typeface="Montserrat" panose="00000500000000000000" pitchFamily="2" charset="0"/>
              </a:rPr>
              <a:t>ao</a:t>
            </a:r>
            <a:r>
              <a:rPr lang="en-US" sz="2400" b="1" dirty="0">
                <a:latin typeface="Montserrat" panose="00000500000000000000" pitchFamily="2" charset="0"/>
              </a:rPr>
              <a:t> console!!!</a:t>
            </a:r>
          </a:p>
          <a:p>
            <a:endParaRPr lang="en-US" sz="2400" dirty="0">
              <a:latin typeface="Montserrat" panose="00000500000000000000" pitchFamily="2" charset="0"/>
            </a:endParaRPr>
          </a:p>
          <a:p>
            <a:endParaRPr lang="en-US" sz="2400" dirty="0">
              <a:latin typeface="Montserrat" panose="00000500000000000000" pitchFamily="2" charset="0"/>
            </a:endParaRPr>
          </a:p>
          <a:p>
            <a:r>
              <a:rPr lang="en-US" sz="2400" dirty="0">
                <a:latin typeface="Montserrat" panose="00000500000000000000" pitchFamily="2" charset="0"/>
              </a:rPr>
              <a:t>LENGTH &amp; PUSH() &amp; POP()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AFFE684-AF79-A1EB-3068-CC3307143700}"/>
              </a:ext>
            </a:extLst>
          </p:cNvPr>
          <p:cNvSpPr txBox="1"/>
          <p:nvPr/>
        </p:nvSpPr>
        <p:spPr>
          <a:xfrm>
            <a:off x="9451075" y="4328378"/>
            <a:ext cx="81067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pt-BR" sz="2000" dirty="0"/>
            </a:br>
            <a:br>
              <a:rPr lang="pt-BR" sz="2000" dirty="0"/>
            </a:b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pt-B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dirty="0"/>
            </a:br>
            <a:r>
              <a:rPr lang="pt-BR" sz="20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fruits.forEach</a:t>
            </a:r>
            <a:r>
              <a:rPr lang="pt-BR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pt-BR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pt-BR" sz="2000" b="1" dirty="0"/>
            </a:b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 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"&lt;/</a:t>
            </a:r>
            <a:r>
              <a:rPr lang="pt-B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dirty="0"/>
            </a:br>
            <a:br>
              <a:rPr lang="pt-BR" sz="2000" dirty="0"/>
            </a:b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pt-BR" sz="2000" dirty="0"/>
            </a:b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 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"&lt;li&gt;"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 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"&lt;/li&gt;"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000" dirty="0"/>
            </a:b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214366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86A46FC-D785-CF7D-2466-3FB0054F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9764737-3789-4F94-9117-A0C9F1667C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6974540C-0CAB-CA6D-CC8F-E0C448F543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CA04A9A-D718-5267-570F-48A18F7849BB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4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C748C1-1D5D-90CB-7C76-B4D8A0F2D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538" y="5143500"/>
            <a:ext cx="8539118" cy="28810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EA1E376-3B8E-028F-453A-4FD1BF9092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040" y="3821373"/>
            <a:ext cx="6037427" cy="21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18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6CF2FAA-4C27-BBD3-CF20-2D18F83B3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791B53BE-D8B5-0993-9A29-BC76DA14FF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CCE4274-3AD9-07DE-1C33-1570D2C684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41FFDE7C-3176-BC32-5064-0963A90179AE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Objetos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143523A-F80A-CBEF-89DE-980A3ED53C76}"/>
              </a:ext>
            </a:extLst>
          </p:cNvPr>
          <p:cNvSpPr txBox="1"/>
          <p:nvPr/>
        </p:nvSpPr>
        <p:spPr>
          <a:xfrm>
            <a:off x="3111690" y="2259439"/>
            <a:ext cx="103859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age: 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cars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models:[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"Fiesta"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"Focus"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"Mustang"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]},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models:[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"320"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"X3"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"X5"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]},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"Fiat"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models:[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"500"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"Panda"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454A09-53B4-A12C-45DD-ADE08E2BC51C}"/>
              </a:ext>
            </a:extLst>
          </p:cNvPr>
          <p:cNvSpPr txBox="1"/>
          <p:nvPr/>
        </p:nvSpPr>
        <p:spPr>
          <a:xfrm>
            <a:off x="6550925" y="5626874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 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myObj.cars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x +=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"&lt;h1&gt;"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myObj.cars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"&lt;/h1&gt;"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j </a:t>
            </a:r>
            <a:r>
              <a:rPr lang="pt-BR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myObj.cars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[i].models) {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x +=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myObj.cars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[i].models[j];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90488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A51D46E-3618-4440-50D6-6975BE85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AC7368CF-B724-C4D5-1C78-8980E7A1F6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80C247D-384A-4BB0-20B7-1E8D9A8B8B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DD5F5CE-CD35-D7C4-A7F3-BFB781B6C246}"/>
              </a:ext>
            </a:extLst>
          </p:cNvPr>
          <p:cNvSpPr txBox="1"/>
          <p:nvPr/>
        </p:nvSpPr>
        <p:spPr>
          <a:xfrm>
            <a:off x="1852362" y="1310109"/>
            <a:ext cx="6674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5</a:t>
            </a: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578FBA-E277-C7BC-82D6-FDD07FD83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219" y="3692341"/>
            <a:ext cx="4586887" cy="39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10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E5155C2-4581-4C2B-95BD-A8AB20A0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A7B105D-1C1B-D6C8-C59D-652095EF38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D84FE3B-6DA4-46D5-829C-662C34F26E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0651767B-6AC3-3AF8-3BB5-A183693147F3}"/>
              </a:ext>
            </a:extLst>
          </p:cNvPr>
          <p:cNvSpPr txBox="1"/>
          <p:nvPr/>
        </p:nvSpPr>
        <p:spPr>
          <a:xfrm>
            <a:off x="1852362" y="1310109"/>
            <a:ext cx="66749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00" b="1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1" i="1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7C6BCA7-4338-0B4A-1353-A275E4036C41}"/>
              </a:ext>
            </a:extLst>
          </p:cNvPr>
          <p:cNvSpPr txBox="1"/>
          <p:nvPr/>
        </p:nvSpPr>
        <p:spPr>
          <a:xfrm>
            <a:off x="1187356" y="2336236"/>
            <a:ext cx="1371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Vamos </a:t>
            </a:r>
            <a:r>
              <a:rPr lang="en-US" sz="2800" dirty="0" err="1">
                <a:latin typeface="Montserrat" panose="00000500000000000000" pitchFamily="2" charset="0"/>
              </a:rPr>
              <a:t>iniciar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nosso</a:t>
            </a:r>
            <a:r>
              <a:rPr lang="en-US" sz="2800" dirty="0">
                <a:latin typeface="Montserrat" panose="00000500000000000000" pitchFamily="2" charset="0"/>
              </a:rPr>
              <a:t> CRUD </a:t>
            </a:r>
            <a:r>
              <a:rPr lang="en-US" sz="2800" dirty="0" err="1">
                <a:latin typeface="Montserrat" panose="00000500000000000000" pitchFamily="2" charset="0"/>
              </a:rPr>
              <a:t>juntos</a:t>
            </a:r>
            <a:r>
              <a:rPr lang="en-US" sz="2800" dirty="0">
                <a:latin typeface="Montserrat" panose="00000500000000000000" pitchFamily="2" charset="0"/>
              </a:rPr>
              <a:t>!!</a:t>
            </a:r>
            <a:endParaRPr lang="pt-BR" sz="2800" b="1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D3FE7A-0864-2953-A4D9-E59538544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1005" y="3810542"/>
            <a:ext cx="7901889" cy="33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16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1184</Words>
  <Application>Microsoft Office PowerPoint</Application>
  <PresentationFormat>Personalizar</PresentationFormat>
  <Paragraphs>178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Aptos Black</vt:lpstr>
      <vt:lpstr>Consolas</vt:lpstr>
      <vt:lpstr>Calibri</vt:lpstr>
      <vt:lpstr>Montserrat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Isaias Dias</dc:creator>
  <cp:lastModifiedBy>Dunfrey Pires Aragão</cp:lastModifiedBy>
  <cp:revision>1</cp:revision>
  <dcterms:created xsi:type="dcterms:W3CDTF">2006-08-16T00:00:00Z</dcterms:created>
  <dcterms:modified xsi:type="dcterms:W3CDTF">2025-08-21T17:41:05Z</dcterms:modified>
</cp:coreProperties>
</file>