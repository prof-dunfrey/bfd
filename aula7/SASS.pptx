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1" r:id="rId20"/>
    <p:sldId id="290" r:id="rId21"/>
    <p:sldId id="292" r:id="rId22"/>
    <p:sldId id="261" r:id="rId23"/>
  </p:sldIdLst>
  <p:sldSz cx="18288000" cy="10287000"/>
  <p:notesSz cx="6858000" cy="9144000"/>
  <p:embeddedFontLst>
    <p:embeddedFont>
      <p:font typeface="Consolas" panose="020B0609020204030204" pitchFamily="49" charset="0"/>
      <p:regular r:id="rId25"/>
      <p:bold r:id="rId26"/>
      <p:italic r:id="rId27"/>
      <p:boldItalic r:id="rId28"/>
    </p:embeddedFont>
    <p:embeddedFont>
      <p:font typeface="Montserrat" panose="000005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hEaYkUcXm3CrT2V5KTSinrpT4W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BE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07A715-76AC-42E5-88D2-44D9AE043C95}" v="59" dt="2025-09-23T02:18:44.1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2" y="1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46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nfrey Pires Aragão" userId="a7272183b7b4f9fa" providerId="LiveId" clId="{BC093FEF-2209-4052-BD12-23EF25E16502}"/>
    <pc:docChg chg="undo custSel addSld delSld modSld sldOrd">
      <pc:chgData name="Dunfrey Pires Aragão" userId="a7272183b7b4f9fa" providerId="LiveId" clId="{BC093FEF-2209-4052-BD12-23EF25E16502}" dt="2025-08-21T17:40:54.720" v="3038" actId="20577"/>
      <pc:docMkLst>
        <pc:docMk/>
      </pc:docMkLst>
      <pc:sldChg chg="del">
        <pc:chgData name="Dunfrey Pires Aragão" userId="a7272183b7b4f9fa" providerId="LiveId" clId="{BC093FEF-2209-4052-BD12-23EF25E16502}" dt="2025-08-17T15:47:32.243" v="1" actId="47"/>
        <pc:sldMkLst>
          <pc:docMk/>
          <pc:sldMk cId="2301139209" sldId="271"/>
        </pc:sldMkLst>
      </pc:sldChg>
      <pc:sldChg chg="addSp delSp modSp mod">
        <pc:chgData name="Dunfrey Pires Aragão" userId="a7272183b7b4f9fa" providerId="LiveId" clId="{BC093FEF-2209-4052-BD12-23EF25E16502}" dt="2025-08-19T13:46:35.869" v="722" actId="1076"/>
        <pc:sldMkLst>
          <pc:docMk/>
          <pc:sldMk cId="2693772875" sldId="272"/>
        </pc:sldMkLst>
      </pc:sldChg>
      <pc:sldChg chg="del">
        <pc:chgData name="Dunfrey Pires Aragão" userId="a7272183b7b4f9fa" providerId="LiveId" clId="{BC093FEF-2209-4052-BD12-23EF25E16502}" dt="2025-08-17T15:47:30.881" v="0" actId="47"/>
        <pc:sldMkLst>
          <pc:docMk/>
          <pc:sldMk cId="2610903633" sldId="276"/>
        </pc:sldMkLst>
      </pc:sldChg>
      <pc:sldChg chg="addSp delSp modSp mod ord">
        <pc:chgData name="Dunfrey Pires Aragão" userId="a7272183b7b4f9fa" providerId="LiveId" clId="{BC093FEF-2209-4052-BD12-23EF25E16502}" dt="2025-08-17T16:12:39.716" v="499" actId="20577"/>
        <pc:sldMkLst>
          <pc:docMk/>
          <pc:sldMk cId="1289493354" sldId="277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1209825020" sldId="278"/>
        </pc:sldMkLst>
      </pc:sldChg>
      <pc:sldChg chg="addSp delSp modSp add mod">
        <pc:chgData name="Dunfrey Pires Aragão" userId="a7272183b7b4f9fa" providerId="LiveId" clId="{BC093FEF-2209-4052-BD12-23EF25E16502}" dt="2025-08-19T13:40:43.780" v="720" actId="14100"/>
        <pc:sldMkLst>
          <pc:docMk/>
          <pc:sldMk cId="3983019990" sldId="278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816410113" sldId="279"/>
        </pc:sldMkLst>
      </pc:sldChg>
      <pc:sldChg chg="addSp delSp modSp add mod">
        <pc:chgData name="Dunfrey Pires Aragão" userId="a7272183b7b4f9fa" providerId="LiveId" clId="{BC093FEF-2209-4052-BD12-23EF25E16502}" dt="2025-08-19T14:30:08.470" v="1411"/>
        <pc:sldMkLst>
          <pc:docMk/>
          <pc:sldMk cId="3967362222" sldId="279"/>
        </pc:sldMkLst>
      </pc:sldChg>
      <pc:sldChg chg="addSp modSp add mod">
        <pc:chgData name="Dunfrey Pires Aragão" userId="a7272183b7b4f9fa" providerId="LiveId" clId="{BC093FEF-2209-4052-BD12-23EF25E16502}" dt="2025-08-19T14:36:40.095" v="1620"/>
        <pc:sldMkLst>
          <pc:docMk/>
          <pc:sldMk cId="1742874426" sldId="280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4275640942" sldId="280"/>
        </pc:sldMkLst>
      </pc:sldChg>
      <pc:sldChg chg="addSp delSp modSp add mod">
        <pc:chgData name="Dunfrey Pires Aragão" userId="a7272183b7b4f9fa" providerId="LiveId" clId="{BC093FEF-2209-4052-BD12-23EF25E16502}" dt="2025-08-19T14:56:33.326" v="2143" actId="207"/>
        <pc:sldMkLst>
          <pc:docMk/>
          <pc:sldMk cId="2089862149" sldId="281"/>
        </pc:sldMkLst>
      </pc:sldChg>
      <pc:sldChg chg="modSp add mod">
        <pc:chgData name="Dunfrey Pires Aragão" userId="a7272183b7b4f9fa" providerId="LiveId" clId="{BC093FEF-2209-4052-BD12-23EF25E16502}" dt="2025-08-19T14:56:28.402" v="2141" actId="207"/>
        <pc:sldMkLst>
          <pc:docMk/>
          <pc:sldMk cId="1890113241" sldId="282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2577570395" sldId="283"/>
        </pc:sldMkLst>
      </pc:sldChg>
      <pc:sldChg chg="addSp delSp modSp add mod">
        <pc:chgData name="Dunfrey Pires Aragão" userId="a7272183b7b4f9fa" providerId="LiveId" clId="{BC093FEF-2209-4052-BD12-23EF25E16502}" dt="2025-08-19T14:56:23.079" v="2139" actId="113"/>
        <pc:sldMkLst>
          <pc:docMk/>
          <pc:sldMk cId="2973689496" sldId="283"/>
        </pc:sldMkLst>
      </pc:sldChg>
      <pc:sldChg chg="addSp delSp modSp add mod">
        <pc:chgData name="Dunfrey Pires Aragão" userId="a7272183b7b4f9fa" providerId="LiveId" clId="{BC093FEF-2209-4052-BD12-23EF25E16502}" dt="2025-08-19T14:56:13.399" v="2135" actId="113"/>
        <pc:sldMkLst>
          <pc:docMk/>
          <pc:sldMk cId="3181291770" sldId="284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3706630638" sldId="284"/>
        </pc:sldMkLst>
      </pc:sldChg>
      <pc:sldChg chg="addSp delSp modSp add mod">
        <pc:chgData name="Dunfrey Pires Aragão" userId="a7272183b7b4f9fa" providerId="LiveId" clId="{BC093FEF-2209-4052-BD12-23EF25E16502}" dt="2025-08-19T14:55:57.784" v="2133" actId="20577"/>
        <pc:sldMkLst>
          <pc:docMk/>
          <pc:sldMk cId="448178509" sldId="285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2437489870" sldId="285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3805043110" sldId="286"/>
        </pc:sldMkLst>
      </pc:sldChg>
      <pc:sldChg chg="addSp delSp modSp add mod">
        <pc:chgData name="Dunfrey Pires Aragão" userId="a7272183b7b4f9fa" providerId="LiveId" clId="{BC093FEF-2209-4052-BD12-23EF25E16502}" dt="2025-08-19T14:58:28.555" v="2165" actId="1076"/>
        <pc:sldMkLst>
          <pc:docMk/>
          <pc:sldMk cId="4130277746" sldId="286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2308817509" sldId="287"/>
        </pc:sldMkLst>
      </pc:sldChg>
      <pc:sldChg chg="addSp delSp modSp add del mod">
        <pc:chgData name="Dunfrey Pires Aragão" userId="a7272183b7b4f9fa" providerId="LiveId" clId="{BC093FEF-2209-4052-BD12-23EF25E16502}" dt="2025-08-21T01:07:05.213" v="2198" actId="47"/>
        <pc:sldMkLst>
          <pc:docMk/>
          <pc:sldMk cId="3274987948" sldId="287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1132781362" sldId="288"/>
        </pc:sldMkLst>
      </pc:sldChg>
      <pc:sldChg chg="addSp delSp modSp add mod ord">
        <pc:chgData name="Dunfrey Pires Aragão" userId="a7272183b7b4f9fa" providerId="LiveId" clId="{BC093FEF-2209-4052-BD12-23EF25E16502}" dt="2025-08-19T15:04:31.584" v="2196"/>
        <pc:sldMkLst>
          <pc:docMk/>
          <pc:sldMk cId="1948615925" sldId="288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96054855" sldId="289"/>
        </pc:sldMkLst>
      </pc:sldChg>
      <pc:sldChg chg="addSp delSp modSp add mod">
        <pc:chgData name="Dunfrey Pires Aragão" userId="a7272183b7b4f9fa" providerId="LiveId" clId="{BC093FEF-2209-4052-BD12-23EF25E16502}" dt="2025-08-21T17:40:54.720" v="3038" actId="20577"/>
        <pc:sldMkLst>
          <pc:docMk/>
          <pc:sldMk cId="1214366133" sldId="289"/>
        </pc:sldMkLst>
      </pc:sldChg>
      <pc:sldChg chg="addSp delSp modSp add mod">
        <pc:chgData name="Dunfrey Pires Aragão" userId="a7272183b7b4f9fa" providerId="LiveId" clId="{BC093FEF-2209-4052-BD12-23EF25E16502}" dt="2025-08-21T01:46:11.290" v="2995" actId="1076"/>
        <pc:sldMkLst>
          <pc:docMk/>
          <pc:sldMk cId="1399810990" sldId="290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2370906923" sldId="290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1843229357" sldId="291"/>
        </pc:sldMkLst>
      </pc:sldChg>
      <pc:sldChg chg="addSp delSp modSp add mod">
        <pc:chgData name="Dunfrey Pires Aragão" userId="a7272183b7b4f9fa" providerId="LiveId" clId="{BC093FEF-2209-4052-BD12-23EF25E16502}" dt="2025-08-21T01:45:41.039" v="2987" actId="6549"/>
        <pc:sldMkLst>
          <pc:docMk/>
          <pc:sldMk cId="3290488586" sldId="291"/>
        </pc:sldMkLst>
      </pc:sldChg>
      <pc:sldChg chg="addSp delSp modSp add mod">
        <pc:chgData name="Dunfrey Pires Aragão" userId="a7272183b7b4f9fa" providerId="LiveId" clId="{BC093FEF-2209-4052-BD12-23EF25E16502}" dt="2025-08-21T01:45:36.613" v="2986" actId="20577"/>
        <pc:sldMkLst>
          <pc:docMk/>
          <pc:sldMk cId="632184806" sldId="292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1195363776" sldId="292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427134615" sldId="293"/>
        </pc:sldMkLst>
      </pc:sldChg>
      <pc:sldChg chg="add del">
        <pc:chgData name="Dunfrey Pires Aragão" userId="a7272183b7b4f9fa" providerId="LiveId" clId="{BC093FEF-2209-4052-BD12-23EF25E16502}" dt="2025-08-21T01:41:23.868" v="2954"/>
        <pc:sldMkLst>
          <pc:docMk/>
          <pc:sldMk cId="1050955040" sldId="293"/>
        </pc:sldMkLst>
      </pc:sldChg>
      <pc:sldChg chg="addSp delSp modSp add mod">
        <pc:chgData name="Dunfrey Pires Aragão" userId="a7272183b7b4f9fa" providerId="LiveId" clId="{BC093FEF-2209-4052-BD12-23EF25E16502}" dt="2025-08-21T01:48:20.461" v="3037" actId="1076"/>
        <pc:sldMkLst>
          <pc:docMk/>
          <pc:sldMk cId="3624316801" sldId="293"/>
        </pc:sldMkLst>
      </pc:sldChg>
      <pc:sldChg chg="add del">
        <pc:chgData name="Dunfrey Pires Aragão" userId="a7272183b7b4f9fa" providerId="LiveId" clId="{BC093FEF-2209-4052-BD12-23EF25E16502}" dt="2025-08-21T01:41:14.737" v="2952"/>
        <pc:sldMkLst>
          <pc:docMk/>
          <pc:sldMk cId="3866261861" sldId="293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3967285722" sldId="294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2381364848" sldId="295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1102862243" sldId="296"/>
        </pc:sldMkLst>
      </pc:sldChg>
    </pc:docChg>
  </pc:docChgLst>
  <pc:docChgLst>
    <pc:chgData name="Dunfrey Pires Aragão" userId="a7272183b7b4f9fa" providerId="LiveId" clId="{BAC91D18-D65A-4EC3-924E-0C30E434E882}"/>
    <pc:docChg chg="undo custSel addSld delSld modSld sldOrd">
      <pc:chgData name="Dunfrey Pires Aragão" userId="a7272183b7b4f9fa" providerId="LiveId" clId="{BAC91D18-D65A-4EC3-924E-0C30E434E882}" dt="2025-09-23T02:21:30.092" v="1747" actId="1076"/>
      <pc:docMkLst>
        <pc:docMk/>
      </pc:docMkLst>
      <pc:sldChg chg="modSp mod">
        <pc:chgData name="Dunfrey Pires Aragão" userId="a7272183b7b4f9fa" providerId="LiveId" clId="{BAC91D18-D65A-4EC3-924E-0C30E434E882}" dt="2025-09-22T14:02:15.068" v="670" actId="790"/>
        <pc:sldMkLst>
          <pc:docMk/>
          <pc:sldMk cId="2693772875" sldId="272"/>
        </pc:sldMkLst>
        <pc:spChg chg="mod">
          <ac:chgData name="Dunfrey Pires Aragão" userId="a7272183b7b4f9fa" providerId="LiveId" clId="{BAC91D18-D65A-4EC3-924E-0C30E434E882}" dt="2025-09-22T14:02:15.068" v="670" actId="790"/>
          <ac:spMkLst>
            <pc:docMk/>
            <pc:sldMk cId="2693772875" sldId="272"/>
            <ac:spMk id="3" creationId="{FEAFA6B6-31A9-38C5-4A6A-6E56C623DAEB}"/>
          </ac:spMkLst>
        </pc:spChg>
        <pc:spChg chg="mod">
          <ac:chgData name="Dunfrey Pires Aragão" userId="a7272183b7b4f9fa" providerId="LiveId" clId="{BAC91D18-D65A-4EC3-924E-0C30E434E882}" dt="2025-09-22T14:02:15.068" v="670" actId="790"/>
          <ac:spMkLst>
            <pc:docMk/>
            <pc:sldMk cId="2693772875" sldId="272"/>
            <ac:spMk id="112" creationId="{BE948C0D-5CF7-1E55-F219-F6129DAB92D5}"/>
          </ac:spMkLst>
        </pc:spChg>
      </pc:sldChg>
      <pc:sldChg chg="addSp delSp modSp add mod">
        <pc:chgData name="Dunfrey Pires Aragão" userId="a7272183b7b4f9fa" providerId="LiveId" clId="{BAC91D18-D65A-4EC3-924E-0C30E434E882}" dt="2025-09-22T14:02:15.068" v="670" actId="790"/>
        <pc:sldMkLst>
          <pc:docMk/>
          <pc:sldMk cId="455110442" sldId="273"/>
        </pc:sldMkLst>
        <pc:spChg chg="mod">
          <ac:chgData name="Dunfrey Pires Aragão" userId="a7272183b7b4f9fa" providerId="LiveId" clId="{BAC91D18-D65A-4EC3-924E-0C30E434E882}" dt="2025-09-22T14:02:15.068" v="670" actId="790"/>
          <ac:spMkLst>
            <pc:docMk/>
            <pc:sldMk cId="455110442" sldId="273"/>
            <ac:spMk id="112" creationId="{F315046A-55B8-2A67-5140-48192F3275AA}"/>
          </ac:spMkLst>
        </pc:spChg>
        <pc:picChg chg="add mod">
          <ac:chgData name="Dunfrey Pires Aragão" userId="a7272183b7b4f9fa" providerId="LiveId" clId="{BAC91D18-D65A-4EC3-924E-0C30E434E882}" dt="2025-09-21T15:20:11.677" v="260" actId="1076"/>
          <ac:picMkLst>
            <pc:docMk/>
            <pc:sldMk cId="455110442" sldId="273"/>
            <ac:picMk id="4" creationId="{E95C2738-9F8E-4E95-5CD6-3E10A256154F}"/>
          </ac:picMkLst>
        </pc:picChg>
      </pc:sldChg>
      <pc:sldChg chg="add del">
        <pc:chgData name="Dunfrey Pires Aragão" userId="a7272183b7b4f9fa" providerId="LiveId" clId="{BAC91D18-D65A-4EC3-924E-0C30E434E882}" dt="2025-09-21T15:17:52.877" v="203" actId="2890"/>
        <pc:sldMkLst>
          <pc:docMk/>
          <pc:sldMk cId="2388565274" sldId="273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2712675742" sldId="273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383449958" sldId="274"/>
        </pc:sldMkLst>
      </pc:sldChg>
      <pc:sldChg chg="modSp add mod ord">
        <pc:chgData name="Dunfrey Pires Aragão" userId="a7272183b7b4f9fa" providerId="LiveId" clId="{BAC91D18-D65A-4EC3-924E-0C30E434E882}" dt="2025-09-22T14:02:15.068" v="670" actId="790"/>
        <pc:sldMkLst>
          <pc:docMk/>
          <pc:sldMk cId="2629982616" sldId="274"/>
        </pc:sldMkLst>
        <pc:spChg chg="mod">
          <ac:chgData name="Dunfrey Pires Aragão" userId="a7272183b7b4f9fa" providerId="LiveId" clId="{BAC91D18-D65A-4EC3-924E-0C30E434E882}" dt="2025-09-22T14:02:15.068" v="670" actId="790"/>
          <ac:spMkLst>
            <pc:docMk/>
            <pc:sldMk cId="2629982616" sldId="274"/>
            <ac:spMk id="3" creationId="{D0E240F7-10F6-4A85-5925-5091745B8D4C}"/>
          </ac:spMkLst>
        </pc:spChg>
        <pc:spChg chg="mod">
          <ac:chgData name="Dunfrey Pires Aragão" userId="a7272183b7b4f9fa" providerId="LiveId" clId="{BAC91D18-D65A-4EC3-924E-0C30E434E882}" dt="2025-09-22T14:02:15.068" v="670" actId="790"/>
          <ac:spMkLst>
            <pc:docMk/>
            <pc:sldMk cId="2629982616" sldId="274"/>
            <ac:spMk id="112" creationId="{66329A0F-9376-BEC2-9D59-315A1F1B0776}"/>
          </ac:spMkLst>
        </pc:spChg>
      </pc:sldChg>
      <pc:sldChg chg="add del replId">
        <pc:chgData name="Dunfrey Pires Aragão" userId="a7272183b7b4f9fa" providerId="LiveId" clId="{BAC91D18-D65A-4EC3-924E-0C30E434E882}" dt="2025-09-21T15:17:52.877" v="203" actId="2890"/>
        <pc:sldMkLst>
          <pc:docMk/>
          <pc:sldMk cId="3617653540" sldId="274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1484859979" sldId="275"/>
        </pc:sldMkLst>
      </pc:sldChg>
      <pc:sldChg chg="addSp delSp modSp add mod">
        <pc:chgData name="Dunfrey Pires Aragão" userId="a7272183b7b4f9fa" providerId="LiveId" clId="{BAC91D18-D65A-4EC3-924E-0C30E434E882}" dt="2025-09-22T14:02:15.068" v="670" actId="790"/>
        <pc:sldMkLst>
          <pc:docMk/>
          <pc:sldMk cId="3002609995" sldId="275"/>
        </pc:sldMkLst>
        <pc:spChg chg="mod">
          <ac:chgData name="Dunfrey Pires Aragão" userId="a7272183b7b4f9fa" providerId="LiveId" clId="{BAC91D18-D65A-4EC3-924E-0C30E434E882}" dt="2025-09-22T14:02:15.068" v="670" actId="790"/>
          <ac:spMkLst>
            <pc:docMk/>
            <pc:sldMk cId="3002609995" sldId="275"/>
            <ac:spMk id="112" creationId="{80E0288D-0B43-0618-5541-EFB99FA82166}"/>
          </ac:spMkLst>
        </pc:spChg>
        <pc:picChg chg="add mod">
          <ac:chgData name="Dunfrey Pires Aragão" userId="a7272183b7b4f9fa" providerId="LiveId" clId="{BAC91D18-D65A-4EC3-924E-0C30E434E882}" dt="2025-09-21T15:31:05.298" v="469" actId="1035"/>
          <ac:picMkLst>
            <pc:docMk/>
            <pc:sldMk cId="3002609995" sldId="275"/>
            <ac:picMk id="4" creationId="{AAC10205-E611-6705-EFC2-0852DA7D0A55}"/>
          </ac:picMkLst>
        </pc:picChg>
        <pc:picChg chg="add mod">
          <ac:chgData name="Dunfrey Pires Aragão" userId="a7272183b7b4f9fa" providerId="LiveId" clId="{BAC91D18-D65A-4EC3-924E-0C30E434E882}" dt="2025-09-21T15:30:59.191" v="464" actId="14100"/>
          <ac:picMkLst>
            <pc:docMk/>
            <pc:sldMk cId="3002609995" sldId="275"/>
            <ac:picMk id="6" creationId="{54F15866-D7E0-4B83-C53C-3126898BEA69}"/>
          </ac:picMkLst>
        </pc:picChg>
        <pc:picChg chg="mod">
          <ac:chgData name="Dunfrey Pires Aragão" userId="a7272183b7b4f9fa" providerId="LiveId" clId="{BAC91D18-D65A-4EC3-924E-0C30E434E882}" dt="2025-09-21T15:30:36.166" v="460" actId="1076"/>
          <ac:picMkLst>
            <pc:docMk/>
            <pc:sldMk cId="3002609995" sldId="275"/>
            <ac:picMk id="110" creationId="{1C950FA3-C509-FDE2-2A85-1C3AE1324745}"/>
          </ac:picMkLst>
        </pc:picChg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306389745" sldId="276"/>
        </pc:sldMkLst>
      </pc:sldChg>
      <pc:sldChg chg="addSp delSp modSp add mod">
        <pc:chgData name="Dunfrey Pires Aragão" userId="a7272183b7b4f9fa" providerId="LiveId" clId="{BAC91D18-D65A-4EC3-924E-0C30E434E882}" dt="2025-09-22T14:02:15.068" v="670" actId="790"/>
        <pc:sldMkLst>
          <pc:docMk/>
          <pc:sldMk cId="540805268" sldId="276"/>
        </pc:sldMkLst>
        <pc:spChg chg="add mod">
          <ac:chgData name="Dunfrey Pires Aragão" userId="a7272183b7b4f9fa" providerId="LiveId" clId="{BAC91D18-D65A-4EC3-924E-0C30E434E882}" dt="2025-09-22T14:02:15.068" v="670" actId="790"/>
          <ac:spMkLst>
            <pc:docMk/>
            <pc:sldMk cId="540805268" sldId="276"/>
            <ac:spMk id="3" creationId="{DC896DB6-E819-7D3A-39C7-894761AAC097}"/>
          </ac:spMkLst>
        </pc:spChg>
        <pc:spChg chg="add mod">
          <ac:chgData name="Dunfrey Pires Aragão" userId="a7272183b7b4f9fa" providerId="LiveId" clId="{BAC91D18-D65A-4EC3-924E-0C30E434E882}" dt="2025-09-22T14:02:15.068" v="670" actId="790"/>
          <ac:spMkLst>
            <pc:docMk/>
            <pc:sldMk cId="540805268" sldId="276"/>
            <ac:spMk id="7" creationId="{68D7D960-B7FE-DA1E-26B1-7710ADD93DBA}"/>
          </ac:spMkLst>
        </pc:spChg>
        <pc:spChg chg="add mod">
          <ac:chgData name="Dunfrey Pires Aragão" userId="a7272183b7b4f9fa" providerId="LiveId" clId="{BAC91D18-D65A-4EC3-924E-0C30E434E882}" dt="2025-09-22T14:02:15.068" v="670" actId="790"/>
          <ac:spMkLst>
            <pc:docMk/>
            <pc:sldMk cId="540805268" sldId="276"/>
            <ac:spMk id="8" creationId="{9310FD3B-7E1E-10F4-DE53-F01700BDF4DE}"/>
          </ac:spMkLst>
        </pc:spChg>
        <pc:spChg chg="add mod">
          <ac:chgData name="Dunfrey Pires Aragão" userId="a7272183b7b4f9fa" providerId="LiveId" clId="{BAC91D18-D65A-4EC3-924E-0C30E434E882}" dt="2025-09-22T14:02:15.068" v="670" actId="790"/>
          <ac:spMkLst>
            <pc:docMk/>
            <pc:sldMk cId="540805268" sldId="276"/>
            <ac:spMk id="9" creationId="{F788328B-C94E-6B28-4FD7-65A5BEFD602C}"/>
          </ac:spMkLst>
        </pc:spChg>
        <pc:spChg chg="mod">
          <ac:chgData name="Dunfrey Pires Aragão" userId="a7272183b7b4f9fa" providerId="LiveId" clId="{BAC91D18-D65A-4EC3-924E-0C30E434E882}" dt="2025-09-22T14:02:15.068" v="670" actId="790"/>
          <ac:spMkLst>
            <pc:docMk/>
            <pc:sldMk cId="540805268" sldId="276"/>
            <ac:spMk id="112" creationId="{2834261E-DC2E-6743-2454-A76FD39C2797}"/>
          </ac:spMkLst>
        </pc:spChg>
        <pc:picChg chg="mod">
          <ac:chgData name="Dunfrey Pires Aragão" userId="a7272183b7b4f9fa" providerId="LiveId" clId="{BAC91D18-D65A-4EC3-924E-0C30E434E882}" dt="2025-09-21T15:50:01.713" v="560" actId="1076"/>
          <ac:picMkLst>
            <pc:docMk/>
            <pc:sldMk cId="540805268" sldId="276"/>
            <ac:picMk id="110" creationId="{86034F36-A2A3-E65C-5D12-08D977EEC83B}"/>
          </ac:picMkLst>
        </pc:picChg>
      </pc:sldChg>
      <pc:sldChg chg="new del">
        <pc:chgData name="Dunfrey Pires Aragão" userId="a7272183b7b4f9fa" providerId="LiveId" clId="{BAC91D18-D65A-4EC3-924E-0C30E434E882}" dt="2025-09-21T15:43:22.776" v="471" actId="680"/>
        <pc:sldMkLst>
          <pc:docMk/>
          <pc:sldMk cId="2109023974" sldId="276"/>
        </pc:sldMkLst>
      </pc:sldChg>
      <pc:sldChg chg="addSp delSp modSp add mod">
        <pc:chgData name="Dunfrey Pires Aragão" userId="a7272183b7b4f9fa" providerId="LiveId" clId="{BAC91D18-D65A-4EC3-924E-0C30E434E882}" dt="2025-09-22T14:02:15.068" v="670" actId="790"/>
        <pc:sldMkLst>
          <pc:docMk/>
          <pc:sldMk cId="1566412879" sldId="277"/>
        </pc:sldMkLst>
        <pc:spChg chg="mod">
          <ac:chgData name="Dunfrey Pires Aragão" userId="a7272183b7b4f9fa" providerId="LiveId" clId="{BAC91D18-D65A-4EC3-924E-0C30E434E882}" dt="2025-09-22T14:02:15.068" v="670" actId="790"/>
          <ac:spMkLst>
            <pc:docMk/>
            <pc:sldMk cId="1566412879" sldId="277"/>
            <ac:spMk id="112" creationId="{9EF73B6A-2CC7-8C0F-D78F-C2818D5212F8}"/>
          </ac:spMkLst>
        </pc:spChg>
        <pc:picChg chg="add mod">
          <ac:chgData name="Dunfrey Pires Aragão" userId="a7272183b7b4f9fa" providerId="LiveId" clId="{BAC91D18-D65A-4EC3-924E-0C30E434E882}" dt="2025-09-21T23:57:12.945" v="568" actId="1076"/>
          <ac:picMkLst>
            <pc:docMk/>
            <pc:sldMk cId="1566412879" sldId="277"/>
            <ac:picMk id="4" creationId="{B2C80D3E-2C97-259A-62BE-F2613FDB11B1}"/>
          </ac:picMkLst>
        </pc:picChg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4052768942" sldId="277"/>
        </pc:sldMkLst>
      </pc:sldChg>
      <pc:sldChg chg="modSp add mod ord">
        <pc:chgData name="Dunfrey Pires Aragão" userId="a7272183b7b4f9fa" providerId="LiveId" clId="{BAC91D18-D65A-4EC3-924E-0C30E434E882}" dt="2025-09-22T14:03:45.473" v="847" actId="20577"/>
        <pc:sldMkLst>
          <pc:docMk/>
          <pc:sldMk cId="2631067196" sldId="278"/>
        </pc:sldMkLst>
        <pc:spChg chg="mod">
          <ac:chgData name="Dunfrey Pires Aragão" userId="a7272183b7b4f9fa" providerId="LiveId" clId="{BAC91D18-D65A-4EC3-924E-0C30E434E882}" dt="2025-09-22T14:03:45.473" v="847" actId="20577"/>
          <ac:spMkLst>
            <pc:docMk/>
            <pc:sldMk cId="2631067196" sldId="278"/>
            <ac:spMk id="3" creationId="{AECEA353-884F-0A95-66B1-1A02933EF60F}"/>
          </ac:spMkLst>
        </pc:spChg>
        <pc:spChg chg="mod">
          <ac:chgData name="Dunfrey Pires Aragão" userId="a7272183b7b4f9fa" providerId="LiveId" clId="{BAC91D18-D65A-4EC3-924E-0C30E434E882}" dt="2025-09-22T14:02:15.068" v="670" actId="790"/>
          <ac:spMkLst>
            <pc:docMk/>
            <pc:sldMk cId="2631067196" sldId="278"/>
            <ac:spMk id="112" creationId="{7761C674-69E4-CCDA-4D0D-40BD8CF3E53C}"/>
          </ac:spMkLst>
        </pc:spChg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2656992325" sldId="278"/>
        </pc:sldMkLst>
      </pc:sldChg>
      <pc:sldChg chg="add del">
        <pc:chgData name="Dunfrey Pires Aragão" userId="a7272183b7b4f9fa" providerId="LiveId" clId="{BAC91D18-D65A-4EC3-924E-0C30E434E882}" dt="2025-09-22T14:05:08.942" v="849" actId="47"/>
        <pc:sldMkLst>
          <pc:docMk/>
          <pc:sldMk cId="392140053" sldId="279"/>
        </pc:sldMkLst>
      </pc:sldChg>
      <pc:sldChg chg="addSp delSp modSp add mod">
        <pc:chgData name="Dunfrey Pires Aragão" userId="a7272183b7b4f9fa" providerId="LiveId" clId="{BAC91D18-D65A-4EC3-924E-0C30E434E882}" dt="2025-09-22T14:08:08.402" v="885" actId="1076"/>
        <pc:sldMkLst>
          <pc:docMk/>
          <pc:sldMk cId="743883733" sldId="279"/>
        </pc:sldMkLst>
        <pc:spChg chg="del">
          <ac:chgData name="Dunfrey Pires Aragão" userId="a7272183b7b4f9fa" providerId="LiveId" clId="{BAC91D18-D65A-4EC3-924E-0C30E434E882}" dt="2025-09-22T14:05:16.634" v="853" actId="478"/>
          <ac:spMkLst>
            <pc:docMk/>
            <pc:sldMk cId="743883733" sldId="279"/>
            <ac:spMk id="3" creationId="{7D12F808-E8BF-EF20-33E3-7C6823F4D454}"/>
          </ac:spMkLst>
        </pc:spChg>
        <pc:spChg chg="add mod">
          <ac:chgData name="Dunfrey Pires Aragão" userId="a7272183b7b4f9fa" providerId="LiveId" clId="{BAC91D18-D65A-4EC3-924E-0C30E434E882}" dt="2025-09-22T14:08:08.402" v="885" actId="1076"/>
          <ac:spMkLst>
            <pc:docMk/>
            <pc:sldMk cId="743883733" sldId="279"/>
            <ac:spMk id="4" creationId="{2DDE5CA4-306C-B350-D543-50307EFFB5E1}"/>
          </ac:spMkLst>
        </pc:spChg>
        <pc:spChg chg="add mod">
          <ac:chgData name="Dunfrey Pires Aragão" userId="a7272183b7b4f9fa" providerId="LiveId" clId="{BAC91D18-D65A-4EC3-924E-0C30E434E882}" dt="2025-09-22T14:08:08.402" v="885" actId="1076"/>
          <ac:spMkLst>
            <pc:docMk/>
            <pc:sldMk cId="743883733" sldId="279"/>
            <ac:spMk id="6" creationId="{0AEF7C62-2E2B-FC79-D257-1EA1BE32A704}"/>
          </ac:spMkLst>
        </pc:spChg>
        <pc:picChg chg="add del mod">
          <ac:chgData name="Dunfrey Pires Aragão" userId="a7272183b7b4f9fa" providerId="LiveId" clId="{BAC91D18-D65A-4EC3-924E-0C30E434E882}" dt="2025-09-22T14:07:59.962" v="883" actId="1076"/>
          <ac:picMkLst>
            <pc:docMk/>
            <pc:sldMk cId="743883733" sldId="279"/>
            <ac:picMk id="110" creationId="{6A94388C-B65F-542B-1451-9830655C2CB8}"/>
          </ac:picMkLst>
        </pc:picChg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1569741345" sldId="279"/>
        </pc:sldMkLst>
      </pc:sldChg>
      <pc:sldChg chg="addSp modSp add mod ord">
        <pc:chgData name="Dunfrey Pires Aragão" userId="a7272183b7b4f9fa" providerId="LiveId" clId="{BAC91D18-D65A-4EC3-924E-0C30E434E882}" dt="2025-09-22T23:29:47.963" v="1169" actId="113"/>
        <pc:sldMkLst>
          <pc:docMk/>
          <pc:sldMk cId="1430052879" sldId="280"/>
        </pc:sldMkLst>
        <pc:spChg chg="mod">
          <ac:chgData name="Dunfrey Pires Aragão" userId="a7272183b7b4f9fa" providerId="LiveId" clId="{BAC91D18-D65A-4EC3-924E-0C30E434E882}" dt="2025-09-22T23:29:47.963" v="1169" actId="113"/>
          <ac:spMkLst>
            <pc:docMk/>
            <pc:sldMk cId="1430052879" sldId="280"/>
            <ac:spMk id="3" creationId="{A1F77CC7-C218-607A-33D9-41D8E993CE5D}"/>
          </ac:spMkLst>
        </pc:spChg>
        <pc:spChg chg="add mod">
          <ac:chgData name="Dunfrey Pires Aragão" userId="a7272183b7b4f9fa" providerId="LiveId" clId="{BAC91D18-D65A-4EC3-924E-0C30E434E882}" dt="2025-09-22T22:53:57.483" v="932" actId="403"/>
          <ac:spMkLst>
            <pc:docMk/>
            <pc:sldMk cId="1430052879" sldId="280"/>
            <ac:spMk id="4" creationId="{C8E8CDEF-2C70-E942-0D7B-DB057B78CF53}"/>
          </ac:spMkLst>
        </pc:spChg>
      </pc:sldChg>
      <pc:sldChg chg="add del">
        <pc:chgData name="Dunfrey Pires Aragão" userId="a7272183b7b4f9fa" providerId="LiveId" clId="{BAC91D18-D65A-4EC3-924E-0C30E434E882}" dt="2025-09-22T14:08:13.373" v="887" actId="2890"/>
        <pc:sldMkLst>
          <pc:docMk/>
          <pc:sldMk cId="3940824531" sldId="280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3964582281" sldId="280"/>
        </pc:sldMkLst>
      </pc:sldChg>
      <pc:sldChg chg="addSp delSp modSp add mod ord">
        <pc:chgData name="Dunfrey Pires Aragão" userId="a7272183b7b4f9fa" providerId="LiveId" clId="{BAC91D18-D65A-4EC3-924E-0C30E434E882}" dt="2025-09-22T23:34:03.364" v="1184" actId="1076"/>
        <pc:sldMkLst>
          <pc:docMk/>
          <pc:sldMk cId="1926579495" sldId="281"/>
        </pc:sldMkLst>
        <pc:spChg chg="del">
          <ac:chgData name="Dunfrey Pires Aragão" userId="a7272183b7b4f9fa" providerId="LiveId" clId="{BAC91D18-D65A-4EC3-924E-0C30E434E882}" dt="2025-09-22T23:29:58.427" v="1170" actId="478"/>
          <ac:spMkLst>
            <pc:docMk/>
            <pc:sldMk cId="1926579495" sldId="281"/>
            <ac:spMk id="3" creationId="{ACE9DA5E-3611-787F-2E09-F14F0E0E0C71}"/>
          </ac:spMkLst>
        </pc:spChg>
        <pc:spChg chg="del mod">
          <ac:chgData name="Dunfrey Pires Aragão" userId="a7272183b7b4f9fa" providerId="LiveId" clId="{BAC91D18-D65A-4EC3-924E-0C30E434E882}" dt="2025-09-22T23:30:00.933" v="1172" actId="478"/>
          <ac:spMkLst>
            <pc:docMk/>
            <pc:sldMk cId="1926579495" sldId="281"/>
            <ac:spMk id="4" creationId="{0A1F09CC-1BFB-B276-8A18-A91EDB1CD4BC}"/>
          </ac:spMkLst>
        </pc:spChg>
        <pc:spChg chg="add mod">
          <ac:chgData name="Dunfrey Pires Aragão" userId="a7272183b7b4f9fa" providerId="LiveId" clId="{BAC91D18-D65A-4EC3-924E-0C30E434E882}" dt="2025-09-22T23:34:03.364" v="1184" actId="1076"/>
          <ac:spMkLst>
            <pc:docMk/>
            <pc:sldMk cId="1926579495" sldId="281"/>
            <ac:spMk id="5" creationId="{28CAE061-A1A8-91CB-E905-28C1A6A0E1FB}"/>
          </ac:spMkLst>
        </pc:spChg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2009738390" sldId="281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2273909744" sldId="282"/>
        </pc:sldMkLst>
      </pc:sldChg>
      <pc:sldChg chg="addSp delSp modSp add del mod">
        <pc:chgData name="Dunfrey Pires Aragão" userId="a7272183b7b4f9fa" providerId="LiveId" clId="{BAC91D18-D65A-4EC3-924E-0C30E434E882}" dt="2025-09-22T23:56:43.142" v="1353" actId="47"/>
        <pc:sldMkLst>
          <pc:docMk/>
          <pc:sldMk cId="2572129761" sldId="282"/>
        </pc:sldMkLst>
        <pc:spChg chg="del">
          <ac:chgData name="Dunfrey Pires Aragão" userId="a7272183b7b4f9fa" providerId="LiveId" clId="{BAC91D18-D65A-4EC3-924E-0C30E434E882}" dt="2025-09-22T23:42:23.871" v="1185" actId="478"/>
          <ac:spMkLst>
            <pc:docMk/>
            <pc:sldMk cId="2572129761" sldId="282"/>
            <ac:spMk id="3" creationId="{83CD6B52-E5C3-B58A-981B-F9ED9FA309B9}"/>
          </ac:spMkLst>
        </pc:spChg>
        <pc:spChg chg="del">
          <ac:chgData name="Dunfrey Pires Aragão" userId="a7272183b7b4f9fa" providerId="LiveId" clId="{BAC91D18-D65A-4EC3-924E-0C30E434E882}" dt="2025-09-22T23:42:23.871" v="1185" actId="478"/>
          <ac:spMkLst>
            <pc:docMk/>
            <pc:sldMk cId="2572129761" sldId="282"/>
            <ac:spMk id="4" creationId="{D277EA9A-ED4E-5873-FAD3-442CCA05B0CD}"/>
          </ac:spMkLst>
        </pc:spChg>
        <pc:spChg chg="add mod">
          <ac:chgData name="Dunfrey Pires Aragão" userId="a7272183b7b4f9fa" providerId="LiveId" clId="{BAC91D18-D65A-4EC3-924E-0C30E434E882}" dt="2025-09-22T23:42:43.373" v="1192" actId="1076"/>
          <ac:spMkLst>
            <pc:docMk/>
            <pc:sldMk cId="2572129761" sldId="282"/>
            <ac:spMk id="5" creationId="{A55315A8-5DBE-3F07-57F3-BC5DB2D594DA}"/>
          </ac:spMkLst>
        </pc:spChg>
        <pc:spChg chg="add mod">
          <ac:chgData name="Dunfrey Pires Aragão" userId="a7272183b7b4f9fa" providerId="LiveId" clId="{BAC91D18-D65A-4EC3-924E-0C30E434E882}" dt="2025-09-22T23:43:06.894" v="1201" actId="2710"/>
          <ac:spMkLst>
            <pc:docMk/>
            <pc:sldMk cId="2572129761" sldId="282"/>
            <ac:spMk id="7" creationId="{87646E35-ED31-8844-E912-BA95FAC61390}"/>
          </ac:spMkLst>
        </pc:spChg>
      </pc:sldChg>
      <pc:sldChg chg="addSp delSp modSp add mod ord">
        <pc:chgData name="Dunfrey Pires Aragão" userId="a7272183b7b4f9fa" providerId="LiveId" clId="{BAC91D18-D65A-4EC3-924E-0C30E434E882}" dt="2025-09-22T23:46:07.884" v="1352" actId="1076"/>
        <pc:sldMkLst>
          <pc:docMk/>
          <pc:sldMk cId="1213289978" sldId="283"/>
        </pc:sldMkLst>
        <pc:spChg chg="add mod">
          <ac:chgData name="Dunfrey Pires Aragão" userId="a7272183b7b4f9fa" providerId="LiveId" clId="{BAC91D18-D65A-4EC3-924E-0C30E434E882}" dt="2025-09-22T23:44:11.923" v="1303" actId="1076"/>
          <ac:spMkLst>
            <pc:docMk/>
            <pc:sldMk cId="1213289978" sldId="283"/>
            <ac:spMk id="2" creationId="{BEBEDBDC-0928-F4EB-FCA1-508A0DD044BB}"/>
          </ac:spMkLst>
        </pc:spChg>
        <pc:spChg chg="mod">
          <ac:chgData name="Dunfrey Pires Aragão" userId="a7272183b7b4f9fa" providerId="LiveId" clId="{BAC91D18-D65A-4EC3-924E-0C30E434E882}" dt="2025-09-22T23:44:34.861" v="1330" actId="20577"/>
          <ac:spMkLst>
            <pc:docMk/>
            <pc:sldMk cId="1213289978" sldId="283"/>
            <ac:spMk id="3" creationId="{785FE308-534E-74D7-E5AC-034E548B0188}"/>
          </ac:spMkLst>
        </pc:spChg>
        <pc:spChg chg="del">
          <ac:chgData name="Dunfrey Pires Aragão" userId="a7272183b7b4f9fa" providerId="LiveId" clId="{BAC91D18-D65A-4EC3-924E-0C30E434E882}" dt="2025-09-22T23:43:20.013" v="1205" actId="478"/>
          <ac:spMkLst>
            <pc:docMk/>
            <pc:sldMk cId="1213289978" sldId="283"/>
            <ac:spMk id="4" creationId="{B495687F-55AA-DEC0-D668-D690C6793D9A}"/>
          </ac:spMkLst>
        </pc:spChg>
        <pc:spChg chg="add mod">
          <ac:chgData name="Dunfrey Pires Aragão" userId="a7272183b7b4f9fa" providerId="LiveId" clId="{BAC91D18-D65A-4EC3-924E-0C30E434E882}" dt="2025-09-22T23:46:07.884" v="1352" actId="1076"/>
          <ac:spMkLst>
            <pc:docMk/>
            <pc:sldMk cId="1213289978" sldId="283"/>
            <ac:spMk id="5" creationId="{B0E63ED6-F404-7EC9-2352-74F0DDB6FF48}"/>
          </ac:spMkLst>
        </pc:spChg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2785691304" sldId="283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93567873" sldId="284"/>
        </pc:sldMkLst>
      </pc:sldChg>
      <pc:sldChg chg="addSp delSp modSp add mod">
        <pc:chgData name="Dunfrey Pires Aragão" userId="a7272183b7b4f9fa" providerId="LiveId" clId="{BAC91D18-D65A-4EC3-924E-0C30E434E882}" dt="2025-09-23T00:00:55.032" v="1408" actId="1076"/>
        <pc:sldMkLst>
          <pc:docMk/>
          <pc:sldMk cId="659577095" sldId="284"/>
        </pc:sldMkLst>
        <pc:spChg chg="del">
          <ac:chgData name="Dunfrey Pires Aragão" userId="a7272183b7b4f9fa" providerId="LiveId" clId="{BAC91D18-D65A-4EC3-924E-0C30E434E882}" dt="2025-09-22T23:57:24.462" v="1398" actId="478"/>
          <ac:spMkLst>
            <pc:docMk/>
            <pc:sldMk cId="659577095" sldId="284"/>
            <ac:spMk id="2" creationId="{A4545A9B-BD2A-2623-710D-D7ACC587B64E}"/>
          </ac:spMkLst>
        </pc:spChg>
        <pc:spChg chg="mod">
          <ac:chgData name="Dunfrey Pires Aragão" userId="a7272183b7b4f9fa" providerId="LiveId" clId="{BAC91D18-D65A-4EC3-924E-0C30E434E882}" dt="2025-09-22T23:57:21.507" v="1397" actId="14100"/>
          <ac:spMkLst>
            <pc:docMk/>
            <pc:sldMk cId="659577095" sldId="284"/>
            <ac:spMk id="3" creationId="{BB224AB6-3C67-ADA7-3EEA-61676ADB42B2}"/>
          </ac:spMkLst>
        </pc:spChg>
        <pc:spChg chg="del mod">
          <ac:chgData name="Dunfrey Pires Aragão" userId="a7272183b7b4f9fa" providerId="LiveId" clId="{BAC91D18-D65A-4EC3-924E-0C30E434E882}" dt="2025-09-22T23:57:27.869" v="1400" actId="478"/>
          <ac:spMkLst>
            <pc:docMk/>
            <pc:sldMk cId="659577095" sldId="284"/>
            <ac:spMk id="5" creationId="{F7E00904-66D4-DD3B-1B86-2DF8F478F100}"/>
          </ac:spMkLst>
        </pc:spChg>
        <pc:spChg chg="add mod">
          <ac:chgData name="Dunfrey Pires Aragão" userId="a7272183b7b4f9fa" providerId="LiveId" clId="{BAC91D18-D65A-4EC3-924E-0C30E434E882}" dt="2025-09-23T00:00:55.032" v="1408" actId="1076"/>
          <ac:spMkLst>
            <pc:docMk/>
            <pc:sldMk cId="659577095" sldId="284"/>
            <ac:spMk id="6" creationId="{CDABA15C-A21E-0D12-1774-824B0EC30395}"/>
          </ac:spMkLst>
        </pc:spChg>
      </pc:sldChg>
      <pc:sldChg chg="addSp delSp modSp add mod ord">
        <pc:chgData name="Dunfrey Pires Aragão" userId="a7272183b7b4f9fa" providerId="LiveId" clId="{BAC91D18-D65A-4EC3-924E-0C30E434E882}" dt="2025-09-23T00:58:35.346" v="1476" actId="1076"/>
        <pc:sldMkLst>
          <pc:docMk/>
          <pc:sldMk cId="2194398821" sldId="285"/>
        </pc:sldMkLst>
        <pc:spChg chg="del">
          <ac:chgData name="Dunfrey Pires Aragão" userId="a7272183b7b4f9fa" providerId="LiveId" clId="{BAC91D18-D65A-4EC3-924E-0C30E434E882}" dt="2025-09-23T00:45:17.789" v="1412" actId="478"/>
          <ac:spMkLst>
            <pc:docMk/>
            <pc:sldMk cId="2194398821" sldId="285"/>
            <ac:spMk id="2" creationId="{9E1A17B5-950D-55A5-97C8-A5D8DE84B55C}"/>
          </ac:spMkLst>
        </pc:spChg>
        <pc:spChg chg="mod">
          <ac:chgData name="Dunfrey Pires Aragão" userId="a7272183b7b4f9fa" providerId="LiveId" clId="{BAC91D18-D65A-4EC3-924E-0C30E434E882}" dt="2025-09-23T00:50:43.978" v="1467" actId="20577"/>
          <ac:spMkLst>
            <pc:docMk/>
            <pc:sldMk cId="2194398821" sldId="285"/>
            <ac:spMk id="3" creationId="{715A3CF9-D6AA-074F-D761-29BF336B31C1}"/>
          </ac:spMkLst>
        </pc:spChg>
        <pc:spChg chg="del">
          <ac:chgData name="Dunfrey Pires Aragão" userId="a7272183b7b4f9fa" providerId="LiveId" clId="{BAC91D18-D65A-4EC3-924E-0C30E434E882}" dt="2025-09-23T00:45:19.155" v="1413" actId="478"/>
          <ac:spMkLst>
            <pc:docMk/>
            <pc:sldMk cId="2194398821" sldId="285"/>
            <ac:spMk id="5" creationId="{18D72611-56E3-6D0D-7271-2C2298D665A0}"/>
          </ac:spMkLst>
        </pc:spChg>
        <pc:spChg chg="add mod">
          <ac:chgData name="Dunfrey Pires Aragão" userId="a7272183b7b4f9fa" providerId="LiveId" clId="{BAC91D18-D65A-4EC3-924E-0C30E434E882}" dt="2025-09-23T00:58:35.346" v="1476" actId="1076"/>
          <ac:spMkLst>
            <pc:docMk/>
            <pc:sldMk cId="2194398821" sldId="285"/>
            <ac:spMk id="6" creationId="{C924EF25-CA56-9BC6-0574-060BFFD7AFD8}"/>
          </ac:spMkLst>
        </pc:spChg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2327090450" sldId="285"/>
        </pc:sldMkLst>
      </pc:sldChg>
      <pc:sldChg chg="add">
        <pc:chgData name="Dunfrey Pires Aragão" userId="a7272183b7b4f9fa" providerId="LiveId" clId="{BAC91D18-D65A-4EC3-924E-0C30E434E882}" dt="2025-09-23T00:58:43.841" v="1477"/>
        <pc:sldMkLst>
          <pc:docMk/>
          <pc:sldMk cId="1476346048" sldId="286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1550310859" sldId="286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1645765549" sldId="287"/>
        </pc:sldMkLst>
      </pc:sldChg>
      <pc:sldChg chg="addSp delSp modSp add mod">
        <pc:chgData name="Dunfrey Pires Aragão" userId="a7272183b7b4f9fa" providerId="LiveId" clId="{BAC91D18-D65A-4EC3-924E-0C30E434E882}" dt="2025-09-23T01:39:35.659" v="1521" actId="11529"/>
        <pc:sldMkLst>
          <pc:docMk/>
          <pc:sldMk cId="4196889776" sldId="287"/>
        </pc:sldMkLst>
        <pc:spChg chg="mod">
          <ac:chgData name="Dunfrey Pires Aragão" userId="a7272183b7b4f9fa" providerId="LiveId" clId="{BAC91D18-D65A-4EC3-924E-0C30E434E882}" dt="2025-09-23T01:32:13.574" v="1490" actId="20577"/>
          <ac:spMkLst>
            <pc:docMk/>
            <pc:sldMk cId="4196889776" sldId="287"/>
            <ac:spMk id="3" creationId="{1A48CC53-6777-B137-6524-729A2378876E}"/>
          </ac:spMkLst>
        </pc:spChg>
        <pc:spChg chg="add del mod">
          <ac:chgData name="Dunfrey Pires Aragão" userId="a7272183b7b4f9fa" providerId="LiveId" clId="{BAC91D18-D65A-4EC3-924E-0C30E434E882}" dt="2025-09-23T01:33:17.894" v="1502" actId="478"/>
          <ac:spMkLst>
            <pc:docMk/>
            <pc:sldMk cId="4196889776" sldId="287"/>
            <ac:spMk id="4" creationId="{58743553-0E8B-CABA-DF12-258892AC45E2}"/>
          </ac:spMkLst>
        </pc:spChg>
        <pc:spChg chg="del">
          <ac:chgData name="Dunfrey Pires Aragão" userId="a7272183b7b4f9fa" providerId="LiveId" clId="{BAC91D18-D65A-4EC3-924E-0C30E434E882}" dt="2025-09-23T01:32:17.762" v="1493" actId="478"/>
          <ac:spMkLst>
            <pc:docMk/>
            <pc:sldMk cId="4196889776" sldId="287"/>
            <ac:spMk id="6" creationId="{4CB7D43E-3B5C-4A18-9063-CD33948FC32A}"/>
          </ac:spMkLst>
        </pc:spChg>
        <pc:spChg chg="add mod">
          <ac:chgData name="Dunfrey Pires Aragão" userId="a7272183b7b4f9fa" providerId="LiveId" clId="{BAC91D18-D65A-4EC3-924E-0C30E434E882}" dt="2025-09-23T01:33:34.306" v="1511" actId="1076"/>
          <ac:spMkLst>
            <pc:docMk/>
            <pc:sldMk cId="4196889776" sldId="287"/>
            <ac:spMk id="7" creationId="{D90A4F63-D713-C1DC-7D14-C4967F058993}"/>
          </ac:spMkLst>
        </pc:spChg>
        <pc:spChg chg="add mod">
          <ac:chgData name="Dunfrey Pires Aragão" userId="a7272183b7b4f9fa" providerId="LiveId" clId="{BAC91D18-D65A-4EC3-924E-0C30E434E882}" dt="2025-09-23T01:39:23.192" v="1518" actId="1076"/>
          <ac:spMkLst>
            <pc:docMk/>
            <pc:sldMk cId="4196889776" sldId="287"/>
            <ac:spMk id="9" creationId="{25A63B29-3A68-1FBF-E0C2-68D92C9178B5}"/>
          </ac:spMkLst>
        </pc:spChg>
        <pc:spChg chg="add">
          <ac:chgData name="Dunfrey Pires Aragão" userId="a7272183b7b4f9fa" providerId="LiveId" clId="{BAC91D18-D65A-4EC3-924E-0C30E434E882}" dt="2025-09-23T01:39:35.659" v="1521" actId="11529"/>
          <ac:spMkLst>
            <pc:docMk/>
            <pc:sldMk cId="4196889776" sldId="287"/>
            <ac:spMk id="12" creationId="{2339B496-0616-A5D0-6E84-B5A432892CE2}"/>
          </ac:spMkLst>
        </pc:spChg>
        <pc:picChg chg="add del mod">
          <ac:chgData name="Dunfrey Pires Aragão" userId="a7272183b7b4f9fa" providerId="LiveId" clId="{BAC91D18-D65A-4EC3-924E-0C30E434E882}" dt="2025-09-23T01:33:28.881" v="1510" actId="1076"/>
          <ac:picMkLst>
            <pc:docMk/>
            <pc:sldMk cId="4196889776" sldId="287"/>
            <ac:picMk id="110" creationId="{D94FD533-8898-A58C-EE60-C5F78DEE4754}"/>
          </ac:picMkLst>
        </pc:picChg>
        <pc:cxnChg chg="add del">
          <ac:chgData name="Dunfrey Pires Aragão" userId="a7272183b7b4f9fa" providerId="LiveId" clId="{BAC91D18-D65A-4EC3-924E-0C30E434E882}" dt="2025-09-23T01:39:29.722" v="1520" actId="478"/>
          <ac:cxnSpMkLst>
            <pc:docMk/>
            <pc:sldMk cId="4196889776" sldId="287"/>
            <ac:cxnSpMk id="11" creationId="{7D3BAF6E-8C8D-0C0D-CB4A-CEABAEA0E48C}"/>
          </ac:cxnSpMkLst>
        </pc:cxnChg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430332802" sldId="288"/>
        </pc:sldMkLst>
      </pc:sldChg>
      <pc:sldChg chg="addSp delSp modSp add mod">
        <pc:chgData name="Dunfrey Pires Aragão" userId="a7272183b7b4f9fa" providerId="LiveId" clId="{BAC91D18-D65A-4EC3-924E-0C30E434E882}" dt="2025-09-23T02:01:55.944" v="1600" actId="1076"/>
        <pc:sldMkLst>
          <pc:docMk/>
          <pc:sldMk cId="2236048603" sldId="288"/>
        </pc:sldMkLst>
        <pc:spChg chg="mod">
          <ac:chgData name="Dunfrey Pires Aragão" userId="a7272183b7b4f9fa" providerId="LiveId" clId="{BAC91D18-D65A-4EC3-924E-0C30E434E882}" dt="2025-09-23T01:50:32.122" v="1567" actId="20577"/>
          <ac:spMkLst>
            <pc:docMk/>
            <pc:sldMk cId="2236048603" sldId="288"/>
            <ac:spMk id="3" creationId="{D97659B0-C2FA-5834-1CC1-7534ECC38C28}"/>
          </ac:spMkLst>
        </pc:spChg>
        <pc:spChg chg="add mod">
          <ac:chgData name="Dunfrey Pires Aragão" userId="a7272183b7b4f9fa" providerId="LiveId" clId="{BAC91D18-D65A-4EC3-924E-0C30E434E882}" dt="2025-09-23T02:01:35.444" v="1592" actId="1076"/>
          <ac:spMkLst>
            <pc:docMk/>
            <pc:sldMk cId="2236048603" sldId="288"/>
            <ac:spMk id="4" creationId="{02CB6D1C-0751-328E-5F69-D298B14A4E43}"/>
          </ac:spMkLst>
        </pc:spChg>
        <pc:spChg chg="add mod">
          <ac:chgData name="Dunfrey Pires Aragão" userId="a7272183b7b4f9fa" providerId="LiveId" clId="{BAC91D18-D65A-4EC3-924E-0C30E434E882}" dt="2025-09-23T02:01:55.944" v="1600" actId="1076"/>
          <ac:spMkLst>
            <pc:docMk/>
            <pc:sldMk cId="2236048603" sldId="288"/>
            <ac:spMk id="6" creationId="{AE3C868E-58CA-EAB6-9D1E-C7ED1B6704B4}"/>
          </ac:spMkLst>
        </pc:spChg>
        <pc:spChg chg="del">
          <ac:chgData name="Dunfrey Pires Aragão" userId="a7272183b7b4f9fa" providerId="LiveId" clId="{BAC91D18-D65A-4EC3-924E-0C30E434E882}" dt="2025-09-23T01:44:31.076" v="1553" actId="478"/>
          <ac:spMkLst>
            <pc:docMk/>
            <pc:sldMk cId="2236048603" sldId="288"/>
            <ac:spMk id="7" creationId="{CCD4FDB5-151A-BE3E-9F81-802ECC81F9FB}"/>
          </ac:spMkLst>
        </pc:spChg>
        <pc:spChg chg="del mod">
          <ac:chgData name="Dunfrey Pires Aragão" userId="a7272183b7b4f9fa" providerId="LiveId" clId="{BAC91D18-D65A-4EC3-924E-0C30E434E882}" dt="2025-09-23T01:44:32.363" v="1555" actId="478"/>
          <ac:spMkLst>
            <pc:docMk/>
            <pc:sldMk cId="2236048603" sldId="288"/>
            <ac:spMk id="9" creationId="{797CE115-CC63-40F3-3460-2E34E25BE869}"/>
          </ac:spMkLst>
        </pc:spChg>
        <pc:spChg chg="del">
          <ac:chgData name="Dunfrey Pires Aragão" userId="a7272183b7b4f9fa" providerId="LiveId" clId="{BAC91D18-D65A-4EC3-924E-0C30E434E882}" dt="2025-09-23T01:44:34.067" v="1556" actId="478"/>
          <ac:spMkLst>
            <pc:docMk/>
            <pc:sldMk cId="2236048603" sldId="288"/>
            <ac:spMk id="12" creationId="{CFCF1BC9-A95E-23E2-6397-B42DD47A9F42}"/>
          </ac:spMkLst>
        </pc:spChg>
        <pc:picChg chg="mod">
          <ac:chgData name="Dunfrey Pires Aragão" userId="a7272183b7b4f9fa" providerId="LiveId" clId="{BAC91D18-D65A-4EC3-924E-0C30E434E882}" dt="2025-09-23T02:01:13.499" v="1578" actId="1076"/>
          <ac:picMkLst>
            <pc:docMk/>
            <pc:sldMk cId="2236048603" sldId="288"/>
            <ac:picMk id="110" creationId="{A78943AB-D7D1-58BA-F0DF-7C77B81C6908}"/>
          </ac:picMkLst>
        </pc:picChg>
      </pc:sldChg>
      <pc:sldChg chg="new del">
        <pc:chgData name="Dunfrey Pires Aragão" userId="a7272183b7b4f9fa" providerId="LiveId" clId="{BAC91D18-D65A-4EC3-924E-0C30E434E882}" dt="2025-09-23T02:05:21.694" v="1602" actId="680"/>
        <pc:sldMkLst>
          <pc:docMk/>
          <pc:sldMk cId="492507871" sldId="289"/>
        </pc:sldMkLst>
      </pc:sldChg>
      <pc:sldChg chg="delSp modSp add mod">
        <pc:chgData name="Dunfrey Pires Aragão" userId="a7272183b7b4f9fa" providerId="LiveId" clId="{BAC91D18-D65A-4EC3-924E-0C30E434E882}" dt="2025-09-23T02:07:48.723" v="1643" actId="1076"/>
        <pc:sldMkLst>
          <pc:docMk/>
          <pc:sldMk cId="1846275789" sldId="289"/>
        </pc:sldMkLst>
        <pc:spChg chg="mod">
          <ac:chgData name="Dunfrey Pires Aragão" userId="a7272183b7b4f9fa" providerId="LiveId" clId="{BAC91D18-D65A-4EC3-924E-0C30E434E882}" dt="2025-09-23T02:07:48.723" v="1643" actId="1076"/>
          <ac:spMkLst>
            <pc:docMk/>
            <pc:sldMk cId="1846275789" sldId="289"/>
            <ac:spMk id="3" creationId="{71813146-B081-4A06-B3AD-FDEED002C316}"/>
          </ac:spMkLst>
        </pc:spChg>
        <pc:spChg chg="del">
          <ac:chgData name="Dunfrey Pires Aragão" userId="a7272183b7b4f9fa" providerId="LiveId" clId="{BAC91D18-D65A-4EC3-924E-0C30E434E882}" dt="2025-09-23T02:05:28.665" v="1604" actId="478"/>
          <ac:spMkLst>
            <pc:docMk/>
            <pc:sldMk cId="1846275789" sldId="289"/>
            <ac:spMk id="4" creationId="{0B0BFF5E-B12D-522C-D0DA-5D27014A94C0}"/>
          </ac:spMkLst>
        </pc:spChg>
        <pc:spChg chg="del">
          <ac:chgData name="Dunfrey Pires Aragão" userId="a7272183b7b4f9fa" providerId="LiveId" clId="{BAC91D18-D65A-4EC3-924E-0C30E434E882}" dt="2025-09-23T02:05:28.665" v="1604" actId="478"/>
          <ac:spMkLst>
            <pc:docMk/>
            <pc:sldMk cId="1846275789" sldId="289"/>
            <ac:spMk id="6" creationId="{8D9D7F3B-0668-F4BE-F2A2-1EF8D08CC71B}"/>
          </ac:spMkLst>
        </pc:spChg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2678303692" sldId="289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697412201" sldId="290"/>
        </pc:sldMkLst>
      </pc:sldChg>
      <pc:sldChg chg="addSp delSp modSp add mod">
        <pc:chgData name="Dunfrey Pires Aragão" userId="a7272183b7b4f9fa" providerId="LiveId" clId="{BAC91D18-D65A-4EC3-924E-0C30E434E882}" dt="2025-09-23T02:19:32.513" v="1731" actId="20577"/>
        <pc:sldMkLst>
          <pc:docMk/>
          <pc:sldMk cId="774229104" sldId="290"/>
        </pc:sldMkLst>
        <pc:spChg chg="add del mod">
          <ac:chgData name="Dunfrey Pires Aragão" userId="a7272183b7b4f9fa" providerId="LiveId" clId="{BAC91D18-D65A-4EC3-924E-0C30E434E882}" dt="2025-09-23T02:17:57.766" v="1717" actId="478"/>
          <ac:spMkLst>
            <pc:docMk/>
            <pc:sldMk cId="774229104" sldId="290"/>
            <ac:spMk id="2" creationId="{A232A8A8-4162-BE17-7F27-B6CE01AA48F6}"/>
          </ac:spMkLst>
        </pc:spChg>
        <pc:spChg chg="mod">
          <ac:chgData name="Dunfrey Pires Aragão" userId="a7272183b7b4f9fa" providerId="LiveId" clId="{BAC91D18-D65A-4EC3-924E-0C30E434E882}" dt="2025-09-23T02:19:32.513" v="1731" actId="20577"/>
          <ac:spMkLst>
            <pc:docMk/>
            <pc:sldMk cId="774229104" sldId="290"/>
            <ac:spMk id="3" creationId="{5828E1E9-740D-5E97-BCAE-3D3E4FD4F3E5}"/>
          </ac:spMkLst>
        </pc:spChg>
        <pc:spChg chg="add">
          <ac:chgData name="Dunfrey Pires Aragão" userId="a7272183b7b4f9fa" providerId="LiveId" clId="{BAC91D18-D65A-4EC3-924E-0C30E434E882}" dt="2025-09-23T02:16:27.625" v="1691"/>
          <ac:spMkLst>
            <pc:docMk/>
            <pc:sldMk cId="774229104" sldId="290"/>
            <ac:spMk id="4" creationId="{26B75902-9886-616D-F5D9-7D36240F995F}"/>
          </ac:spMkLst>
        </pc:spChg>
        <pc:spChg chg="add mod">
          <ac:chgData name="Dunfrey Pires Aragão" userId="a7272183b7b4f9fa" providerId="LiveId" clId="{BAC91D18-D65A-4EC3-924E-0C30E434E882}" dt="2025-09-23T02:16:34.551" v="1694"/>
          <ac:spMkLst>
            <pc:docMk/>
            <pc:sldMk cId="774229104" sldId="290"/>
            <ac:spMk id="5" creationId="{6C64A054-16F2-C272-6730-BED010D6EABE}"/>
          </ac:spMkLst>
        </pc:spChg>
        <pc:spChg chg="add">
          <ac:chgData name="Dunfrey Pires Aragão" userId="a7272183b7b4f9fa" providerId="LiveId" clId="{BAC91D18-D65A-4EC3-924E-0C30E434E882}" dt="2025-09-23T02:16:40.429" v="1697"/>
          <ac:spMkLst>
            <pc:docMk/>
            <pc:sldMk cId="774229104" sldId="290"/>
            <ac:spMk id="6" creationId="{B85C1176-955B-460F-E069-AD430E346C35}"/>
          </ac:spMkLst>
        </pc:spChg>
      </pc:sldChg>
      <pc:sldChg chg="addSp delSp modSp add mod">
        <pc:chgData name="Dunfrey Pires Aragão" userId="a7272183b7b4f9fa" providerId="LiveId" clId="{BAC91D18-D65A-4EC3-924E-0C30E434E882}" dt="2025-09-23T02:20:55.870" v="1736" actId="1076"/>
        <pc:sldMkLst>
          <pc:docMk/>
          <pc:sldMk cId="2311916404" sldId="291"/>
        </pc:sldMkLst>
        <pc:spChg chg="del">
          <ac:chgData name="Dunfrey Pires Aragão" userId="a7272183b7b4f9fa" providerId="LiveId" clId="{BAC91D18-D65A-4EC3-924E-0C30E434E882}" dt="2025-09-23T02:20:52.440" v="1733" actId="478"/>
          <ac:spMkLst>
            <pc:docMk/>
            <pc:sldMk cId="2311916404" sldId="291"/>
            <ac:spMk id="3" creationId="{39784EEA-150C-7945-31D7-414769747859}"/>
          </ac:spMkLst>
        </pc:spChg>
        <pc:picChg chg="add mod">
          <ac:chgData name="Dunfrey Pires Aragão" userId="a7272183b7b4f9fa" providerId="LiveId" clId="{BAC91D18-D65A-4EC3-924E-0C30E434E882}" dt="2025-09-23T02:20:55.870" v="1736" actId="1076"/>
          <ac:picMkLst>
            <pc:docMk/>
            <pc:sldMk cId="2311916404" sldId="291"/>
            <ac:picMk id="4" creationId="{212B4C52-6B96-564A-0394-FDEB21F12D87}"/>
          </ac:picMkLst>
        </pc:picChg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2456576403" sldId="291"/>
        </pc:sldMkLst>
      </pc:sldChg>
      <pc:sldChg chg="addSp delSp modSp add mod ord">
        <pc:chgData name="Dunfrey Pires Aragão" userId="a7272183b7b4f9fa" providerId="LiveId" clId="{BAC91D18-D65A-4EC3-924E-0C30E434E882}" dt="2025-09-23T02:21:30.092" v="1747" actId="1076"/>
        <pc:sldMkLst>
          <pc:docMk/>
          <pc:sldMk cId="1082239583" sldId="292"/>
        </pc:sldMkLst>
        <pc:picChg chg="add mod">
          <ac:chgData name="Dunfrey Pires Aragão" userId="a7272183b7b4f9fa" providerId="LiveId" clId="{BAC91D18-D65A-4EC3-924E-0C30E434E882}" dt="2025-09-23T02:21:29.707" v="1746" actId="1076"/>
          <ac:picMkLst>
            <pc:docMk/>
            <pc:sldMk cId="1082239583" sldId="292"/>
            <ac:picMk id="3" creationId="{A148E98C-0148-46CC-1402-1A055F0B37D4}"/>
          </ac:picMkLst>
        </pc:picChg>
        <pc:picChg chg="del">
          <ac:chgData name="Dunfrey Pires Aragão" userId="a7272183b7b4f9fa" providerId="LiveId" clId="{BAC91D18-D65A-4EC3-924E-0C30E434E882}" dt="2025-09-23T02:21:04.932" v="1740" actId="478"/>
          <ac:picMkLst>
            <pc:docMk/>
            <pc:sldMk cId="1082239583" sldId="292"/>
            <ac:picMk id="4" creationId="{8947AFE6-3CD4-D0E7-F4EF-5642B55820A4}"/>
          </ac:picMkLst>
        </pc:picChg>
        <pc:picChg chg="mod">
          <ac:chgData name="Dunfrey Pires Aragão" userId="a7272183b7b4f9fa" providerId="LiveId" clId="{BAC91D18-D65A-4EC3-924E-0C30E434E882}" dt="2025-09-23T02:21:30.092" v="1747" actId="1076"/>
          <ac:picMkLst>
            <pc:docMk/>
            <pc:sldMk cId="1082239583" sldId="292"/>
            <ac:picMk id="110" creationId="{D9DDAFA2-093C-795C-01C3-ACAA70EBB2A8}"/>
          </ac:picMkLst>
        </pc:picChg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1222577279" sldId="292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237962840" sldId="293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2976434699" sldId="294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2679003917" sldId="295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370282640" sldId="296"/>
        </pc:sldMkLst>
      </pc:sldChg>
      <pc:sldChg chg="del">
        <pc:chgData name="Dunfrey Pires Aragão" userId="a7272183b7b4f9fa" providerId="LiveId" clId="{BAC91D18-D65A-4EC3-924E-0C30E434E882}" dt="2025-09-21T14:50:16.482" v="0" actId="47"/>
        <pc:sldMkLst>
          <pc:docMk/>
          <pc:sldMk cId="1992999150" sldId="297"/>
        </pc:sldMkLst>
      </pc:sldChg>
    </pc:docChg>
  </pc:docChgLst>
  <pc:docChgLst>
    <pc:chgData name="Dunfrey Pires Aragão" userId="a7272183b7b4f9fa" providerId="LiveId" clId="{59918799-9268-47A3-8BDE-2BEE066F332C}"/>
    <pc:docChg chg="undo custSel addSld delSld modSld sldOrd">
      <pc:chgData name="Dunfrey Pires Aragão" userId="a7272183b7b4f9fa" providerId="LiveId" clId="{59918799-9268-47A3-8BDE-2BEE066F332C}" dt="2025-09-04T00:28:19.966" v="1930"/>
      <pc:docMkLst>
        <pc:docMk/>
      </pc:docMkLst>
      <pc:sldChg chg="addSp modSp mod">
        <pc:chgData name="Dunfrey Pires Aragão" userId="a7272183b7b4f9fa" providerId="LiveId" clId="{59918799-9268-47A3-8BDE-2BEE066F332C}" dt="2025-09-02T14:44:04.208" v="26" actId="403"/>
        <pc:sldMkLst>
          <pc:docMk/>
          <pc:sldMk cId="2693772875" sldId="272"/>
        </pc:sldMkLst>
        <pc:spChg chg="mod">
          <ac:chgData name="Dunfrey Pires Aragão" userId="a7272183b7b4f9fa" providerId="LiveId" clId="{59918799-9268-47A3-8BDE-2BEE066F332C}" dt="2025-09-02T14:44:04.208" v="26" actId="403"/>
          <ac:spMkLst>
            <pc:docMk/>
            <pc:sldMk cId="2693772875" sldId="272"/>
            <ac:spMk id="3" creationId="{FEAFA6B6-31A9-38C5-4A6A-6E56C623DAEB}"/>
          </ac:spMkLst>
        </pc:spChg>
        <pc:spChg chg="mod">
          <ac:chgData name="Dunfrey Pires Aragão" userId="a7272183b7b4f9fa" providerId="LiveId" clId="{59918799-9268-47A3-8BDE-2BEE066F332C}" dt="2025-09-02T14:43:09.693" v="10" actId="20577"/>
          <ac:spMkLst>
            <pc:docMk/>
            <pc:sldMk cId="2693772875" sldId="272"/>
            <ac:spMk id="112" creationId="{BE948C0D-5CF7-1E55-F219-F6129DAB92D5}"/>
          </ac:spMkLst>
        </pc:spChg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516040122" sldId="273"/>
        </pc:sldMkLst>
      </pc:sldChg>
      <pc:sldChg chg="addSp modSp add mod">
        <pc:chgData name="Dunfrey Pires Aragão" userId="a7272183b7b4f9fa" providerId="LiveId" clId="{59918799-9268-47A3-8BDE-2BEE066F332C}" dt="2025-09-02T14:45:55.159" v="57" actId="113"/>
        <pc:sldMkLst>
          <pc:docMk/>
          <pc:sldMk cId="2712675742" sldId="273"/>
        </pc:sldMkLst>
      </pc:sldChg>
      <pc:sldChg chg="modSp add mod">
        <pc:chgData name="Dunfrey Pires Aragão" userId="a7272183b7b4f9fa" providerId="LiveId" clId="{59918799-9268-47A3-8BDE-2BEE066F332C}" dt="2025-09-02T14:47:13.978" v="79" actId="20577"/>
        <pc:sldMkLst>
          <pc:docMk/>
          <pc:sldMk cId="383449958" sldId="274"/>
        </pc:sldMkLst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3357835207" sldId="274"/>
        </pc:sldMkLst>
      </pc:sldChg>
      <pc:sldChg chg="delSp modSp add mod">
        <pc:chgData name="Dunfrey Pires Aragão" userId="a7272183b7b4f9fa" providerId="LiveId" clId="{59918799-9268-47A3-8BDE-2BEE066F332C}" dt="2025-09-02T14:47:47.314" v="90" actId="20577"/>
        <pc:sldMkLst>
          <pc:docMk/>
          <pc:sldMk cId="1484859979" sldId="275"/>
        </pc:sldMkLst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2019241113" sldId="275"/>
        </pc:sldMkLst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185182782" sldId="276"/>
        </pc:sldMkLst>
      </pc:sldChg>
      <pc:sldChg chg="addSp delSp modSp add mod ord">
        <pc:chgData name="Dunfrey Pires Aragão" userId="a7272183b7b4f9fa" providerId="LiveId" clId="{59918799-9268-47A3-8BDE-2BEE066F332C}" dt="2025-09-02T14:56:21.405" v="146" actId="14100"/>
        <pc:sldMkLst>
          <pc:docMk/>
          <pc:sldMk cId="306389745" sldId="276"/>
        </pc:sldMkLst>
      </pc:sldChg>
      <pc:sldChg chg="addSp modSp add mod">
        <pc:chgData name="Dunfrey Pires Aragão" userId="a7272183b7b4f9fa" providerId="LiveId" clId="{59918799-9268-47A3-8BDE-2BEE066F332C}" dt="2025-09-02T14:56:53.529" v="158" actId="20577"/>
        <pc:sldMkLst>
          <pc:docMk/>
          <pc:sldMk cId="4052768942" sldId="277"/>
        </pc:sldMkLst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4235190758" sldId="277"/>
        </pc:sldMkLst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96040751" sldId="278"/>
        </pc:sldMkLst>
      </pc:sldChg>
      <pc:sldChg chg="addSp modSp add mod">
        <pc:chgData name="Dunfrey Pires Aragão" userId="a7272183b7b4f9fa" providerId="LiveId" clId="{59918799-9268-47A3-8BDE-2BEE066F332C}" dt="2025-09-02T15:00:24.257" v="249" actId="1076"/>
        <pc:sldMkLst>
          <pc:docMk/>
          <pc:sldMk cId="2656992325" sldId="278"/>
        </pc:sldMkLst>
      </pc:sldChg>
      <pc:sldChg chg="add">
        <pc:chgData name="Dunfrey Pires Aragão" userId="a7272183b7b4f9fa" providerId="LiveId" clId="{59918799-9268-47A3-8BDE-2BEE066F332C}" dt="2025-09-02T15:00:28.763" v="250"/>
        <pc:sldMkLst>
          <pc:docMk/>
          <pc:sldMk cId="1569741345" sldId="279"/>
        </pc:sldMkLst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3071921603" sldId="279"/>
        </pc:sldMkLst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786340363" sldId="280"/>
        </pc:sldMkLst>
      </pc:sldChg>
      <pc:sldChg chg="addSp delSp modSp add mod">
        <pc:chgData name="Dunfrey Pires Aragão" userId="a7272183b7b4f9fa" providerId="LiveId" clId="{59918799-9268-47A3-8BDE-2BEE066F332C}" dt="2025-09-02T15:04:23.466" v="391" actId="20577"/>
        <pc:sldMkLst>
          <pc:docMk/>
          <pc:sldMk cId="3964582281" sldId="280"/>
        </pc:sldMkLst>
      </pc:sldChg>
      <pc:sldChg chg="addSp delSp modSp add mod">
        <pc:chgData name="Dunfrey Pires Aragão" userId="a7272183b7b4f9fa" providerId="LiveId" clId="{59918799-9268-47A3-8BDE-2BEE066F332C}" dt="2025-09-02T15:19:11.021" v="471" actId="113"/>
        <pc:sldMkLst>
          <pc:docMk/>
          <pc:sldMk cId="2009738390" sldId="281"/>
        </pc:sldMkLst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2245862389" sldId="281"/>
        </pc:sldMkLst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2152344955" sldId="282"/>
        </pc:sldMkLst>
      </pc:sldChg>
      <pc:sldChg chg="addSp delSp modSp add mod">
        <pc:chgData name="Dunfrey Pires Aragão" userId="a7272183b7b4f9fa" providerId="LiveId" clId="{59918799-9268-47A3-8BDE-2BEE066F332C}" dt="2025-09-03T23:44:57.686" v="1892" actId="14100"/>
        <pc:sldMkLst>
          <pc:docMk/>
          <pc:sldMk cId="2273909744" sldId="282"/>
        </pc:sldMkLst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1078725783" sldId="283"/>
        </pc:sldMkLst>
      </pc:sldChg>
      <pc:sldChg chg="addSp delSp modSp add mod ord">
        <pc:chgData name="Dunfrey Pires Aragão" userId="a7272183b7b4f9fa" providerId="LiveId" clId="{59918799-9268-47A3-8BDE-2BEE066F332C}" dt="2025-09-02T15:21:23.392" v="514" actId="403"/>
        <pc:sldMkLst>
          <pc:docMk/>
          <pc:sldMk cId="2785691304" sldId="283"/>
        </pc:sldMkLst>
      </pc:sldChg>
      <pc:sldChg chg="addSp delSp modSp add mod">
        <pc:chgData name="Dunfrey Pires Aragão" userId="a7272183b7b4f9fa" providerId="LiveId" clId="{59918799-9268-47A3-8BDE-2BEE066F332C}" dt="2025-09-02T15:33:43.055" v="528" actId="1076"/>
        <pc:sldMkLst>
          <pc:docMk/>
          <pc:sldMk cId="93567873" sldId="284"/>
        </pc:sldMkLst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2422203827" sldId="284"/>
        </pc:sldMkLst>
      </pc:sldChg>
      <pc:sldChg chg="addSp delSp modSp add mod ord">
        <pc:chgData name="Dunfrey Pires Aragão" userId="a7272183b7b4f9fa" providerId="LiveId" clId="{59918799-9268-47A3-8BDE-2BEE066F332C}" dt="2025-09-02T15:40:58.054" v="693" actId="1076"/>
        <pc:sldMkLst>
          <pc:docMk/>
          <pc:sldMk cId="2327090450" sldId="285"/>
        </pc:sldMkLst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4090453237" sldId="285"/>
        </pc:sldMkLst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121371844" sldId="286"/>
        </pc:sldMkLst>
      </pc:sldChg>
      <pc:sldChg chg="addSp delSp modSp add mod">
        <pc:chgData name="Dunfrey Pires Aragão" userId="a7272183b7b4f9fa" providerId="LiveId" clId="{59918799-9268-47A3-8BDE-2BEE066F332C}" dt="2025-09-02T15:39:25.686" v="675" actId="113"/>
        <pc:sldMkLst>
          <pc:docMk/>
          <pc:sldMk cId="1550310859" sldId="286"/>
        </pc:sldMkLst>
      </pc:sldChg>
      <pc:sldChg chg="addSp modSp add mod">
        <pc:chgData name="Dunfrey Pires Aragão" userId="a7272183b7b4f9fa" providerId="LiveId" clId="{59918799-9268-47A3-8BDE-2BEE066F332C}" dt="2025-09-02T15:43:55.045" v="803" actId="403"/>
        <pc:sldMkLst>
          <pc:docMk/>
          <pc:sldMk cId="1645765549" sldId="287"/>
        </pc:sldMkLst>
      </pc:sldChg>
      <pc:sldChg chg="add del">
        <pc:chgData name="Dunfrey Pires Aragão" userId="a7272183b7b4f9fa" providerId="LiveId" clId="{59918799-9268-47A3-8BDE-2BEE066F332C}" dt="2025-09-02T15:40:26.503" v="677" actId="47"/>
        <pc:sldMkLst>
          <pc:docMk/>
          <pc:sldMk cId="3310570928" sldId="287"/>
        </pc:sldMkLst>
      </pc:sldChg>
      <pc:sldChg chg="addSp delSp modSp add mod">
        <pc:chgData name="Dunfrey Pires Aragão" userId="a7272183b7b4f9fa" providerId="LiveId" clId="{59918799-9268-47A3-8BDE-2BEE066F332C}" dt="2025-09-03T23:06:18.029" v="1446"/>
        <pc:sldMkLst>
          <pc:docMk/>
          <pc:sldMk cId="430332802" sldId="288"/>
        </pc:sldMkLst>
      </pc:sldChg>
      <pc:sldChg chg="addSp delSp modSp add mod">
        <pc:chgData name="Dunfrey Pires Aragão" userId="a7272183b7b4f9fa" providerId="LiveId" clId="{59918799-9268-47A3-8BDE-2BEE066F332C}" dt="2025-09-03T23:08:51.158" v="1536" actId="20577"/>
        <pc:sldMkLst>
          <pc:docMk/>
          <pc:sldMk cId="2678303692" sldId="289"/>
        </pc:sldMkLst>
      </pc:sldChg>
      <pc:sldChg chg="addSp delSp modSp add mod ord">
        <pc:chgData name="Dunfrey Pires Aragão" userId="a7272183b7b4f9fa" providerId="LiveId" clId="{59918799-9268-47A3-8BDE-2BEE066F332C}" dt="2025-09-03T23:03:59.837" v="1410" actId="1076"/>
        <pc:sldMkLst>
          <pc:docMk/>
          <pc:sldMk cId="697412201" sldId="290"/>
        </pc:sldMkLst>
      </pc:sldChg>
      <pc:sldChg chg="addSp delSp modSp add mod">
        <pc:chgData name="Dunfrey Pires Aragão" userId="a7272183b7b4f9fa" providerId="LiveId" clId="{59918799-9268-47A3-8BDE-2BEE066F332C}" dt="2025-09-03T23:14:06.871" v="1641" actId="114"/>
        <pc:sldMkLst>
          <pc:docMk/>
          <pc:sldMk cId="2456576403" sldId="291"/>
        </pc:sldMkLst>
      </pc:sldChg>
      <pc:sldChg chg="delSp modSp add mod">
        <pc:chgData name="Dunfrey Pires Aragão" userId="a7272183b7b4f9fa" providerId="LiveId" clId="{59918799-9268-47A3-8BDE-2BEE066F332C}" dt="2025-09-03T23:04:33.674" v="1426" actId="20577"/>
        <pc:sldMkLst>
          <pc:docMk/>
          <pc:sldMk cId="1222577279" sldId="292"/>
        </pc:sldMkLst>
      </pc:sldChg>
      <pc:sldChg chg="addSp delSp modSp add mod">
        <pc:chgData name="Dunfrey Pires Aragão" userId="a7272183b7b4f9fa" providerId="LiveId" clId="{59918799-9268-47A3-8BDE-2BEE066F332C}" dt="2025-09-03T23:17:28" v="1732" actId="1076"/>
        <pc:sldMkLst>
          <pc:docMk/>
          <pc:sldMk cId="237962840" sldId="293"/>
        </pc:sldMkLst>
      </pc:sldChg>
      <pc:sldChg chg="addSp delSp modSp add mod">
        <pc:chgData name="Dunfrey Pires Aragão" userId="a7272183b7b4f9fa" providerId="LiveId" clId="{59918799-9268-47A3-8BDE-2BEE066F332C}" dt="2025-09-03T23:43:23.953" v="1887" actId="403"/>
        <pc:sldMkLst>
          <pc:docMk/>
          <pc:sldMk cId="2976434699" sldId="294"/>
        </pc:sldMkLst>
      </pc:sldChg>
      <pc:sldChg chg="add">
        <pc:chgData name="Dunfrey Pires Aragão" userId="a7272183b7b4f9fa" providerId="LiveId" clId="{59918799-9268-47A3-8BDE-2BEE066F332C}" dt="2025-09-03T23:43:43.445" v="1888" actId="2890"/>
        <pc:sldMkLst>
          <pc:docMk/>
          <pc:sldMk cId="2679003917" sldId="295"/>
        </pc:sldMkLst>
      </pc:sldChg>
      <pc:sldChg chg="addSp delSp modSp add mod">
        <pc:chgData name="Dunfrey Pires Aragão" userId="a7272183b7b4f9fa" providerId="LiveId" clId="{59918799-9268-47A3-8BDE-2BEE066F332C}" dt="2025-09-04T00:28:15.191" v="1928" actId="20577"/>
        <pc:sldMkLst>
          <pc:docMk/>
          <pc:sldMk cId="370282640" sldId="296"/>
        </pc:sldMkLst>
      </pc:sldChg>
      <pc:sldChg chg="new del">
        <pc:chgData name="Dunfrey Pires Aragão" userId="a7272183b7b4f9fa" providerId="LiveId" clId="{59918799-9268-47A3-8BDE-2BEE066F332C}" dt="2025-09-04T00:25:12.157" v="1894" actId="47"/>
        <pc:sldMkLst>
          <pc:docMk/>
          <pc:sldMk cId="3545195987" sldId="296"/>
        </pc:sldMkLst>
      </pc:sldChg>
      <pc:sldChg chg="addSp delSp modSp add mod ord">
        <pc:chgData name="Dunfrey Pires Aragão" userId="a7272183b7b4f9fa" providerId="LiveId" clId="{59918799-9268-47A3-8BDE-2BEE066F332C}" dt="2025-09-04T00:28:19.966" v="1930"/>
        <pc:sldMkLst>
          <pc:docMk/>
          <pc:sldMk cId="1992999150" sldId="297"/>
        </pc:sldMkLst>
      </pc:sldChg>
      <pc:sldMasterChg chg="delSldLayout">
        <pc:chgData name="Dunfrey Pires Aragão" userId="a7272183b7b4f9fa" providerId="LiveId" clId="{59918799-9268-47A3-8BDE-2BEE066F332C}" dt="2025-09-04T00:25:12.157" v="1894" actId="47"/>
        <pc:sldMasterMkLst>
          <pc:docMk/>
          <pc:sldMasterMk cId="0" sldId="2147483648"/>
        </pc:sldMasterMkLst>
        <pc:sldLayoutChg chg="del">
          <pc:chgData name="Dunfrey Pires Aragão" userId="a7272183b7b4f9fa" providerId="LiveId" clId="{59918799-9268-47A3-8BDE-2BEE066F332C}" dt="2025-09-04T00:25:12.157" v="1894" actId="47"/>
          <pc:sldLayoutMkLst>
            <pc:docMk/>
            <pc:sldMasterMk cId="0" sldId="2147483648"/>
            <pc:sldLayoutMk cId="0" sldId="2147483656"/>
          </pc:sldLayoutMkLst>
        </pc:sldLayoutChg>
      </pc:sldMasterChg>
    </pc:docChg>
  </pc:docChgLst>
  <pc:docChgLst>
    <pc:chgData name="Dunfrey Pires Aragão" userId="a7272183b7b4f9fa" providerId="LiveId" clId="{F9F79645-5E0D-4161-A30B-F7BD5AF5CA3E}"/>
    <pc:docChg chg="undo custSel addSld delSld modSld sldOrd">
      <pc:chgData name="Dunfrey Pires Aragão" userId="a7272183b7b4f9fa" providerId="LiveId" clId="{F9F79645-5E0D-4161-A30B-F7BD5AF5CA3E}" dt="2025-08-30T17:54:39.236" v="1459" actId="1076"/>
      <pc:docMkLst>
        <pc:docMk/>
      </pc:docMkLst>
      <pc:sldChg chg="modSp mod">
        <pc:chgData name="Dunfrey Pires Aragão" userId="a7272183b7b4f9fa" providerId="LiveId" clId="{F9F79645-5E0D-4161-A30B-F7BD5AF5CA3E}" dt="2025-08-28T15:36:42.471" v="850" actId="20577"/>
        <pc:sldMkLst>
          <pc:docMk/>
          <pc:sldMk cId="2693772875" sldId="272"/>
        </pc:sldMkLst>
        <pc:spChg chg="mod">
          <ac:chgData name="Dunfrey Pires Aragão" userId="a7272183b7b4f9fa" providerId="LiveId" clId="{F9F79645-5E0D-4161-A30B-F7BD5AF5CA3E}" dt="2025-08-28T15:36:42.471" v="850" actId="20577"/>
          <ac:spMkLst>
            <pc:docMk/>
            <pc:sldMk cId="2693772875" sldId="272"/>
            <ac:spMk id="3" creationId="{FEAFA6B6-31A9-38C5-4A6A-6E56C623DAEB}"/>
          </ac:spMkLst>
        </pc:spChg>
        <pc:spChg chg="mod">
          <ac:chgData name="Dunfrey Pires Aragão" userId="a7272183b7b4f9fa" providerId="LiveId" clId="{F9F79645-5E0D-4161-A30B-F7BD5AF5CA3E}" dt="2025-08-28T14:05:59.461" v="32" actId="20577"/>
          <ac:spMkLst>
            <pc:docMk/>
            <pc:sldMk cId="2693772875" sldId="272"/>
            <ac:spMk id="112" creationId="{BE948C0D-5CF7-1E55-F219-F6129DAB92D5}"/>
          </ac:spMkLst>
        </pc:spChg>
      </pc:sldChg>
      <pc:sldChg chg="modSp add mod">
        <pc:chgData name="Dunfrey Pires Aragão" userId="a7272183b7b4f9fa" providerId="LiveId" clId="{F9F79645-5E0D-4161-A30B-F7BD5AF5CA3E}" dt="2025-08-28T14:09:32.640" v="145" actId="403"/>
        <pc:sldMkLst>
          <pc:docMk/>
          <pc:sldMk cId="516040122" sldId="273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3903808442" sldId="273"/>
        </pc:sldMkLst>
      </pc:sldChg>
      <pc:sldChg chg="modSp add mod">
        <pc:chgData name="Dunfrey Pires Aragão" userId="a7272183b7b4f9fa" providerId="LiveId" clId="{F9F79645-5E0D-4161-A30B-F7BD5AF5CA3E}" dt="2025-08-30T17:43:51.609" v="1406" actId="20577"/>
        <pc:sldMkLst>
          <pc:docMk/>
          <pc:sldMk cId="3357835207" sldId="274"/>
        </pc:sldMkLst>
      </pc:sldChg>
      <pc:sldChg chg="modSp add mod">
        <pc:chgData name="Dunfrey Pires Aragão" userId="a7272183b7b4f9fa" providerId="LiveId" clId="{F9F79645-5E0D-4161-A30B-F7BD5AF5CA3E}" dt="2025-08-28T14:12:49.554" v="253" actId="1076"/>
        <pc:sldMkLst>
          <pc:docMk/>
          <pc:sldMk cId="2019241113" sldId="275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4036805717" sldId="275"/>
        </pc:sldMkLst>
      </pc:sldChg>
      <pc:sldChg chg="modSp add mod">
        <pc:chgData name="Dunfrey Pires Aragão" userId="a7272183b7b4f9fa" providerId="LiveId" clId="{F9F79645-5E0D-4161-A30B-F7BD5AF5CA3E}" dt="2025-08-30T17:40:08.065" v="1350" actId="403"/>
        <pc:sldMkLst>
          <pc:docMk/>
          <pc:sldMk cId="185182782" sldId="276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276371994" sldId="276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002624183" sldId="277"/>
        </pc:sldMkLst>
      </pc:sldChg>
      <pc:sldChg chg="modSp add mod">
        <pc:chgData name="Dunfrey Pires Aragão" userId="a7272183b7b4f9fa" providerId="LiveId" clId="{F9F79645-5E0D-4161-A30B-F7BD5AF5CA3E}" dt="2025-08-30T17:36:58.982" v="1314" actId="14100"/>
        <pc:sldMkLst>
          <pc:docMk/>
          <pc:sldMk cId="4235190758" sldId="277"/>
        </pc:sldMkLst>
      </pc:sldChg>
      <pc:sldChg chg="modSp add mod ord">
        <pc:chgData name="Dunfrey Pires Aragão" userId="a7272183b7b4f9fa" providerId="LiveId" clId="{F9F79645-5E0D-4161-A30B-F7BD5AF5CA3E}" dt="2025-08-30T17:38:37.624" v="1332" actId="403"/>
        <pc:sldMkLst>
          <pc:docMk/>
          <pc:sldMk cId="96040751" sldId="278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1571451691" sldId="278"/>
        </pc:sldMkLst>
      </pc:sldChg>
      <pc:sldChg chg="modSp add mod">
        <pc:chgData name="Dunfrey Pires Aragão" userId="a7272183b7b4f9fa" providerId="LiveId" clId="{F9F79645-5E0D-4161-A30B-F7BD5AF5CA3E}" dt="2025-08-30T17:42:11.234" v="1377" actId="20577"/>
        <pc:sldMkLst>
          <pc:docMk/>
          <pc:sldMk cId="3071921603" sldId="279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3980039042" sldId="279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45713392" sldId="280"/>
        </pc:sldMkLst>
      </pc:sldChg>
      <pc:sldChg chg="modSp add mod">
        <pc:chgData name="Dunfrey Pires Aragão" userId="a7272183b7b4f9fa" providerId="LiveId" clId="{F9F79645-5E0D-4161-A30B-F7BD5AF5CA3E}" dt="2025-08-30T17:42:07.946" v="1376" actId="20577"/>
        <pc:sldMkLst>
          <pc:docMk/>
          <pc:sldMk cId="786340363" sldId="280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941205668" sldId="281"/>
        </pc:sldMkLst>
      </pc:sldChg>
      <pc:sldChg chg="modSp add mod">
        <pc:chgData name="Dunfrey Pires Aragão" userId="a7272183b7b4f9fa" providerId="LiveId" clId="{F9F79645-5E0D-4161-A30B-F7BD5AF5CA3E}" dt="2025-08-30T17:43:19.050" v="1400" actId="403"/>
        <pc:sldMkLst>
          <pc:docMk/>
          <pc:sldMk cId="2245862389" sldId="281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1449549412" sldId="282"/>
        </pc:sldMkLst>
      </pc:sldChg>
      <pc:sldChg chg="modSp add mod">
        <pc:chgData name="Dunfrey Pires Aragão" userId="a7272183b7b4f9fa" providerId="LiveId" clId="{F9F79645-5E0D-4161-A30B-F7BD5AF5CA3E}" dt="2025-08-30T17:29:20.901" v="1074" actId="20577"/>
        <pc:sldMkLst>
          <pc:docMk/>
          <pc:sldMk cId="2152344955" sldId="282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90847051" sldId="283"/>
        </pc:sldMkLst>
      </pc:sldChg>
      <pc:sldChg chg="modSp add mod ord">
        <pc:chgData name="Dunfrey Pires Aragão" userId="a7272183b7b4f9fa" providerId="LiveId" clId="{F9F79645-5E0D-4161-A30B-F7BD5AF5CA3E}" dt="2025-08-30T17:36:34.927" v="1303"/>
        <pc:sldMkLst>
          <pc:docMk/>
          <pc:sldMk cId="1078725783" sldId="283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894141429" sldId="284"/>
        </pc:sldMkLst>
      </pc:sldChg>
      <pc:sldChg chg="modSp add mod">
        <pc:chgData name="Dunfrey Pires Aragão" userId="a7272183b7b4f9fa" providerId="LiveId" clId="{F9F79645-5E0D-4161-A30B-F7BD5AF5CA3E}" dt="2025-08-30T17:37:40.097" v="1326" actId="113"/>
        <pc:sldMkLst>
          <pc:docMk/>
          <pc:sldMk cId="2422203827" sldId="284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42293359" sldId="285"/>
        </pc:sldMkLst>
      </pc:sldChg>
      <pc:sldChg chg="modSp add mod">
        <pc:chgData name="Dunfrey Pires Aragão" userId="a7272183b7b4f9fa" providerId="LiveId" clId="{F9F79645-5E0D-4161-A30B-F7BD5AF5CA3E}" dt="2025-08-30T17:46:11.655" v="1452" actId="14100"/>
        <pc:sldMkLst>
          <pc:docMk/>
          <pc:sldMk cId="4090453237" sldId="285"/>
        </pc:sldMkLst>
      </pc:sldChg>
      <pc:sldChg chg="addSp delSp modSp add mod">
        <pc:chgData name="Dunfrey Pires Aragão" userId="a7272183b7b4f9fa" providerId="LiveId" clId="{F9F79645-5E0D-4161-A30B-F7BD5AF5CA3E}" dt="2025-08-30T17:54:39.236" v="1459" actId="1076"/>
        <pc:sldMkLst>
          <pc:docMk/>
          <pc:sldMk cId="121371844" sldId="286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064109615" sldId="286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772939263" sldId="287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941658418" sldId="288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1953123072" sldId="289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3865094116" sldId="290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484692086" sldId="291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410806387" sldId="292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1235346850" sldId="293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926228093" sldId="294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343770334" sldId="295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1043352155" sldId="296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732980767" sldId="297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1758867100" sldId="298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4143167015" sldId="299"/>
        </pc:sldMkLst>
      </pc:sldChg>
    </pc:docChg>
  </pc:docChgLst>
  <pc:docChgLst>
    <pc:chgData name="Dunfrey Pires Aragão" userId="a7272183b7b4f9fa" providerId="LiveId" clId="{BEBF720F-E34B-4E5A-9A0F-E29D0FE7B0FF}"/>
    <pc:docChg chg="undo redo custSel addSld delSld modSld sldOrd">
      <pc:chgData name="Dunfrey Pires Aragão" userId="a7272183b7b4f9fa" providerId="LiveId" clId="{BEBF720F-E34B-4E5A-9A0F-E29D0FE7B0FF}" dt="2025-08-05T18:34:44.692" v="3157" actId="14100"/>
      <pc:docMkLst>
        <pc:docMk/>
      </pc:docMkLst>
      <pc:sldChg chg="addSp delSp modSp mod modAnim">
        <pc:chgData name="Dunfrey Pires Aragão" userId="a7272183b7b4f9fa" providerId="LiveId" clId="{BEBF720F-E34B-4E5A-9A0F-E29D0FE7B0FF}" dt="2025-08-03T00:26:24.519" v="195" actId="1076"/>
        <pc:sldMkLst>
          <pc:docMk/>
          <pc:sldMk cId="0" sldId="257"/>
        </pc:sldMkLst>
      </pc:sldChg>
      <pc:sldChg chg="addSp modSp del mod ord">
        <pc:chgData name="Dunfrey Pires Aragão" userId="a7272183b7b4f9fa" providerId="LiveId" clId="{BEBF720F-E34B-4E5A-9A0F-E29D0FE7B0FF}" dt="2025-08-04T20:13:42.839" v="1814" actId="47"/>
        <pc:sldMkLst>
          <pc:docMk/>
          <pc:sldMk cId="0" sldId="258"/>
        </pc:sldMkLst>
      </pc:sldChg>
      <pc:sldChg chg="addSp modSp mod">
        <pc:chgData name="Dunfrey Pires Aragão" userId="a7272183b7b4f9fa" providerId="LiveId" clId="{BEBF720F-E34B-4E5A-9A0F-E29D0FE7B0FF}" dt="2025-08-03T23:37:13.899" v="706" actId="1076"/>
        <pc:sldMkLst>
          <pc:docMk/>
          <pc:sldMk cId="0" sldId="259"/>
        </pc:sldMkLst>
      </pc:sldChg>
      <pc:sldChg chg="addSp modSp mod modAnim">
        <pc:chgData name="Dunfrey Pires Aragão" userId="a7272183b7b4f9fa" providerId="LiveId" clId="{BEBF720F-E34B-4E5A-9A0F-E29D0FE7B0FF}" dt="2025-08-03T23:26:12.389" v="615"/>
        <pc:sldMkLst>
          <pc:docMk/>
          <pc:sldMk cId="0" sldId="260"/>
        </pc:sldMkLst>
      </pc:sldChg>
      <pc:sldChg chg="new del">
        <pc:chgData name="Dunfrey Pires Aragão" userId="a7272183b7b4f9fa" providerId="LiveId" clId="{BEBF720F-E34B-4E5A-9A0F-E29D0FE7B0FF}" dt="2025-08-02T19:52:11.856" v="1" actId="2696"/>
        <pc:sldMkLst>
          <pc:docMk/>
          <pc:sldMk cId="1450792625" sldId="262"/>
        </pc:sldMkLst>
      </pc:sldChg>
      <pc:sldChg chg="addSp delSp modSp add mod ord">
        <pc:chgData name="Dunfrey Pires Aragão" userId="a7272183b7b4f9fa" providerId="LiveId" clId="{BEBF720F-E34B-4E5A-9A0F-E29D0FE7B0FF}" dt="2025-08-03T23:37:28.969" v="708"/>
        <pc:sldMkLst>
          <pc:docMk/>
          <pc:sldMk cId="1458883685" sldId="262"/>
        </pc:sldMkLst>
      </pc:sldChg>
      <pc:sldChg chg="addSp modSp add mod modAnim">
        <pc:chgData name="Dunfrey Pires Aragão" userId="a7272183b7b4f9fa" providerId="LiveId" clId="{BEBF720F-E34B-4E5A-9A0F-E29D0FE7B0FF}" dt="2025-08-03T23:36:31.601" v="692"/>
        <pc:sldMkLst>
          <pc:docMk/>
          <pc:sldMk cId="4060919478" sldId="263"/>
        </pc:sldMkLst>
      </pc:sldChg>
      <pc:sldChg chg="addSp delSp modSp add mod ord">
        <pc:chgData name="Dunfrey Pires Aragão" userId="a7272183b7b4f9fa" providerId="LiveId" clId="{BEBF720F-E34B-4E5A-9A0F-E29D0FE7B0FF}" dt="2025-08-03T23:34:30.344" v="682" actId="1076"/>
        <pc:sldMkLst>
          <pc:docMk/>
          <pc:sldMk cId="2480116363" sldId="264"/>
        </pc:sldMkLst>
      </pc:sldChg>
      <pc:sldChg chg="addSp modSp add mod modAnim">
        <pc:chgData name="Dunfrey Pires Aragão" userId="a7272183b7b4f9fa" providerId="LiveId" clId="{BEBF720F-E34B-4E5A-9A0F-E29D0FE7B0FF}" dt="2025-08-03T23:41:13.713" v="766"/>
        <pc:sldMkLst>
          <pc:docMk/>
          <pc:sldMk cId="85031420" sldId="265"/>
        </pc:sldMkLst>
      </pc:sldChg>
      <pc:sldChg chg="addSp delSp modSp add mod modAnim">
        <pc:chgData name="Dunfrey Pires Aragão" userId="a7272183b7b4f9fa" providerId="LiveId" clId="{BEBF720F-E34B-4E5A-9A0F-E29D0FE7B0FF}" dt="2025-08-04T19:22:22.579" v="1619" actId="1076"/>
        <pc:sldMkLst>
          <pc:docMk/>
          <pc:sldMk cId="1611498639" sldId="266"/>
        </pc:sldMkLst>
      </pc:sldChg>
      <pc:sldChg chg="addSp delSp modSp add del mod">
        <pc:chgData name="Dunfrey Pires Aragão" userId="a7272183b7b4f9fa" providerId="LiveId" clId="{BEBF720F-E34B-4E5A-9A0F-E29D0FE7B0FF}" dt="2025-08-04T19:22:01.421" v="1617" actId="47"/>
        <pc:sldMkLst>
          <pc:docMk/>
          <pc:sldMk cId="1595534256" sldId="267"/>
        </pc:sldMkLst>
      </pc:sldChg>
      <pc:sldChg chg="addSp delSp modSp add mod">
        <pc:chgData name="Dunfrey Pires Aragão" userId="a7272183b7b4f9fa" providerId="LiveId" clId="{BEBF720F-E34B-4E5A-9A0F-E29D0FE7B0FF}" dt="2025-08-05T14:47:32.155" v="2832" actId="255"/>
        <pc:sldMkLst>
          <pc:docMk/>
          <pc:sldMk cId="2697673226" sldId="268"/>
        </pc:sldMkLst>
      </pc:sldChg>
      <pc:sldChg chg="new del">
        <pc:chgData name="Dunfrey Pires Aragão" userId="a7272183b7b4f9fa" providerId="LiveId" clId="{BEBF720F-E34B-4E5A-9A0F-E29D0FE7B0FF}" dt="2025-08-03T23:28:28.126" v="617" actId="47"/>
        <pc:sldMkLst>
          <pc:docMk/>
          <pc:sldMk cId="2739562512" sldId="268"/>
        </pc:sldMkLst>
      </pc:sldChg>
      <pc:sldChg chg="addSp delSp modSp add mod modAnim">
        <pc:chgData name="Dunfrey Pires Aragão" userId="a7272183b7b4f9fa" providerId="LiveId" clId="{BEBF720F-E34B-4E5A-9A0F-E29D0FE7B0FF}" dt="2025-08-04T19:34:43.735" v="1813" actId="1038"/>
        <pc:sldMkLst>
          <pc:docMk/>
          <pc:sldMk cId="2316104281" sldId="269"/>
        </pc:sldMkLst>
      </pc:sldChg>
      <pc:sldChg chg="addSp delSp modSp add mod">
        <pc:chgData name="Dunfrey Pires Aragão" userId="a7272183b7b4f9fa" providerId="LiveId" clId="{BEBF720F-E34B-4E5A-9A0F-E29D0FE7B0FF}" dt="2025-08-04T19:04:19.079" v="1555" actId="1076"/>
        <pc:sldMkLst>
          <pc:docMk/>
          <pc:sldMk cId="2115306864" sldId="270"/>
        </pc:sldMkLst>
      </pc:sldChg>
      <pc:sldChg chg="new del">
        <pc:chgData name="Dunfrey Pires Aragão" userId="a7272183b7b4f9fa" providerId="LiveId" clId="{BEBF720F-E34B-4E5A-9A0F-E29D0FE7B0FF}" dt="2025-08-04T20:13:51.259" v="1816" actId="47"/>
        <pc:sldMkLst>
          <pc:docMk/>
          <pc:sldMk cId="2085091797" sldId="271"/>
        </pc:sldMkLst>
      </pc:sldChg>
      <pc:sldChg chg="addSp modSp add mod">
        <pc:chgData name="Dunfrey Pires Aragão" userId="a7272183b7b4f9fa" providerId="LiveId" clId="{BEBF720F-E34B-4E5A-9A0F-E29D0FE7B0FF}" dt="2025-08-05T14:26:52.275" v="2327" actId="14100"/>
        <pc:sldMkLst>
          <pc:docMk/>
          <pc:sldMk cId="2301139209" sldId="271"/>
        </pc:sldMkLst>
      </pc:sldChg>
      <pc:sldChg chg="addSp modSp add mod">
        <pc:chgData name="Dunfrey Pires Aragão" userId="a7272183b7b4f9fa" providerId="LiveId" clId="{BEBF720F-E34B-4E5A-9A0F-E29D0FE7B0FF}" dt="2025-08-05T14:34:37.699" v="2566" actId="1076"/>
        <pc:sldMkLst>
          <pc:docMk/>
          <pc:sldMk cId="2693772875" sldId="272"/>
        </pc:sldMkLst>
      </pc:sldChg>
      <pc:sldChg chg="addSp delSp modSp add mod">
        <pc:chgData name="Dunfrey Pires Aragão" userId="a7272183b7b4f9fa" providerId="LiveId" clId="{BEBF720F-E34B-4E5A-9A0F-E29D0FE7B0FF}" dt="2025-08-05T14:36:10.462" v="2616" actId="12"/>
        <pc:sldMkLst>
          <pc:docMk/>
          <pc:sldMk cId="872432489" sldId="273"/>
        </pc:sldMkLst>
      </pc:sldChg>
      <pc:sldChg chg="addSp modSp add mod">
        <pc:chgData name="Dunfrey Pires Aragão" userId="a7272183b7b4f9fa" providerId="LiveId" clId="{BEBF720F-E34B-4E5A-9A0F-E29D0FE7B0FF}" dt="2025-08-05T15:38:07.010" v="2930" actId="167"/>
        <pc:sldMkLst>
          <pc:docMk/>
          <pc:sldMk cId="2941323628" sldId="274"/>
        </pc:sldMkLst>
      </pc:sldChg>
      <pc:sldChg chg="delSp modSp add del mod">
        <pc:chgData name="Dunfrey Pires Aragão" userId="a7272183b7b4f9fa" providerId="LiveId" clId="{BEBF720F-E34B-4E5A-9A0F-E29D0FE7B0FF}" dt="2025-08-05T14:41:46.260" v="2730" actId="1076"/>
        <pc:sldMkLst>
          <pc:docMk/>
          <pc:sldMk cId="1906933139" sldId="275"/>
        </pc:sldMkLst>
      </pc:sldChg>
      <pc:sldChg chg="addSp modSp add mod ord">
        <pc:chgData name="Dunfrey Pires Aragão" userId="a7272183b7b4f9fa" providerId="LiveId" clId="{BEBF720F-E34B-4E5A-9A0F-E29D0FE7B0FF}" dt="2025-08-05T14:38:25.112" v="2687" actId="20577"/>
        <pc:sldMkLst>
          <pc:docMk/>
          <pc:sldMk cId="2610903633" sldId="276"/>
        </pc:sldMkLst>
      </pc:sldChg>
      <pc:sldChg chg="addSp modSp add mod">
        <pc:chgData name="Dunfrey Pires Aragão" userId="a7272183b7b4f9fa" providerId="LiveId" clId="{BEBF720F-E34B-4E5A-9A0F-E29D0FE7B0FF}" dt="2025-08-05T17:28:47.324" v="2997"/>
        <pc:sldMkLst>
          <pc:docMk/>
          <pc:sldMk cId="513384730" sldId="277"/>
        </pc:sldMkLst>
      </pc:sldChg>
      <pc:sldChg chg="new del">
        <pc:chgData name="Dunfrey Pires Aragão" userId="a7272183b7b4f9fa" providerId="LiveId" clId="{BEBF720F-E34B-4E5A-9A0F-E29D0FE7B0FF}" dt="2025-08-05T15:45:04.082" v="2932" actId="680"/>
        <pc:sldMkLst>
          <pc:docMk/>
          <pc:sldMk cId="3280849938" sldId="277"/>
        </pc:sldMkLst>
      </pc:sldChg>
      <pc:sldChg chg="addSp delSp modSp add mod">
        <pc:chgData name="Dunfrey Pires Aragão" userId="a7272183b7b4f9fa" providerId="LiveId" clId="{BEBF720F-E34B-4E5A-9A0F-E29D0FE7B0FF}" dt="2025-08-05T17:39:46.146" v="3023" actId="14100"/>
        <pc:sldMkLst>
          <pc:docMk/>
          <pc:sldMk cId="2462251716" sldId="278"/>
        </pc:sldMkLst>
      </pc:sldChg>
      <pc:sldChg chg="addSp delSp modSp add mod">
        <pc:chgData name="Dunfrey Pires Aragão" userId="a7272183b7b4f9fa" providerId="LiveId" clId="{BEBF720F-E34B-4E5A-9A0F-E29D0FE7B0FF}" dt="2025-08-05T17:42:55.307" v="3036" actId="1076"/>
        <pc:sldMkLst>
          <pc:docMk/>
          <pc:sldMk cId="4276310836" sldId="279"/>
        </pc:sldMkLst>
      </pc:sldChg>
      <pc:sldChg chg="addSp delSp modSp add mod">
        <pc:chgData name="Dunfrey Pires Aragão" userId="a7272183b7b4f9fa" providerId="LiveId" clId="{BEBF720F-E34B-4E5A-9A0F-E29D0FE7B0FF}" dt="2025-08-05T18:31:02.711" v="3137" actId="1076"/>
        <pc:sldMkLst>
          <pc:docMk/>
          <pc:sldMk cId="833210588" sldId="280"/>
        </pc:sldMkLst>
      </pc:sldChg>
      <pc:sldChg chg="new del">
        <pc:chgData name="Dunfrey Pires Aragão" userId="a7272183b7b4f9fa" providerId="LiveId" clId="{BEBF720F-E34B-4E5A-9A0F-E29D0FE7B0FF}" dt="2025-08-05T18:32:41.638" v="3140" actId="47"/>
        <pc:sldMkLst>
          <pc:docMk/>
          <pc:sldMk cId="3312444262" sldId="281"/>
        </pc:sldMkLst>
      </pc:sldChg>
      <pc:sldChg chg="addSp delSp modSp add mod">
        <pc:chgData name="Dunfrey Pires Aragão" userId="a7272183b7b4f9fa" providerId="LiveId" clId="{BEBF720F-E34B-4E5A-9A0F-E29D0FE7B0FF}" dt="2025-08-05T18:34:44.692" v="3157" actId="14100"/>
        <pc:sldMkLst>
          <pc:docMk/>
          <pc:sldMk cId="2037166137" sldId="282"/>
        </pc:sldMkLst>
      </pc:sldChg>
      <pc:sldChg chg="add del">
        <pc:chgData name="Dunfrey Pires Aragão" userId="a7272183b7b4f9fa" providerId="LiveId" clId="{BEBF720F-E34B-4E5A-9A0F-E29D0FE7B0FF}" dt="2025-08-05T18:32:54.693" v="3144"/>
        <pc:sldMkLst>
          <pc:docMk/>
          <pc:sldMk cId="224136690" sldId="283"/>
        </pc:sldMkLst>
      </pc:sldChg>
      <pc:sldMasterChg chg="delSldLayout">
        <pc:chgData name="Dunfrey Pires Aragão" userId="a7272183b7b4f9fa" providerId="LiveId" clId="{BEBF720F-E34B-4E5A-9A0F-E29D0FE7B0FF}" dt="2025-08-05T18:32:41.638" v="3140" actId="47"/>
        <pc:sldMasterMkLst>
          <pc:docMk/>
          <pc:sldMasterMk cId="0" sldId="2147483648"/>
        </pc:sldMasterMkLst>
        <pc:sldLayoutChg chg="del">
          <pc:chgData name="Dunfrey Pires Aragão" userId="a7272183b7b4f9fa" providerId="LiveId" clId="{BEBF720F-E34B-4E5A-9A0F-E29D0FE7B0FF}" dt="2025-08-02T19:52:11.856" v="1" actId="2696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Dunfrey Pires Aragão" userId="a7272183b7b4f9fa" providerId="LiveId" clId="{BEBF720F-E34B-4E5A-9A0F-E29D0FE7B0FF}" dt="2025-08-03T23:28:28.126" v="617" actId="47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Dunfrey Pires Aragão" userId="a7272183b7b4f9fa" providerId="LiveId" clId="{BEBF720F-E34B-4E5A-9A0F-E29D0FE7B0FF}" dt="2025-08-04T20:13:51.259" v="1816" actId="47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Dunfrey Pires Aragão" userId="a7272183b7b4f9fa" providerId="LiveId" clId="{BEBF720F-E34B-4E5A-9A0F-E29D0FE7B0FF}" dt="2025-08-05T18:32:41.638" v="3140" actId="47"/>
          <pc:sldLayoutMkLst>
            <pc:docMk/>
            <pc:sldMasterMk cId="0" sldId="2147483648"/>
            <pc:sldLayoutMk cId="0" sldId="2147483653"/>
          </pc:sldLayoutMkLst>
        </pc:sldLayoutChg>
      </pc:sldMasterChg>
    </pc:docChg>
  </pc:docChgLst>
  <pc:docChgLst>
    <pc:chgData name="Dunfrey Pires Aragão" userId="a7272183b7b4f9fa" providerId="LiveId" clId="{C5A2FD75-C252-4619-88C8-ACAA7B112D69}"/>
    <pc:docChg chg="undo custSel addSld delSld modSld sldOrd">
      <pc:chgData name="Dunfrey Pires Aragão" userId="a7272183b7b4f9fa" providerId="LiveId" clId="{C5A2FD75-C252-4619-88C8-ACAA7B112D69}" dt="2025-08-14T00:28:58.513" v="4541"/>
      <pc:docMkLst>
        <pc:docMk/>
      </pc:docMkLst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0" sldId="257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0" sldId="259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0" sldId="260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1458883685" sldId="262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4060919478" sldId="263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480116363" sldId="264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85031420" sldId="265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1611498639" sldId="266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697673226" sldId="268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316104281" sldId="269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115306864" sldId="270"/>
        </pc:sldMkLst>
      </pc:sldChg>
      <pc:sldChg chg="modSp mod">
        <pc:chgData name="Dunfrey Pires Aragão" userId="a7272183b7b4f9fa" providerId="LiveId" clId="{C5A2FD75-C252-4619-88C8-ACAA7B112D69}" dt="2025-08-06T18:57:31.341" v="302" actId="15"/>
        <pc:sldMkLst>
          <pc:docMk/>
          <pc:sldMk cId="2301139209" sldId="271"/>
        </pc:sldMkLst>
      </pc:sldChg>
      <pc:sldChg chg="addSp delSp modSp mod">
        <pc:chgData name="Dunfrey Pires Aragão" userId="a7272183b7b4f9fa" providerId="LiveId" clId="{C5A2FD75-C252-4619-88C8-ACAA7B112D69}" dt="2025-08-08T19:28:25.535" v="917"/>
        <pc:sldMkLst>
          <pc:docMk/>
          <pc:sldMk cId="2693772875" sldId="272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872432489" sldId="273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941323628" sldId="274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1906933139" sldId="275"/>
        </pc:sldMkLst>
      </pc:sldChg>
      <pc:sldChg chg="modSp mod">
        <pc:chgData name="Dunfrey Pires Aragão" userId="a7272183b7b4f9fa" providerId="LiveId" clId="{C5A2FD75-C252-4619-88C8-ACAA7B112D69}" dt="2025-08-06T18:27:14.213" v="43" actId="20577"/>
        <pc:sldMkLst>
          <pc:docMk/>
          <pc:sldMk cId="2610903633" sldId="276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513384730" sldId="277"/>
        </pc:sldMkLst>
      </pc:sldChg>
      <pc:sldChg chg="modSp add mod">
        <pc:chgData name="Dunfrey Pires Aragão" userId="a7272183b7b4f9fa" providerId="LiveId" clId="{C5A2FD75-C252-4619-88C8-ACAA7B112D69}" dt="2025-08-08T19:28:58.848" v="929" actId="1076"/>
        <pc:sldMkLst>
          <pc:docMk/>
          <pc:sldMk cId="1289493354" sldId="277"/>
        </pc:sldMkLst>
      </pc:sldChg>
      <pc:sldChg chg="addSp delSp modSp add mod ord">
        <pc:chgData name="Dunfrey Pires Aragão" userId="a7272183b7b4f9fa" providerId="LiveId" clId="{C5A2FD75-C252-4619-88C8-ACAA7B112D69}" dt="2025-08-11T18:53:18.055" v="1853" actId="20577"/>
        <pc:sldMkLst>
          <pc:docMk/>
          <pc:sldMk cId="1209825020" sldId="278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462251716" sldId="278"/>
        </pc:sldMkLst>
      </pc:sldChg>
      <pc:sldChg chg="addSp delSp modSp add mod">
        <pc:chgData name="Dunfrey Pires Aragão" userId="a7272183b7b4f9fa" providerId="LiveId" clId="{C5A2FD75-C252-4619-88C8-ACAA7B112D69}" dt="2025-08-11T18:51:12.776" v="1791" actId="1076"/>
        <pc:sldMkLst>
          <pc:docMk/>
          <pc:sldMk cId="816410113" sldId="279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4276310836" sldId="279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833210588" sldId="280"/>
        </pc:sldMkLst>
      </pc:sldChg>
      <pc:sldChg chg="addSp delSp modSp add mod">
        <pc:chgData name="Dunfrey Pires Aragão" userId="a7272183b7b4f9fa" providerId="LiveId" clId="{C5A2FD75-C252-4619-88C8-ACAA7B112D69}" dt="2025-08-11T19:01:03.826" v="1864" actId="14100"/>
        <pc:sldMkLst>
          <pc:docMk/>
          <pc:sldMk cId="4275640942" sldId="280"/>
        </pc:sldMkLst>
      </pc:sldChg>
      <pc:sldChg chg="add del">
        <pc:chgData name="Dunfrey Pires Aragão" userId="a7272183b7b4f9fa" providerId="LiveId" clId="{C5A2FD75-C252-4619-88C8-ACAA7B112D69}" dt="2025-08-11T19:01:08.105" v="1865" actId="47"/>
        <pc:sldMkLst>
          <pc:docMk/>
          <pc:sldMk cId="4121033361" sldId="281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037166137" sldId="282"/>
        </pc:sldMkLst>
      </pc:sldChg>
      <pc:sldChg chg="add del">
        <pc:chgData name="Dunfrey Pires Aragão" userId="a7272183b7b4f9fa" providerId="LiveId" clId="{C5A2FD75-C252-4619-88C8-ACAA7B112D69}" dt="2025-08-11T19:01:08.737" v="1866" actId="47"/>
        <pc:sldMkLst>
          <pc:docMk/>
          <pc:sldMk cId="3379580487" sldId="282"/>
        </pc:sldMkLst>
      </pc:sldChg>
      <pc:sldChg chg="addSp delSp modSp add mod ord">
        <pc:chgData name="Dunfrey Pires Aragão" userId="a7272183b7b4f9fa" providerId="LiveId" clId="{C5A2FD75-C252-4619-88C8-ACAA7B112D69}" dt="2025-08-11T18:50:26.214" v="1785" actId="20577"/>
        <pc:sldMkLst>
          <pc:docMk/>
          <pc:sldMk cId="2577570395" sldId="283"/>
        </pc:sldMkLst>
      </pc:sldChg>
      <pc:sldChg chg="new del">
        <pc:chgData name="Dunfrey Pires Aragão" userId="a7272183b7b4f9fa" providerId="LiveId" clId="{C5A2FD75-C252-4619-88C8-ACAA7B112D69}" dt="2025-08-08T19:29:11.212" v="931" actId="680"/>
        <pc:sldMkLst>
          <pc:docMk/>
          <pc:sldMk cId="413737103" sldId="284"/>
        </pc:sldMkLst>
      </pc:sldChg>
      <pc:sldChg chg="delSp modSp add mod ord">
        <pc:chgData name="Dunfrey Pires Aragão" userId="a7272183b7b4f9fa" providerId="LiveId" clId="{C5A2FD75-C252-4619-88C8-ACAA7B112D69}" dt="2025-08-11T19:30:42.511" v="2317" actId="1037"/>
        <pc:sldMkLst>
          <pc:docMk/>
          <pc:sldMk cId="3706630638" sldId="284"/>
        </pc:sldMkLst>
      </pc:sldChg>
      <pc:sldChg chg="addSp delSp modSp add mod">
        <pc:chgData name="Dunfrey Pires Aragão" userId="a7272183b7b4f9fa" providerId="LiveId" clId="{C5A2FD75-C252-4619-88C8-ACAA7B112D69}" dt="2025-08-11T19:38:08.147" v="2426" actId="1076"/>
        <pc:sldMkLst>
          <pc:docMk/>
          <pc:sldMk cId="2437489870" sldId="285"/>
        </pc:sldMkLst>
      </pc:sldChg>
      <pc:sldChg chg="addSp delSp modSp add mod">
        <pc:chgData name="Dunfrey Pires Aragão" userId="a7272183b7b4f9fa" providerId="LiveId" clId="{C5A2FD75-C252-4619-88C8-ACAA7B112D69}" dt="2025-08-11T19:37:22.016" v="2421" actId="1076"/>
        <pc:sldMkLst>
          <pc:docMk/>
          <pc:sldMk cId="3805043110" sldId="286"/>
        </pc:sldMkLst>
      </pc:sldChg>
      <pc:sldChg chg="new del">
        <pc:chgData name="Dunfrey Pires Aragão" userId="a7272183b7b4f9fa" providerId="LiveId" clId="{C5A2FD75-C252-4619-88C8-ACAA7B112D69}" dt="2025-08-12T00:00:59.426" v="2428" actId="2696"/>
        <pc:sldMkLst>
          <pc:docMk/>
          <pc:sldMk cId="1402331715" sldId="287"/>
        </pc:sldMkLst>
      </pc:sldChg>
      <pc:sldChg chg="addSp delSp modSp add mod">
        <pc:chgData name="Dunfrey Pires Aragão" userId="a7272183b7b4f9fa" providerId="LiveId" clId="{C5A2FD75-C252-4619-88C8-ACAA7B112D69}" dt="2025-08-12T00:53:20.308" v="2881" actId="20577"/>
        <pc:sldMkLst>
          <pc:docMk/>
          <pc:sldMk cId="2308817509" sldId="287"/>
        </pc:sldMkLst>
      </pc:sldChg>
      <pc:sldChg chg="modSp add mod">
        <pc:chgData name="Dunfrey Pires Aragão" userId="a7272183b7b4f9fa" providerId="LiveId" clId="{C5A2FD75-C252-4619-88C8-ACAA7B112D69}" dt="2025-08-12T13:32:46.704" v="3162" actId="20577"/>
        <pc:sldMkLst>
          <pc:docMk/>
          <pc:sldMk cId="1132781362" sldId="288"/>
        </pc:sldMkLst>
      </pc:sldChg>
      <pc:sldChg chg="add del">
        <pc:chgData name="Dunfrey Pires Aragão" userId="a7272183b7b4f9fa" providerId="LiveId" clId="{C5A2FD75-C252-4619-88C8-ACAA7B112D69}" dt="2025-08-12T00:45:05.509" v="2872" actId="47"/>
        <pc:sldMkLst>
          <pc:docMk/>
          <pc:sldMk cId="1538180366" sldId="288"/>
        </pc:sldMkLst>
      </pc:sldChg>
      <pc:sldChg chg="addSp modSp add mod ord">
        <pc:chgData name="Dunfrey Pires Aragão" userId="a7272183b7b4f9fa" providerId="LiveId" clId="{C5A2FD75-C252-4619-88C8-ACAA7B112D69}" dt="2025-08-12T00:57:53.017" v="3126" actId="1076"/>
        <pc:sldMkLst>
          <pc:docMk/>
          <pc:sldMk cId="96054855" sldId="289"/>
        </pc:sldMkLst>
      </pc:sldChg>
      <pc:sldChg chg="add del">
        <pc:chgData name="Dunfrey Pires Aragão" userId="a7272183b7b4f9fa" providerId="LiveId" clId="{C5A2FD75-C252-4619-88C8-ACAA7B112D69}" dt="2025-08-12T13:31:55.921" v="3128"/>
        <pc:sldMkLst>
          <pc:docMk/>
          <pc:sldMk cId="939929158" sldId="290"/>
        </pc:sldMkLst>
      </pc:sldChg>
      <pc:sldChg chg="addSp modSp add mod">
        <pc:chgData name="Dunfrey Pires Aragão" userId="a7272183b7b4f9fa" providerId="LiveId" clId="{C5A2FD75-C252-4619-88C8-ACAA7B112D69}" dt="2025-08-12T16:21:37.699" v="3604" actId="20577"/>
        <pc:sldMkLst>
          <pc:docMk/>
          <pc:sldMk cId="2370906923" sldId="290"/>
        </pc:sldMkLst>
      </pc:sldChg>
      <pc:sldChg chg="add del">
        <pc:chgData name="Dunfrey Pires Aragão" userId="a7272183b7b4f9fa" providerId="LiveId" clId="{C5A2FD75-C252-4619-88C8-ACAA7B112D69}" dt="2025-08-12T13:31:55.921" v="3128"/>
        <pc:sldMkLst>
          <pc:docMk/>
          <pc:sldMk cId="1001297686" sldId="291"/>
        </pc:sldMkLst>
      </pc:sldChg>
      <pc:sldChg chg="addSp delSp modSp add mod ord">
        <pc:chgData name="Dunfrey Pires Aragão" userId="a7272183b7b4f9fa" providerId="LiveId" clId="{C5A2FD75-C252-4619-88C8-ACAA7B112D69}" dt="2025-08-12T13:48:02.858" v="3508" actId="113"/>
        <pc:sldMkLst>
          <pc:docMk/>
          <pc:sldMk cId="1843229357" sldId="291"/>
        </pc:sldMkLst>
      </pc:sldChg>
      <pc:sldChg chg="addSp delSp modSp add mod">
        <pc:chgData name="Dunfrey Pires Aragão" userId="a7272183b7b4f9fa" providerId="LiveId" clId="{C5A2FD75-C252-4619-88C8-ACAA7B112D69}" dt="2025-08-12T16:29:26.500" v="3887" actId="1076"/>
        <pc:sldMkLst>
          <pc:docMk/>
          <pc:sldMk cId="1195363776" sldId="292"/>
        </pc:sldMkLst>
      </pc:sldChg>
      <pc:sldChg chg="addSp modSp add mod ord">
        <pc:chgData name="Dunfrey Pires Aragão" userId="a7272183b7b4f9fa" providerId="LiveId" clId="{C5A2FD75-C252-4619-88C8-ACAA7B112D69}" dt="2025-08-14T00:28:58.513" v="4541"/>
        <pc:sldMkLst>
          <pc:docMk/>
          <pc:sldMk cId="427134615" sldId="293"/>
        </pc:sldMkLst>
      </pc:sldChg>
      <pc:sldChg chg="addSp delSp modSp add mod ord">
        <pc:chgData name="Dunfrey Pires Aragão" userId="a7272183b7b4f9fa" providerId="LiveId" clId="{C5A2FD75-C252-4619-88C8-ACAA7B112D69}" dt="2025-08-14T00:28:36.648" v="4539"/>
        <pc:sldMkLst>
          <pc:docMk/>
          <pc:sldMk cId="3967285722" sldId="294"/>
        </pc:sldMkLst>
      </pc:sldChg>
      <pc:sldChg chg="addSp delSp modSp add mod ord">
        <pc:chgData name="Dunfrey Pires Aragão" userId="a7272183b7b4f9fa" providerId="LiveId" clId="{C5A2FD75-C252-4619-88C8-ACAA7B112D69}" dt="2025-08-14T00:28:30.502" v="4537"/>
        <pc:sldMkLst>
          <pc:docMk/>
          <pc:sldMk cId="2381364848" sldId="295"/>
        </pc:sldMkLst>
      </pc:sldChg>
      <pc:sldChg chg="new del">
        <pc:chgData name="Dunfrey Pires Aragão" userId="a7272183b7b4f9fa" providerId="LiveId" clId="{C5A2FD75-C252-4619-88C8-ACAA7B112D69}" dt="2025-08-14T00:12:50" v="4208" actId="47"/>
        <pc:sldMkLst>
          <pc:docMk/>
          <pc:sldMk cId="259556705" sldId="296"/>
        </pc:sldMkLst>
      </pc:sldChg>
      <pc:sldChg chg="addSp modSp add mod">
        <pc:chgData name="Dunfrey Pires Aragão" userId="a7272183b7b4f9fa" providerId="LiveId" clId="{C5A2FD75-C252-4619-88C8-ACAA7B112D69}" dt="2025-08-14T00:20:41.181" v="4533" actId="1076"/>
        <pc:sldMkLst>
          <pc:docMk/>
          <pc:sldMk cId="1102862243" sldId="296"/>
        </pc:sldMkLst>
      </pc:sldChg>
      <pc:sldMasterChg chg="delSldLayout">
        <pc:chgData name="Dunfrey Pires Aragão" userId="a7272183b7b4f9fa" providerId="LiveId" clId="{C5A2FD75-C252-4619-88C8-ACAA7B112D69}" dt="2025-08-14T00:12:50" v="4208" actId="47"/>
        <pc:sldMasterMkLst>
          <pc:docMk/>
          <pc:sldMasterMk cId="0" sldId="2147483648"/>
        </pc:sldMasterMkLst>
        <pc:sldLayoutChg chg="del">
          <pc:chgData name="Dunfrey Pires Aragão" userId="a7272183b7b4f9fa" providerId="LiveId" clId="{C5A2FD75-C252-4619-88C8-ACAA7B112D69}" dt="2025-08-12T00:00:59.426" v="2428" actId="2696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Dunfrey Pires Aragão" userId="a7272183b7b4f9fa" providerId="LiveId" clId="{C5A2FD75-C252-4619-88C8-ACAA7B112D69}" dt="2025-08-14T00:12:50" v="4208" actId="47"/>
          <pc:sldLayoutMkLst>
            <pc:docMk/>
            <pc:sldMasterMk cId="0" sldId="2147483648"/>
            <pc:sldLayoutMk cId="0" sldId="2147483655"/>
          </pc:sldLayoutMkLst>
        </pc:sldLayoutChg>
      </pc:sldMasterChg>
    </pc:docChg>
  </pc:docChgLst>
  <pc:docChgLst>
    <pc:chgData name="Dunfrey Pires Aragão" userId="a7272183b7b4f9fa" providerId="LiveId" clId="{AF0DBD31-B8D2-47FF-A3D2-71D5A8072E7E}"/>
    <pc:docChg chg="undo redo custSel addSld delSld modSld sldOrd">
      <pc:chgData name="Dunfrey Pires Aragão" userId="a7272183b7b4f9fa" providerId="LiveId" clId="{AF0DBD31-B8D2-47FF-A3D2-71D5A8072E7E}" dt="2025-08-26T16:10:28.750" v="1749" actId="1037"/>
      <pc:docMkLst>
        <pc:docMk/>
      </pc:docMkLst>
      <pc:sldChg chg="addSp delSp modSp mod">
        <pc:chgData name="Dunfrey Pires Aragão" userId="a7272183b7b4f9fa" providerId="LiveId" clId="{AF0DBD31-B8D2-47FF-A3D2-71D5A8072E7E}" dt="2025-08-25T22:54:14.090" v="41" actId="20577"/>
        <pc:sldMkLst>
          <pc:docMk/>
          <pc:sldMk cId="2693772875" sldId="272"/>
        </pc:sldMkLst>
        <pc:spChg chg="mod">
          <ac:chgData name="Dunfrey Pires Aragão" userId="a7272183b7b4f9fa" providerId="LiveId" clId="{AF0DBD31-B8D2-47FF-A3D2-71D5A8072E7E}" dt="2025-08-25T22:54:14.090" v="41" actId="20577"/>
          <ac:spMkLst>
            <pc:docMk/>
            <pc:sldMk cId="2693772875" sldId="272"/>
            <ac:spMk id="3" creationId="{FEAFA6B6-31A9-38C5-4A6A-6E56C623DAEB}"/>
          </ac:spMkLst>
        </pc:spChg>
        <pc:spChg chg="mod">
          <ac:chgData name="Dunfrey Pires Aragão" userId="a7272183b7b4f9fa" providerId="LiveId" clId="{AF0DBD31-B8D2-47FF-A3D2-71D5A8072E7E}" dt="2025-08-25T22:53:12.126" v="26"/>
          <ac:spMkLst>
            <pc:docMk/>
            <pc:sldMk cId="2693772875" sldId="272"/>
            <ac:spMk id="112" creationId="{BE948C0D-5CF7-1E55-F219-F6129DAB92D5}"/>
          </ac:spMkLst>
        </pc:spChg>
      </pc:sldChg>
      <pc:sldChg chg="addSp modSp add mod">
        <pc:chgData name="Dunfrey Pires Aragão" userId="a7272183b7b4f9fa" providerId="LiveId" clId="{AF0DBD31-B8D2-47FF-A3D2-71D5A8072E7E}" dt="2025-08-25T22:56:21.723" v="91" actId="1076"/>
        <pc:sldMkLst>
          <pc:docMk/>
          <pc:sldMk cId="2777992100" sldId="273"/>
        </pc:sldMkLst>
      </pc:sldChg>
      <pc:sldChg chg="addSp delSp modSp add del mod">
        <pc:chgData name="Dunfrey Pires Aragão" userId="a7272183b7b4f9fa" providerId="LiveId" clId="{AF0DBD31-B8D2-47FF-A3D2-71D5A8072E7E}" dt="2025-08-26T16:07:12.851" v="1736" actId="47"/>
        <pc:sldMkLst>
          <pc:docMk/>
          <pc:sldMk cId="1809379589" sldId="274"/>
        </pc:sldMkLst>
      </pc:sldChg>
      <pc:sldChg chg="addSp modSp add mod">
        <pc:chgData name="Dunfrey Pires Aragão" userId="a7272183b7b4f9fa" providerId="LiveId" clId="{AF0DBD31-B8D2-47FF-A3D2-71D5A8072E7E}" dt="2025-08-25T22:57:22.961" v="115" actId="403"/>
        <pc:sldMkLst>
          <pc:docMk/>
          <pc:sldMk cId="1785984796" sldId="275"/>
        </pc:sldMkLst>
      </pc:sldChg>
      <pc:sldChg chg="addSp delSp modSp add mod">
        <pc:chgData name="Dunfrey Pires Aragão" userId="a7272183b7b4f9fa" providerId="LiveId" clId="{AF0DBD31-B8D2-47FF-A3D2-71D5A8072E7E}" dt="2025-08-25T22:59:26.011" v="154" actId="1076"/>
        <pc:sldMkLst>
          <pc:docMk/>
          <pc:sldMk cId="99185344" sldId="276"/>
        </pc:sldMkLst>
      </pc:sldChg>
      <pc:sldChg chg="del">
        <pc:chgData name="Dunfrey Pires Aragão" userId="a7272183b7b4f9fa" providerId="LiveId" clId="{AF0DBD31-B8D2-47FF-A3D2-71D5A8072E7E}" dt="2025-08-25T22:48:09.564" v="1" actId="47"/>
        <pc:sldMkLst>
          <pc:docMk/>
          <pc:sldMk cId="1289493354" sldId="277"/>
        </pc:sldMkLst>
      </pc:sldChg>
      <pc:sldChg chg="addSp delSp modSp add mod">
        <pc:chgData name="Dunfrey Pires Aragão" userId="a7272183b7b4f9fa" providerId="LiveId" clId="{AF0DBD31-B8D2-47FF-A3D2-71D5A8072E7E}" dt="2025-08-25T23:01:31.709" v="199" actId="1076"/>
        <pc:sldMkLst>
          <pc:docMk/>
          <pc:sldMk cId="2537415451" sldId="277"/>
        </pc:sldMkLst>
      </pc:sldChg>
      <pc:sldChg chg="addSp delSp modSp add mod">
        <pc:chgData name="Dunfrey Pires Aragão" userId="a7272183b7b4f9fa" providerId="LiveId" clId="{AF0DBD31-B8D2-47FF-A3D2-71D5A8072E7E}" dt="2025-08-26T16:07:37.725" v="1746" actId="1036"/>
        <pc:sldMkLst>
          <pc:docMk/>
          <pc:sldMk cId="3444229016" sldId="278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3983019990" sldId="278"/>
        </pc:sldMkLst>
      </pc:sldChg>
      <pc:sldChg chg="addSp delSp modSp add mod">
        <pc:chgData name="Dunfrey Pires Aragão" userId="a7272183b7b4f9fa" providerId="LiveId" clId="{AF0DBD31-B8D2-47FF-A3D2-71D5A8072E7E}" dt="2025-08-25T23:23:46.467" v="375" actId="115"/>
        <pc:sldMkLst>
          <pc:docMk/>
          <pc:sldMk cId="1213054393" sldId="279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3967362222" sldId="279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1742874426" sldId="280"/>
        </pc:sldMkLst>
      </pc:sldChg>
      <pc:sldChg chg="addSp delSp modSp add mod">
        <pc:chgData name="Dunfrey Pires Aragão" userId="a7272183b7b4f9fa" providerId="LiveId" clId="{AF0DBD31-B8D2-47FF-A3D2-71D5A8072E7E}" dt="2025-08-25T23:29:30.044" v="434"/>
        <pc:sldMkLst>
          <pc:docMk/>
          <pc:sldMk cId="2155939721" sldId="280"/>
        </pc:sldMkLst>
      </pc:sldChg>
      <pc:sldChg chg="addSp delSp modSp add mod">
        <pc:chgData name="Dunfrey Pires Aragão" userId="a7272183b7b4f9fa" providerId="LiveId" clId="{AF0DBD31-B8D2-47FF-A3D2-71D5A8072E7E}" dt="2025-08-25T23:40:47.755" v="532"/>
        <pc:sldMkLst>
          <pc:docMk/>
          <pc:sldMk cId="1230389461" sldId="281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2089862149" sldId="281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1890113241" sldId="282"/>
        </pc:sldMkLst>
      </pc:sldChg>
      <pc:sldChg chg="addSp delSp modSp add mod">
        <pc:chgData name="Dunfrey Pires Aragão" userId="a7272183b7b4f9fa" providerId="LiveId" clId="{AF0DBD31-B8D2-47FF-A3D2-71D5A8072E7E}" dt="2025-08-26T16:10:28.750" v="1749" actId="1037"/>
        <pc:sldMkLst>
          <pc:docMk/>
          <pc:sldMk cId="4075041728" sldId="282"/>
        </pc:sldMkLst>
      </pc:sldChg>
      <pc:sldChg chg="addSp modSp add mod">
        <pc:chgData name="Dunfrey Pires Aragão" userId="a7272183b7b4f9fa" providerId="LiveId" clId="{AF0DBD31-B8D2-47FF-A3D2-71D5A8072E7E}" dt="2025-08-26T00:09:00.915" v="708" actId="1035"/>
        <pc:sldMkLst>
          <pc:docMk/>
          <pc:sldMk cId="512337633" sldId="283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2973689496" sldId="283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3181291770" sldId="284"/>
        </pc:sldMkLst>
      </pc:sldChg>
      <pc:sldChg chg="addSp delSp modSp add mod">
        <pc:chgData name="Dunfrey Pires Aragão" userId="a7272183b7b4f9fa" providerId="LiveId" clId="{AF0DBD31-B8D2-47FF-A3D2-71D5A8072E7E}" dt="2025-08-26T00:15:47.137" v="810" actId="1076"/>
        <pc:sldMkLst>
          <pc:docMk/>
          <pc:sldMk cId="3621015451" sldId="284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448178509" sldId="285"/>
        </pc:sldMkLst>
      </pc:sldChg>
      <pc:sldChg chg="addSp modSp add mod ord">
        <pc:chgData name="Dunfrey Pires Aragão" userId="a7272183b7b4f9fa" providerId="LiveId" clId="{AF0DBD31-B8D2-47FF-A3D2-71D5A8072E7E}" dt="2025-08-26T00:13:14.010" v="765"/>
        <pc:sldMkLst>
          <pc:docMk/>
          <pc:sldMk cId="755647164" sldId="285"/>
        </pc:sldMkLst>
      </pc:sldChg>
      <pc:sldChg chg="addSp delSp modSp add mod">
        <pc:chgData name="Dunfrey Pires Aragão" userId="a7272183b7b4f9fa" providerId="LiveId" clId="{AF0DBD31-B8D2-47FF-A3D2-71D5A8072E7E}" dt="2025-08-26T01:34:01.713" v="910" actId="20577"/>
        <pc:sldMkLst>
          <pc:docMk/>
          <pc:sldMk cId="1595746387" sldId="286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4130277746" sldId="286"/>
        </pc:sldMkLst>
      </pc:sldChg>
      <pc:sldChg chg="addSp modSp add mod">
        <pc:chgData name="Dunfrey Pires Aragão" userId="a7272183b7b4f9fa" providerId="LiveId" clId="{AF0DBD31-B8D2-47FF-A3D2-71D5A8072E7E}" dt="2025-08-26T01:35:34.745" v="928" actId="1076"/>
        <pc:sldMkLst>
          <pc:docMk/>
          <pc:sldMk cId="3741163756" sldId="287"/>
        </pc:sldMkLst>
      </pc:sldChg>
      <pc:sldChg chg="addSp delSp modSp add mod">
        <pc:chgData name="Dunfrey Pires Aragão" userId="a7272183b7b4f9fa" providerId="LiveId" clId="{AF0DBD31-B8D2-47FF-A3D2-71D5A8072E7E}" dt="2025-08-26T01:40:00.603" v="1001" actId="20577"/>
        <pc:sldMkLst>
          <pc:docMk/>
          <pc:sldMk cId="955532757" sldId="288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1948615925" sldId="288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1214366133" sldId="289"/>
        </pc:sldMkLst>
      </pc:sldChg>
      <pc:sldChg chg="addSp delSp modSp add mod">
        <pc:chgData name="Dunfrey Pires Aragão" userId="a7272183b7b4f9fa" providerId="LiveId" clId="{AF0DBD31-B8D2-47FF-A3D2-71D5A8072E7E}" dt="2025-08-26T01:46:01.301" v="1087" actId="14100"/>
        <pc:sldMkLst>
          <pc:docMk/>
          <pc:sldMk cId="3327209629" sldId="289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1399810990" sldId="290"/>
        </pc:sldMkLst>
      </pc:sldChg>
      <pc:sldChg chg="addSp delSp modSp add mod">
        <pc:chgData name="Dunfrey Pires Aragão" userId="a7272183b7b4f9fa" providerId="LiveId" clId="{AF0DBD31-B8D2-47FF-A3D2-71D5A8072E7E}" dt="2025-08-26T01:49:14.357" v="1258" actId="1076"/>
        <pc:sldMkLst>
          <pc:docMk/>
          <pc:sldMk cId="2174839300" sldId="290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3290488586" sldId="291"/>
        </pc:sldMkLst>
      </pc:sldChg>
      <pc:sldChg chg="addSp delSp modSp add del mod">
        <pc:chgData name="Dunfrey Pires Aragão" userId="a7272183b7b4f9fa" providerId="LiveId" clId="{AF0DBD31-B8D2-47FF-A3D2-71D5A8072E7E}" dt="2025-08-26T01:54:22.769" v="1280" actId="47"/>
        <pc:sldMkLst>
          <pc:docMk/>
          <pc:sldMk cId="3357546054" sldId="291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632184806" sldId="292"/>
        </pc:sldMkLst>
      </pc:sldChg>
      <pc:sldChg chg="addSp delSp modSp add mod">
        <pc:chgData name="Dunfrey Pires Aragão" userId="a7272183b7b4f9fa" providerId="LiveId" clId="{AF0DBD31-B8D2-47FF-A3D2-71D5A8072E7E}" dt="2025-08-26T01:55:08.347" v="1288" actId="1076"/>
        <pc:sldMkLst>
          <pc:docMk/>
          <pc:sldMk cId="1267227549" sldId="292"/>
        </pc:sldMkLst>
      </pc:sldChg>
      <pc:sldChg chg="addSp delSp modSp add mod">
        <pc:chgData name="Dunfrey Pires Aragão" userId="a7272183b7b4f9fa" providerId="LiveId" clId="{AF0DBD31-B8D2-47FF-A3D2-71D5A8072E7E}" dt="2025-08-26T02:05:28.841" v="1322" actId="1076"/>
        <pc:sldMkLst>
          <pc:docMk/>
          <pc:sldMk cId="1960935585" sldId="293"/>
        </pc:sldMkLst>
      </pc:sldChg>
      <pc:sldChg chg="del">
        <pc:chgData name="Dunfrey Pires Aragão" userId="a7272183b7b4f9fa" providerId="LiveId" clId="{AF0DBD31-B8D2-47FF-A3D2-71D5A8072E7E}" dt="2025-08-25T22:48:04.441" v="0" actId="47"/>
        <pc:sldMkLst>
          <pc:docMk/>
          <pc:sldMk cId="3624316801" sldId="293"/>
        </pc:sldMkLst>
      </pc:sldChg>
      <pc:sldChg chg="addSp delSp modSp add mod">
        <pc:chgData name="Dunfrey Pires Aragão" userId="a7272183b7b4f9fa" providerId="LiveId" clId="{AF0DBD31-B8D2-47FF-A3D2-71D5A8072E7E}" dt="2025-08-26T02:08:37.592" v="1364" actId="1076"/>
        <pc:sldMkLst>
          <pc:docMk/>
          <pc:sldMk cId="1597760224" sldId="294"/>
        </pc:sldMkLst>
      </pc:sldChg>
      <pc:sldChg chg="addSp delSp modSp add mod">
        <pc:chgData name="Dunfrey Pires Aragão" userId="a7272183b7b4f9fa" providerId="LiveId" clId="{AF0DBD31-B8D2-47FF-A3D2-71D5A8072E7E}" dt="2025-08-26T02:15:29.557" v="1411" actId="1076"/>
        <pc:sldMkLst>
          <pc:docMk/>
          <pc:sldMk cId="3521384937" sldId="295"/>
        </pc:sldMkLst>
      </pc:sldChg>
      <pc:sldChg chg="addSp delSp modSp add mod">
        <pc:chgData name="Dunfrey Pires Aragão" userId="a7272183b7b4f9fa" providerId="LiveId" clId="{AF0DBD31-B8D2-47FF-A3D2-71D5A8072E7E}" dt="2025-08-26T15:50:56.463" v="1534" actId="1076"/>
        <pc:sldMkLst>
          <pc:docMk/>
          <pc:sldMk cId="934565050" sldId="296"/>
        </pc:sldMkLst>
      </pc:sldChg>
      <pc:sldChg chg="delSp modSp add mod">
        <pc:chgData name="Dunfrey Pires Aragão" userId="a7272183b7b4f9fa" providerId="LiveId" clId="{AF0DBD31-B8D2-47FF-A3D2-71D5A8072E7E}" dt="2025-08-26T15:58:13.365" v="1632" actId="20577"/>
        <pc:sldMkLst>
          <pc:docMk/>
          <pc:sldMk cId="577453922" sldId="297"/>
        </pc:sldMkLst>
      </pc:sldChg>
      <pc:sldChg chg="addSp modSp add del mod">
        <pc:chgData name="Dunfrey Pires Aragão" userId="a7272183b7b4f9fa" providerId="LiveId" clId="{AF0DBD31-B8D2-47FF-A3D2-71D5A8072E7E}" dt="2025-08-26T16:01:57.904" v="1686" actId="47"/>
        <pc:sldMkLst>
          <pc:docMk/>
          <pc:sldMk cId="264067451" sldId="298"/>
        </pc:sldMkLst>
      </pc:sldChg>
      <pc:sldChg chg="addSp modSp add mod">
        <pc:chgData name="Dunfrey Pires Aragão" userId="a7272183b7b4f9fa" providerId="LiveId" clId="{AF0DBD31-B8D2-47FF-A3D2-71D5A8072E7E}" dt="2025-08-26T16:00:24.230" v="1666" actId="1076"/>
        <pc:sldMkLst>
          <pc:docMk/>
          <pc:sldMk cId="872351133" sldId="299"/>
        </pc:sldMkLst>
      </pc:sldChg>
      <pc:sldChg chg="addSp delSp modSp add mod">
        <pc:chgData name="Dunfrey Pires Aragão" userId="a7272183b7b4f9fa" providerId="LiveId" clId="{AF0DBD31-B8D2-47FF-A3D2-71D5A8072E7E}" dt="2025-08-26T16:02:23.199" v="1693" actId="1076"/>
        <pc:sldMkLst>
          <pc:docMk/>
          <pc:sldMk cId="3010182672" sldId="300"/>
        </pc:sldMkLst>
      </pc:sldChg>
      <pc:sldChg chg="add">
        <pc:chgData name="Dunfrey Pires Aragão" userId="a7272183b7b4f9fa" providerId="LiveId" clId="{AF0DBD31-B8D2-47FF-A3D2-71D5A8072E7E}" dt="2025-08-26T16:02:25.017" v="1694"/>
        <pc:sldMkLst>
          <pc:docMk/>
          <pc:sldMk cId="2837892893" sldId="301"/>
        </pc:sldMkLst>
      </pc:sldChg>
      <pc:sldChg chg="addSp delSp modSp add mod">
        <pc:chgData name="Dunfrey Pires Aragão" userId="a7272183b7b4f9fa" providerId="LiveId" clId="{AF0DBD31-B8D2-47FF-A3D2-71D5A8072E7E}" dt="2025-08-26T16:04:16.428" v="1715" actId="14100"/>
        <pc:sldMkLst>
          <pc:docMk/>
          <pc:sldMk cId="2346775664" sldId="302"/>
        </pc:sldMkLst>
      </pc:sldChg>
      <pc:sldChg chg="modSp add mod">
        <pc:chgData name="Dunfrey Pires Aragão" userId="a7272183b7b4f9fa" providerId="LiveId" clId="{AF0DBD31-B8D2-47FF-A3D2-71D5A8072E7E}" dt="2025-08-26T16:06:35.591" v="1735" actId="20577"/>
        <pc:sldMkLst>
          <pc:docMk/>
          <pc:sldMk cId="1834463686" sldId="303"/>
        </pc:sldMkLst>
      </pc:sldChg>
    </pc:docChg>
  </pc:docChgLst>
  <pc:docChgLst>
    <pc:chgData name="Dunfrey Pires Aragão" userId="a7272183b7b4f9fa" providerId="LiveId" clId="{119D3A0F-34EA-4DBD-8450-C2532E0436A1}"/>
    <pc:docChg chg="undo custSel addSld delSld modSld sldOrd">
      <pc:chgData name="Dunfrey Pires Aragão" userId="a7272183b7b4f9fa" providerId="LiveId" clId="{119D3A0F-34EA-4DBD-8450-C2532E0436A1}" dt="2025-08-28T14:00:34.284" v="3318" actId="14100"/>
      <pc:docMkLst>
        <pc:docMk/>
      </pc:docMkLst>
      <pc:sldChg chg="modSp add del mod">
        <pc:chgData name="Dunfrey Pires Aragão" userId="a7272183b7b4f9fa" providerId="LiveId" clId="{119D3A0F-34EA-4DBD-8450-C2532E0436A1}" dt="2025-08-27T23:03:24.211" v="122" actId="20577"/>
        <pc:sldMkLst>
          <pc:docMk/>
          <pc:sldMk cId="2693772875" sldId="272"/>
        </pc:sldMkLst>
        <pc:spChg chg="mod">
          <ac:chgData name="Dunfrey Pires Aragão" userId="a7272183b7b4f9fa" providerId="LiveId" clId="{119D3A0F-34EA-4DBD-8450-C2532E0436A1}" dt="2025-08-27T23:03:24.211" v="122" actId="20577"/>
          <ac:spMkLst>
            <pc:docMk/>
            <pc:sldMk cId="2693772875" sldId="272"/>
            <ac:spMk id="3" creationId="{FEAFA6B6-31A9-38C5-4A6A-6E56C623DAEB}"/>
          </ac:spMkLst>
        </pc:spChg>
        <pc:spChg chg="mod">
          <ac:chgData name="Dunfrey Pires Aragão" userId="a7272183b7b4f9fa" providerId="LiveId" clId="{119D3A0F-34EA-4DBD-8450-C2532E0436A1}" dt="2025-08-27T22:58:59.414" v="2" actId="20577"/>
          <ac:spMkLst>
            <pc:docMk/>
            <pc:sldMk cId="2693772875" sldId="272"/>
            <ac:spMk id="112" creationId="{BE948C0D-5CF7-1E55-F219-F6129DAB92D5}"/>
          </ac:spMkLst>
        </pc:spChg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2777992100" sldId="273"/>
        </pc:sldMkLst>
      </pc:sldChg>
      <pc:sldChg chg="modSp add mod">
        <pc:chgData name="Dunfrey Pires Aragão" userId="a7272183b7b4f9fa" providerId="LiveId" clId="{119D3A0F-34EA-4DBD-8450-C2532E0436A1}" dt="2025-08-27T23:06:32.412" v="274" actId="113"/>
        <pc:sldMkLst>
          <pc:docMk/>
          <pc:sldMk cId="3903808442" sldId="273"/>
        </pc:sldMkLst>
      </pc:sldChg>
      <pc:sldChg chg="addSp modSp add del mod ord">
        <pc:chgData name="Dunfrey Pires Aragão" userId="a7272183b7b4f9fa" providerId="LiveId" clId="{119D3A0F-34EA-4DBD-8450-C2532E0436A1}" dt="2025-08-27T23:12:28.663" v="472" actId="47"/>
        <pc:sldMkLst>
          <pc:docMk/>
          <pc:sldMk cId="3797725400" sldId="274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785984796" sldId="275"/>
        </pc:sldMkLst>
      </pc:sldChg>
      <pc:sldChg chg="addSp modSp add mod">
        <pc:chgData name="Dunfrey Pires Aragão" userId="a7272183b7b4f9fa" providerId="LiveId" clId="{119D3A0F-34EA-4DBD-8450-C2532E0436A1}" dt="2025-08-27T23:28:38.399" v="780" actId="20577"/>
        <pc:sldMkLst>
          <pc:docMk/>
          <pc:sldMk cId="4036805717" sldId="275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99185344" sldId="276"/>
        </pc:sldMkLst>
      </pc:sldChg>
      <pc:sldChg chg="addSp delSp modSp add mod setBg">
        <pc:chgData name="Dunfrey Pires Aragão" userId="a7272183b7b4f9fa" providerId="LiveId" clId="{119D3A0F-34EA-4DBD-8450-C2532E0436A1}" dt="2025-08-27T23:16:21.619" v="512" actId="20577"/>
        <pc:sldMkLst>
          <pc:docMk/>
          <pc:sldMk cId="2276371994" sldId="276"/>
        </pc:sldMkLst>
      </pc:sldChg>
      <pc:sldChg chg="addSp modSp add mod">
        <pc:chgData name="Dunfrey Pires Aragão" userId="a7272183b7b4f9fa" providerId="LiveId" clId="{119D3A0F-34EA-4DBD-8450-C2532E0436A1}" dt="2025-08-27T23:19:04.591" v="569" actId="20577"/>
        <pc:sldMkLst>
          <pc:docMk/>
          <pc:sldMk cId="2002624183" sldId="277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2537415451" sldId="277"/>
        </pc:sldMkLst>
      </pc:sldChg>
      <pc:sldChg chg="addSp delSp modSp add mod">
        <pc:chgData name="Dunfrey Pires Aragão" userId="a7272183b7b4f9fa" providerId="LiveId" clId="{119D3A0F-34EA-4DBD-8450-C2532E0436A1}" dt="2025-08-27T23:30:02.129" v="788" actId="20577"/>
        <pc:sldMkLst>
          <pc:docMk/>
          <pc:sldMk cId="1571451691" sldId="278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3444229016" sldId="278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213054393" sldId="279"/>
        </pc:sldMkLst>
      </pc:sldChg>
      <pc:sldChg chg="addSp delSp modSp add mod">
        <pc:chgData name="Dunfrey Pires Aragão" userId="a7272183b7b4f9fa" providerId="LiveId" clId="{119D3A0F-34EA-4DBD-8450-C2532E0436A1}" dt="2025-08-27T23:23:31.343" v="701" actId="20577"/>
        <pc:sldMkLst>
          <pc:docMk/>
          <pc:sldMk cId="3980039042" sldId="279"/>
        </pc:sldMkLst>
      </pc:sldChg>
      <pc:sldChg chg="addSp delSp modSp add mod setBg">
        <pc:chgData name="Dunfrey Pires Aragão" userId="a7272183b7b4f9fa" providerId="LiveId" clId="{119D3A0F-34EA-4DBD-8450-C2532E0436A1}" dt="2025-08-27T23:25:15.530" v="774" actId="20577"/>
        <pc:sldMkLst>
          <pc:docMk/>
          <pc:sldMk cId="45713392" sldId="280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2155939721" sldId="280"/>
        </pc:sldMkLst>
      </pc:sldChg>
      <pc:sldChg chg="new del">
        <pc:chgData name="Dunfrey Pires Aragão" userId="a7272183b7b4f9fa" providerId="LiveId" clId="{119D3A0F-34EA-4DBD-8450-C2532E0436A1}" dt="2025-08-27T23:28:57.629" v="782" actId="680"/>
        <pc:sldMkLst>
          <pc:docMk/>
          <pc:sldMk cId="543530440" sldId="281"/>
        </pc:sldMkLst>
      </pc:sldChg>
      <pc:sldChg chg="addSp delSp modSp add mod setBg">
        <pc:chgData name="Dunfrey Pires Aragão" userId="a7272183b7b4f9fa" providerId="LiveId" clId="{119D3A0F-34EA-4DBD-8450-C2532E0436A1}" dt="2025-08-27T23:35:19.230" v="946" actId="1036"/>
        <pc:sldMkLst>
          <pc:docMk/>
          <pc:sldMk cId="941205668" sldId="281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230389461" sldId="281"/>
        </pc:sldMkLst>
      </pc:sldChg>
      <pc:sldChg chg="addSp delSp modSp add mod setBg">
        <pc:chgData name="Dunfrey Pires Aragão" userId="a7272183b7b4f9fa" providerId="LiveId" clId="{119D3A0F-34EA-4DBD-8450-C2532E0436A1}" dt="2025-08-27T23:37:39.632" v="979" actId="1076"/>
        <pc:sldMkLst>
          <pc:docMk/>
          <pc:sldMk cId="1449549412" sldId="282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4075041728" sldId="282"/>
        </pc:sldMkLst>
      </pc:sldChg>
      <pc:sldChg chg="delSp modSp add mod ord">
        <pc:chgData name="Dunfrey Pires Aragão" userId="a7272183b7b4f9fa" providerId="LiveId" clId="{119D3A0F-34EA-4DBD-8450-C2532E0436A1}" dt="2025-08-27T23:39:57.542" v="1005" actId="20577"/>
        <pc:sldMkLst>
          <pc:docMk/>
          <pc:sldMk cId="290847051" sldId="283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512337633" sldId="283"/>
        </pc:sldMkLst>
      </pc:sldChg>
      <pc:sldChg chg="addSp delSp modSp add mod setBg">
        <pc:chgData name="Dunfrey Pires Aragão" userId="a7272183b7b4f9fa" providerId="LiveId" clId="{119D3A0F-34EA-4DBD-8450-C2532E0436A1}" dt="2025-08-28T13:25:03.298" v="2406" actId="403"/>
        <pc:sldMkLst>
          <pc:docMk/>
          <pc:sldMk cId="894141429" sldId="284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3621015451" sldId="284"/>
        </pc:sldMkLst>
      </pc:sldChg>
      <pc:sldChg chg="addSp modSp add mod ord setBg">
        <pc:chgData name="Dunfrey Pires Aragão" userId="a7272183b7b4f9fa" providerId="LiveId" clId="{119D3A0F-34EA-4DBD-8450-C2532E0436A1}" dt="2025-08-28T01:24:19.281" v="1873" actId="1076"/>
        <pc:sldMkLst>
          <pc:docMk/>
          <pc:sldMk cId="242293359" sldId="285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755647164" sldId="285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595746387" sldId="286"/>
        </pc:sldMkLst>
      </pc:sldChg>
      <pc:sldChg chg="addSp delSp modSp add mod setBg">
        <pc:chgData name="Dunfrey Pires Aragão" userId="a7272183b7b4f9fa" providerId="LiveId" clId="{119D3A0F-34EA-4DBD-8450-C2532E0436A1}" dt="2025-08-27T23:56:06.346" v="1275" actId="1076"/>
        <pc:sldMkLst>
          <pc:docMk/>
          <pc:sldMk cId="2064109615" sldId="286"/>
        </pc:sldMkLst>
      </pc:sldChg>
      <pc:sldChg chg="addSp delSp modSp add mod setBg">
        <pc:chgData name="Dunfrey Pires Aragão" userId="a7272183b7b4f9fa" providerId="LiveId" clId="{119D3A0F-34EA-4DBD-8450-C2532E0436A1}" dt="2025-08-28T00:06:48.165" v="1477" actId="20577"/>
        <pc:sldMkLst>
          <pc:docMk/>
          <pc:sldMk cId="2772939263" sldId="287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3741163756" sldId="287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955532757" sldId="288"/>
        </pc:sldMkLst>
      </pc:sldChg>
      <pc:sldChg chg="addSp delSp modSp add mod setBg">
        <pc:chgData name="Dunfrey Pires Aragão" userId="a7272183b7b4f9fa" providerId="LiveId" clId="{119D3A0F-34EA-4DBD-8450-C2532E0436A1}" dt="2025-08-28T01:11:29.679" v="1538" actId="403"/>
        <pc:sldMkLst>
          <pc:docMk/>
          <pc:sldMk cId="2941658418" sldId="288"/>
        </pc:sldMkLst>
      </pc:sldChg>
      <pc:sldChg chg="addSp modSp add mod setBg">
        <pc:chgData name="Dunfrey Pires Aragão" userId="a7272183b7b4f9fa" providerId="LiveId" clId="{119D3A0F-34EA-4DBD-8450-C2532E0436A1}" dt="2025-08-28T01:25:54.924" v="1934" actId="20577"/>
        <pc:sldMkLst>
          <pc:docMk/>
          <pc:sldMk cId="1953123072" sldId="289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3327209629" sldId="289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2174839300" sldId="290"/>
        </pc:sldMkLst>
      </pc:sldChg>
      <pc:sldChg chg="addSp delSp modSp add mod setBg">
        <pc:chgData name="Dunfrey Pires Aragão" userId="a7272183b7b4f9fa" providerId="LiveId" clId="{119D3A0F-34EA-4DBD-8450-C2532E0436A1}" dt="2025-08-28T01:25:45.625" v="1930" actId="20577"/>
        <pc:sldMkLst>
          <pc:docMk/>
          <pc:sldMk cId="3865094116" sldId="290"/>
        </pc:sldMkLst>
      </pc:sldChg>
      <pc:sldChg chg="addSp delSp modSp add mod">
        <pc:chgData name="Dunfrey Pires Aragão" userId="a7272183b7b4f9fa" providerId="LiveId" clId="{119D3A0F-34EA-4DBD-8450-C2532E0436A1}" dt="2025-08-28T01:30:47.772" v="2174"/>
        <pc:sldMkLst>
          <pc:docMk/>
          <pc:sldMk cId="2484692086" sldId="291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267227549" sldId="292"/>
        </pc:sldMkLst>
      </pc:sldChg>
      <pc:sldChg chg="addSp modSp add mod ord setBg">
        <pc:chgData name="Dunfrey Pires Aragão" userId="a7272183b7b4f9fa" providerId="LiveId" clId="{119D3A0F-34EA-4DBD-8450-C2532E0436A1}" dt="2025-08-28T01:28:27.239" v="2109"/>
        <pc:sldMkLst>
          <pc:docMk/>
          <pc:sldMk cId="2410806387" sldId="292"/>
        </pc:sldMkLst>
      </pc:sldChg>
      <pc:sldChg chg="addSp delSp modSp add mod setBg">
        <pc:chgData name="Dunfrey Pires Aragão" userId="a7272183b7b4f9fa" providerId="LiveId" clId="{119D3A0F-34EA-4DBD-8450-C2532E0436A1}" dt="2025-08-28T01:35:11.880" v="2260"/>
        <pc:sldMkLst>
          <pc:docMk/>
          <pc:sldMk cId="1235346850" sldId="293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960935585" sldId="293"/>
        </pc:sldMkLst>
      </pc:sldChg>
      <pc:sldChg chg="addSp delSp modSp add mod">
        <pc:chgData name="Dunfrey Pires Aragão" userId="a7272183b7b4f9fa" providerId="LiveId" clId="{119D3A0F-34EA-4DBD-8450-C2532E0436A1}" dt="2025-08-28T01:36:08.863" v="2280" actId="20577"/>
        <pc:sldMkLst>
          <pc:docMk/>
          <pc:sldMk cId="926228093" sldId="294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597760224" sldId="294"/>
        </pc:sldMkLst>
      </pc:sldChg>
      <pc:sldChg chg="addSp delSp modSp add mod">
        <pc:chgData name="Dunfrey Pires Aragão" userId="a7272183b7b4f9fa" providerId="LiveId" clId="{119D3A0F-34EA-4DBD-8450-C2532E0436A1}" dt="2025-08-28T01:38:03.788" v="2340" actId="20577"/>
        <pc:sldMkLst>
          <pc:docMk/>
          <pc:sldMk cId="343770334" sldId="295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3521384937" sldId="295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934565050" sldId="296"/>
        </pc:sldMkLst>
      </pc:sldChg>
      <pc:sldChg chg="addSp modSp add mod">
        <pc:chgData name="Dunfrey Pires Aragão" userId="a7272183b7b4f9fa" providerId="LiveId" clId="{119D3A0F-34EA-4DBD-8450-C2532E0436A1}" dt="2025-08-28T13:28:31.108" v="2499"/>
        <pc:sldMkLst>
          <pc:docMk/>
          <pc:sldMk cId="1043352155" sldId="296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577453922" sldId="297"/>
        </pc:sldMkLst>
      </pc:sldChg>
      <pc:sldChg chg="addSp delSp modSp add mod">
        <pc:chgData name="Dunfrey Pires Aragão" userId="a7272183b7b4f9fa" providerId="LiveId" clId="{119D3A0F-34EA-4DBD-8450-C2532E0436A1}" dt="2025-08-28T13:40:58.188" v="2725"/>
        <pc:sldMkLst>
          <pc:docMk/>
          <pc:sldMk cId="732980767" sldId="297"/>
        </pc:sldMkLst>
      </pc:sldChg>
      <pc:sldChg chg="delSp modSp add mod">
        <pc:chgData name="Dunfrey Pires Aragão" userId="a7272183b7b4f9fa" providerId="LiveId" clId="{119D3A0F-34EA-4DBD-8450-C2532E0436A1}" dt="2025-08-28T14:00:34.284" v="3318" actId="14100"/>
        <pc:sldMkLst>
          <pc:docMk/>
          <pc:sldMk cId="1758867100" sldId="298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872351133" sldId="299"/>
        </pc:sldMkLst>
      </pc:sldChg>
      <pc:sldChg chg="addSp delSp modSp add mod setBg">
        <pc:chgData name="Dunfrey Pires Aragão" userId="a7272183b7b4f9fa" providerId="LiveId" clId="{119D3A0F-34EA-4DBD-8450-C2532E0436A1}" dt="2025-08-28T14:00:19.005" v="3317" actId="1076"/>
        <pc:sldMkLst>
          <pc:docMk/>
          <pc:sldMk cId="4143167015" sldId="299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3010182672" sldId="300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2837892893" sldId="301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2346775664" sldId="302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834463686" sldId="30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6D9B4B3-7E80-A623-0406-18A36914B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0C1F7C58-6AA1-2D81-B988-CE0251C01D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1C1CC9A8-6FFE-305F-D9E5-2E9CE87DFD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89803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468CF30-5EDC-BC42-7AF6-2AD5FD604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5CCE5DC0-34FC-EE91-9B82-70DED97E99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C8CE80B5-71F3-84AA-C0DE-489E641664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00211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9EC1435-438E-E966-E310-B370DA74B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2C235925-AF48-AD41-E98F-A7379179C7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CCC70B8C-3DC7-C447-A642-A4EFD027CF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03676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C9AFE622-79BB-9FCF-D6EC-56521AC16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2B8C13DC-0F5E-34F4-B9D6-97CF81703B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32E63609-FE27-C100-C894-594E65BBBB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37058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D7AC4B4-4518-CBD7-298F-992C91716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85DF38A6-44BF-C6DF-ECC1-93A298F91E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3A6AB859-87E5-E6D6-148F-15B2F96BFA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78937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4669DCF-2C4E-A13D-926A-3EE34E58E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93D51364-61BE-CB01-77DF-F25B9C0423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8D16B287-DF01-CC3E-D284-92328F3F8A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14791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2D946E7-379C-6EEF-085E-8F3588DBC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FD266D6B-6CF7-F0D4-636D-6B5D28631A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1D2070BC-EA2B-008D-D79E-6EEDFAD1F1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225418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EA275E8-EF2A-3070-959B-7D49516F2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764A7051-B193-C0D1-EC3D-108A9710D9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5EACF884-8EB6-EB59-BB37-EEF5C13CAE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520310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A9E57F7-CE03-1936-4E67-DC6D02D3D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0AF73417-D147-9FA0-CB59-EE764BBD68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5457EC93-517B-B7A4-73F3-42ADE54563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680634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7D9051E-72C9-29C1-6BFE-A763D6183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6AED2670-08F2-C9ED-685F-13C347BBF0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91516FAB-4AF9-3098-6034-D9A00A7BAB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887141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E076F3B-4E10-8E5C-8E9F-34D8255FE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500B6A72-4B35-BC81-06AD-6B23E80025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AAF89E02-9CF6-9885-3E00-D866445369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768264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BAF041D1-37F5-E3B0-8A75-3704E0244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C6C0DF7E-BC14-262D-9A44-224C55A149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77B584AF-B870-CC1A-F7BB-BB9B4E273B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456595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A117ED9-CB45-AD59-AA7C-4F1FF8598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9C559453-D08A-0D93-609A-C0923901F5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A23FCC97-4DCE-5CE7-463C-348C939C3F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626196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71B23EE-B837-6D7D-88B7-E93C38538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A7E1334D-E10E-CC30-8234-143A294B1C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79C30814-8B06-24F5-8538-AD75E81A29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14309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2360F3F-F640-D525-85AE-F6698A68F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3F330F71-6AD8-A2B8-F105-988D3B9883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554A22CC-9063-799B-EA4C-A65F2300FC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233138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3658CE4-10AB-5883-B031-3E78BFC07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12490F8E-1C5F-486E-DB85-B4BD3274B4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34C9B174-1550-44C7-9295-5E91CBB36C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176969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2489498-0D52-20B2-4CB2-1FCB4E4EE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8481DF64-4EB1-D855-677E-653670C794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D9B69FFD-D4FA-A8A9-637D-BAFCA668AF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938370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CB68B32D-A5F4-7089-4A8F-EEBB7D801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A62D490B-02C7-B1EE-845A-CCE2D9D5D4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DC846097-DD40-3190-6C6D-62485516B2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830885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EB2D74F-DEBE-7565-4E93-BEDFF3580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F1CA57A2-A907-B339-A1A4-2F707AE37D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D195ED92-0E83-9B13-8411-129448AEC6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63005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F0627B9-C2DD-4DBE-DB35-99044A4C1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D374DC71-2BF3-6C69-CC56-7B2506D59A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C559E64D-44DB-A493-BACA-E75C03CD11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784772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8" r:id="rId3"/>
    <p:sldLayoutId id="2147483659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sass-lang.com/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nodejs.org/en/download" TargetMode="Externa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88D422C-F617-B941-6C5C-FF3C78C39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2874A6B9-94B0-057E-B30C-C9ADD914F5B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5EBA16AA-4218-1A8E-6D6D-B0ED6BC0505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BE948C0D-5CF7-1E55-F219-F6129DAB92D5}"/>
              </a:ext>
            </a:extLst>
          </p:cNvPr>
          <p:cNvSpPr txBox="1"/>
          <p:nvPr/>
        </p:nvSpPr>
        <p:spPr>
          <a:xfrm>
            <a:off x="1991378" y="1056193"/>
            <a:ext cx="612903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SASS -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Syntactically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Awesome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Style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Sheets</a:t>
            </a:r>
            <a:endParaRPr lang="pt-BR" sz="3300" b="1" i="0" u="none" strike="noStrike" cap="none" noProof="0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EAFA6B6-31A9-38C5-4A6A-6E56C623DAEB}"/>
              </a:ext>
            </a:extLst>
          </p:cNvPr>
          <p:cNvSpPr txBox="1"/>
          <p:nvPr/>
        </p:nvSpPr>
        <p:spPr>
          <a:xfrm>
            <a:off x="614150" y="2330401"/>
            <a:ext cx="1603611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noProof="0" dirty="0">
                <a:latin typeface="Montserrat" panose="00000500000000000000" pitchFamily="2" charset="0"/>
                <a:hlinkClick r:id="rId5"/>
              </a:rPr>
              <a:t>https://sass-lang.com/</a:t>
            </a:r>
            <a:endParaRPr lang="pt-BR" sz="3600" noProof="0" dirty="0">
              <a:latin typeface="Montserrat" panose="00000500000000000000" pitchFamily="2" charset="0"/>
            </a:endParaRPr>
          </a:p>
          <a:p>
            <a:endParaRPr lang="pt-BR" sz="3600" b="1" noProof="0" dirty="0">
              <a:latin typeface="Montserrat" panose="00000500000000000000" pitchFamily="2" charset="0"/>
            </a:endParaRPr>
          </a:p>
          <a:p>
            <a:r>
              <a:rPr lang="pt-BR" sz="3600" noProof="0" dirty="0">
                <a:latin typeface="Montserrat" panose="00000500000000000000" pitchFamily="2" charset="0"/>
              </a:rPr>
              <a:t>Esta ferramenta, em uma tradução livre, é “folhas de Estilo </a:t>
            </a:r>
            <a:r>
              <a:rPr lang="pt-BR" sz="3600" noProof="0" dirty="0" err="1">
                <a:latin typeface="Montserrat" panose="00000500000000000000" pitchFamily="2" charset="0"/>
              </a:rPr>
              <a:t>sintáticamente</a:t>
            </a:r>
            <a:r>
              <a:rPr lang="pt-BR" sz="3600" noProof="0" dirty="0">
                <a:latin typeface="Montserrat" panose="00000500000000000000" pitchFamily="2" charset="0"/>
              </a:rPr>
              <a:t> </a:t>
            </a:r>
            <a:r>
              <a:rPr lang="pt-BR" sz="3600" b="1" noProof="0" dirty="0">
                <a:latin typeface="Montserrat" panose="00000500000000000000" pitchFamily="2" charset="0"/>
              </a:rPr>
              <a:t>impressionantes</a:t>
            </a:r>
            <a:r>
              <a:rPr lang="pt-BR" sz="3600" noProof="0" dirty="0">
                <a:latin typeface="Montserrat" panose="00000500000000000000" pitchFamily="2" charset="0"/>
              </a:rPr>
              <a:t>”</a:t>
            </a:r>
          </a:p>
          <a:p>
            <a:endParaRPr lang="pt-BR" sz="3600" noProof="0" dirty="0">
              <a:latin typeface="Montserrat" panose="00000500000000000000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noProof="0" dirty="0">
                <a:latin typeface="Montserrat" panose="00000500000000000000" pitchFamily="2" charset="0"/>
              </a:rPr>
              <a:t>Está relacionado a sintaxe (como se escreve o CSS)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noProof="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772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F7EB212-A9D6-2638-8236-CE3214705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591E45BE-A62E-2D75-2F5B-7371632C3D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272661C4-95DB-85E9-A3AF-E3517E6A567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F315046A-55B8-2A67-5140-48192F3275AA}"/>
              </a:ext>
            </a:extLst>
          </p:cNvPr>
          <p:cNvSpPr txBox="1"/>
          <p:nvPr/>
        </p:nvSpPr>
        <p:spPr>
          <a:xfrm>
            <a:off x="1991378" y="1056193"/>
            <a:ext cx="612903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SASS -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Syntactically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Awesome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Style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Sheets</a:t>
            </a:r>
            <a:endParaRPr lang="pt-BR" sz="3300" b="1" i="0" u="none" strike="noStrike" cap="none" noProof="0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95C2738-9F8E-4E95-5CD6-3E10A25615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8723" y="2320691"/>
            <a:ext cx="13483387" cy="630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110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E0E290A-78CB-DB4A-E257-187E0E13B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C900E427-48A9-5B71-BDC1-B1A0C28B54D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31946D85-21C9-1C53-F92B-9534BFB91CB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66329A0F-9376-BEC2-9D59-315A1F1B0776}"/>
              </a:ext>
            </a:extLst>
          </p:cNvPr>
          <p:cNvSpPr txBox="1"/>
          <p:nvPr/>
        </p:nvSpPr>
        <p:spPr>
          <a:xfrm>
            <a:off x="1991378" y="1056193"/>
            <a:ext cx="612903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SASS -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Syntactically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Awesome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Style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Sheets</a:t>
            </a:r>
            <a:endParaRPr lang="pt-BR" sz="3300" b="1" i="0" u="none" strike="noStrike" cap="none" noProof="0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0E240F7-10F6-4A85-5925-5091745B8D4C}"/>
              </a:ext>
            </a:extLst>
          </p:cNvPr>
          <p:cNvSpPr txBox="1"/>
          <p:nvPr/>
        </p:nvSpPr>
        <p:spPr>
          <a:xfrm>
            <a:off x="1239792" y="3128050"/>
            <a:ext cx="1329435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noProof="0" dirty="0">
                <a:latin typeface="Montserrat" panose="00000500000000000000" pitchFamily="2" charset="0"/>
              </a:rPr>
              <a:t>Instale o </a:t>
            </a:r>
            <a:r>
              <a:rPr lang="pt-BR" sz="3600" noProof="0" dirty="0" err="1">
                <a:latin typeface="Montserrat" panose="00000500000000000000" pitchFamily="2" charset="0"/>
              </a:rPr>
              <a:t>NodeJS</a:t>
            </a:r>
            <a:r>
              <a:rPr lang="pt-BR" sz="3600" noProof="0" dirty="0">
                <a:latin typeface="Montserrat" panose="00000500000000000000" pitchFamily="2" charset="0"/>
              </a:rPr>
              <a:t>: </a:t>
            </a:r>
            <a:r>
              <a:rPr lang="pt-BR" sz="3600" noProof="0" dirty="0">
                <a:latin typeface="Montserrat" panose="00000500000000000000" pitchFamily="2" charset="0"/>
                <a:hlinkClick r:id="rId5"/>
              </a:rPr>
              <a:t>https://nodejs.org/en/download</a:t>
            </a:r>
            <a:endParaRPr lang="pt-BR" sz="3600" noProof="0" dirty="0">
              <a:latin typeface="Montserrat" panose="00000500000000000000" pitchFamily="2" charset="0"/>
            </a:endParaRPr>
          </a:p>
          <a:p>
            <a:endParaRPr lang="pt-BR" sz="3600" noProof="0" dirty="0">
              <a:latin typeface="Montserrat" panose="00000500000000000000" pitchFamily="2" charset="0"/>
            </a:endParaRPr>
          </a:p>
          <a:p>
            <a:r>
              <a:rPr lang="pt-BR" sz="3600" noProof="0" dirty="0">
                <a:latin typeface="Montserrat" panose="00000500000000000000" pitchFamily="2" charset="0"/>
              </a:rPr>
              <a:t>E, em seguida, faça:</a:t>
            </a:r>
          </a:p>
          <a:p>
            <a:endParaRPr lang="pt-BR" sz="3600" noProof="0" dirty="0">
              <a:latin typeface="Montserrat" panose="00000500000000000000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noProof="0" dirty="0" err="1">
                <a:latin typeface="Montserrat" panose="00000500000000000000" pitchFamily="2" charset="0"/>
              </a:rPr>
              <a:t>npm</a:t>
            </a:r>
            <a:r>
              <a:rPr lang="pt-BR" sz="3600" noProof="0" dirty="0">
                <a:latin typeface="Montserrat" panose="00000500000000000000" pitchFamily="2" charset="0"/>
              </a:rPr>
              <a:t> </a:t>
            </a:r>
            <a:r>
              <a:rPr lang="pt-BR" sz="3600" noProof="0" dirty="0" err="1">
                <a:latin typeface="Montserrat" panose="00000500000000000000" pitchFamily="2" charset="0"/>
              </a:rPr>
              <a:t>install</a:t>
            </a:r>
            <a:r>
              <a:rPr lang="pt-BR" sz="3600" noProof="0" dirty="0">
                <a:latin typeface="Montserrat" panose="00000500000000000000" pitchFamily="2" charset="0"/>
              </a:rPr>
              <a:t> -g </a:t>
            </a:r>
            <a:r>
              <a:rPr lang="pt-BR" sz="3600" noProof="0" dirty="0" err="1">
                <a:latin typeface="Montserrat" panose="00000500000000000000" pitchFamily="2" charset="0"/>
              </a:rPr>
              <a:t>sass</a:t>
            </a:r>
            <a:endParaRPr lang="pt-BR" sz="3600" noProof="0" dirty="0">
              <a:latin typeface="Montserrat" panose="00000500000000000000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noProof="0" dirty="0">
              <a:latin typeface="Montserrat" panose="00000500000000000000" pitchFamily="2" charset="0"/>
            </a:endParaRPr>
          </a:p>
          <a:p>
            <a:r>
              <a:rPr lang="pt-BR" sz="3600" noProof="0" dirty="0">
                <a:latin typeface="Montserrat" panose="00000500000000000000" pitchFamily="2" charset="0"/>
              </a:rPr>
              <a:t>Após instalação, execute: $ </a:t>
            </a:r>
            <a:r>
              <a:rPr lang="pt-BR" sz="3600" noProof="0" dirty="0" err="1">
                <a:latin typeface="Montserrat" panose="00000500000000000000" pitchFamily="2" charset="0"/>
              </a:rPr>
              <a:t>sass</a:t>
            </a:r>
            <a:r>
              <a:rPr lang="pt-BR" sz="3600" noProof="0" dirty="0">
                <a:latin typeface="Montserrat" panose="00000500000000000000" pitchFamily="2" charset="0"/>
              </a:rPr>
              <a:t> --</a:t>
            </a:r>
            <a:r>
              <a:rPr lang="pt-BR" sz="3600" noProof="0" dirty="0" err="1">
                <a:latin typeface="Montserrat" panose="00000500000000000000" pitchFamily="2" charset="0"/>
              </a:rPr>
              <a:t>version</a:t>
            </a:r>
            <a:endParaRPr lang="pt-BR" sz="3600" noProof="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982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C829F99-E595-9F4C-8B14-6D1C6C10C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1C950FA3-C509-FDE2-2A85-1C3AE13247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65518D31-2662-CD4B-E701-42317AD9E4C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80E0288D-0B43-0618-5541-EFB99FA82166}"/>
              </a:ext>
            </a:extLst>
          </p:cNvPr>
          <p:cNvSpPr txBox="1"/>
          <p:nvPr/>
        </p:nvSpPr>
        <p:spPr>
          <a:xfrm>
            <a:off x="1991378" y="1056193"/>
            <a:ext cx="612903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SASS -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Syntactically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Awesome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Style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Sheets</a:t>
            </a:r>
            <a:endParaRPr lang="pt-BR" sz="3300" b="1" i="0" u="none" strike="noStrike" cap="none" noProof="0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AC10205-E611-6705-EFC2-0852DA7D0A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378" y="2326708"/>
            <a:ext cx="14077528" cy="187851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4F15866-D7E0-4B83-C53C-3126898BEA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378" y="4399146"/>
            <a:ext cx="12392823" cy="417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609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52685B5-3501-1C95-8E92-54205EFD7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86034F36-A2A3-E65C-5D12-08D977EEC8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E2224E9C-19E7-3D04-258F-32D8FFC4796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2834261E-DC2E-6743-2454-A76FD39C2797}"/>
              </a:ext>
            </a:extLst>
          </p:cNvPr>
          <p:cNvSpPr txBox="1"/>
          <p:nvPr/>
        </p:nvSpPr>
        <p:spPr>
          <a:xfrm>
            <a:off x="1991378" y="1056193"/>
            <a:ext cx="612903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SASS -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Syntactically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Awesome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Style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Sheets</a:t>
            </a:r>
            <a:endParaRPr lang="pt-BR" sz="3300" b="1" i="0" u="none" strike="noStrike" cap="none" noProof="0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C896DB6-E819-7D3A-39C7-894761AAC097}"/>
              </a:ext>
            </a:extLst>
          </p:cNvPr>
          <p:cNvSpPr txBox="1"/>
          <p:nvPr/>
        </p:nvSpPr>
        <p:spPr>
          <a:xfrm>
            <a:off x="1729491" y="3764841"/>
            <a:ext cx="737839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3200" b="0" noProof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pt-BR" sz="3200" b="0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pt-BR" sz="32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3200" b="0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sz="3200" b="0" noProof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3200" b="0" noProof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3200" b="0" noProof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3200" b="0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sz="3200" b="0" noProof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3200" b="0" noProof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3200" b="0" noProof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3200" b="0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pt-BR" sz="32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3200" b="0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pt-BR" sz="32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3200" b="0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3200" b="0" noProof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stylesheet</a:t>
            </a:r>
            <a:r>
              <a:rPr lang="pt-BR" sz="3200" b="0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32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3200" b="0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pt-BR" sz="32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3200" b="0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3200" b="0" noProof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inc</a:t>
            </a:r>
            <a:r>
              <a:rPr lang="pt-BR" sz="3200" b="0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/style.css"</a:t>
            </a:r>
            <a:r>
              <a:rPr lang="pt-BR" sz="3200" b="0" noProof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3200" b="0" noProof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3200" b="0" noProof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3200" b="0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pt-BR" sz="3200" b="0" noProof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32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3200" b="0" noProof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3200" b="0" noProof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3200" b="0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sz="3200" b="0" noProof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32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Este texto é azul.</a:t>
            </a:r>
            <a:r>
              <a:rPr lang="pt-BR" sz="3200" b="0" noProof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3200" b="0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sz="3200" b="0" noProof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3200" b="0" noProof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pt-BR" sz="3200" b="0" noProof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3200" b="0" noProof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3200" b="0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pt-BR" sz="3200" b="0" noProof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3200" b="0" noProof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3200" b="0" noProof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3200" b="0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sz="3200" b="0" noProof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3200" b="0" noProof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8D7D960-B7FE-DA1E-26B1-7710ADD93DBA}"/>
              </a:ext>
            </a:extLst>
          </p:cNvPr>
          <p:cNvSpPr txBox="1"/>
          <p:nvPr/>
        </p:nvSpPr>
        <p:spPr>
          <a:xfrm>
            <a:off x="10837375" y="4064177"/>
            <a:ext cx="639184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3200" b="0" noProof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este é um comentário */</a:t>
            </a:r>
            <a:endParaRPr lang="pt-BR" sz="3200" b="0" noProof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3200" b="0" noProof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teste de SASS</a:t>
            </a:r>
            <a:endParaRPr lang="pt-BR" sz="3200" b="0" noProof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pt-BR" sz="3200" b="0" noProof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3200" b="0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$cor</a:t>
            </a:r>
            <a:r>
              <a:rPr lang="pt-BR" sz="32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3200" b="0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blue</a:t>
            </a:r>
            <a:r>
              <a:rPr lang="pt-BR" sz="32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32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3200" b="0" noProof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3200" b="0" noProof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sz="32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pt-BR" sz="32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3200" b="0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pt-BR" sz="32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3200" b="0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$cor</a:t>
            </a:r>
            <a:r>
              <a:rPr lang="pt-BR" sz="32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3200" b="0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310FD3B-7E1E-10F4-DE53-F01700BDF4DE}"/>
              </a:ext>
            </a:extLst>
          </p:cNvPr>
          <p:cNvSpPr txBox="1"/>
          <p:nvPr/>
        </p:nvSpPr>
        <p:spPr>
          <a:xfrm>
            <a:off x="1729491" y="2835662"/>
            <a:ext cx="3663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noProof="0" dirty="0"/>
              <a:t>index.html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788328B-C94E-6B28-4FD7-65A5BEFD602C}"/>
              </a:ext>
            </a:extLst>
          </p:cNvPr>
          <p:cNvSpPr txBox="1"/>
          <p:nvPr/>
        </p:nvSpPr>
        <p:spPr>
          <a:xfrm>
            <a:off x="10837375" y="2835662"/>
            <a:ext cx="3663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noProof="0" dirty="0" err="1"/>
              <a:t>sass</a:t>
            </a:r>
            <a:r>
              <a:rPr lang="pt-BR" sz="3200" noProof="0" dirty="0"/>
              <a:t>/</a:t>
            </a:r>
            <a:r>
              <a:rPr lang="pt-BR" sz="3200" noProof="0" dirty="0" err="1"/>
              <a:t>style.scss</a:t>
            </a:r>
            <a:endParaRPr lang="pt-BR" sz="3200" noProof="0" dirty="0"/>
          </a:p>
        </p:txBody>
      </p:sp>
    </p:spTree>
    <p:extLst>
      <p:ext uri="{BB962C8B-B14F-4D97-AF65-F5344CB8AC3E}">
        <p14:creationId xmlns:p14="http://schemas.microsoft.com/office/powerpoint/2010/main" val="540805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4E88BE4E-C17B-89CA-A7C7-36D03CF66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1F0FE56E-EA30-1412-213C-DE90DC74A35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F4D8A26B-79D3-BD6C-B874-8ADFBDF846F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9EF73B6A-2CC7-8C0F-D78F-C2818D5212F8}"/>
              </a:ext>
            </a:extLst>
          </p:cNvPr>
          <p:cNvSpPr txBox="1"/>
          <p:nvPr/>
        </p:nvSpPr>
        <p:spPr>
          <a:xfrm>
            <a:off x="1991378" y="1056193"/>
            <a:ext cx="612903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SASS -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Syntactically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Awesome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Style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Sheets</a:t>
            </a:r>
            <a:endParaRPr lang="pt-BR" sz="3300" b="1" i="0" u="none" strike="noStrike" cap="none" noProof="0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2C80D3E-2C97-259A-62BE-F2613FDB11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268" y="2721074"/>
            <a:ext cx="13334398" cy="549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412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D1EF8210-591C-9D7C-BFA6-A0CF31B9A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E73FCF1C-5961-4830-BF0A-C0F4897E88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B57A7064-8491-3A8B-FC6C-E1902019024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7761C674-69E4-CCDA-4D0D-40BD8CF3E53C}"/>
              </a:ext>
            </a:extLst>
          </p:cNvPr>
          <p:cNvSpPr txBox="1"/>
          <p:nvPr/>
        </p:nvSpPr>
        <p:spPr>
          <a:xfrm>
            <a:off x="1991378" y="1056193"/>
            <a:ext cx="612903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SASS -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Syntactically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Awesome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Style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Sheets</a:t>
            </a:r>
            <a:endParaRPr lang="pt-BR" sz="3300" b="1" i="0" u="none" strike="noStrike" cap="none" noProof="0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ECEA353-884F-0A95-66B1-1A02933EF60F}"/>
              </a:ext>
            </a:extLst>
          </p:cNvPr>
          <p:cNvSpPr txBox="1"/>
          <p:nvPr/>
        </p:nvSpPr>
        <p:spPr>
          <a:xfrm>
            <a:off x="1239792" y="3128050"/>
            <a:ext cx="1526035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noProof="0" dirty="0">
                <a:latin typeface="Montserrat" panose="00000500000000000000" pitchFamily="2" charset="0"/>
              </a:rPr>
              <a:t>Podemos definir variáveis usando </a:t>
            </a:r>
            <a:r>
              <a:rPr lang="pt-BR" sz="3600" b="1" noProof="0" dirty="0">
                <a:latin typeface="Montserrat" panose="00000500000000000000" pitchFamily="2" charset="0"/>
              </a:rPr>
              <a:t>$</a:t>
            </a:r>
          </a:p>
          <a:p>
            <a:endParaRPr lang="pt-BR" sz="3600" b="1" noProof="0" dirty="0">
              <a:latin typeface="Montserrat" panose="00000500000000000000" pitchFamily="2" charset="0"/>
            </a:endParaRPr>
          </a:p>
          <a:p>
            <a:r>
              <a:rPr lang="pt-BR" sz="3600" dirty="0">
                <a:latin typeface="Montserrat" panose="00000500000000000000" pitchFamily="2" charset="0"/>
              </a:rPr>
              <a:t>Considere que estou trabalhando com a </a:t>
            </a:r>
            <a:r>
              <a:rPr lang="pt-BR" sz="3600" b="1" dirty="0" err="1">
                <a:latin typeface="Montserrat" panose="00000500000000000000" pitchFamily="2" charset="0"/>
              </a:rPr>
              <a:t>tag</a:t>
            </a:r>
            <a:r>
              <a:rPr lang="pt-BR" sz="3600" b="1" dirty="0">
                <a:latin typeface="Montserrat" panose="00000500000000000000" pitchFamily="2" charset="0"/>
              </a:rPr>
              <a:t> &lt;p&gt;</a:t>
            </a:r>
            <a:endParaRPr lang="pt-BR" sz="3600" b="1" noProof="0" dirty="0">
              <a:latin typeface="Montserrat" panose="00000500000000000000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noProof="0" dirty="0">
                <a:latin typeface="Montserrat" panose="00000500000000000000" pitchFamily="2" charset="0"/>
              </a:rPr>
              <a:t>E se eu quiser utilizar sempre o mesmo tamanho de letra?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noProof="0" dirty="0">
                <a:latin typeface="Montserrat" panose="00000500000000000000" pitchFamily="2" charset="0"/>
              </a:rPr>
              <a:t>Cores diferentes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latin typeface="Montserrat" panose="00000500000000000000" pitchFamily="2" charset="0"/>
              </a:rPr>
              <a:t>Fonte de família específica</a:t>
            </a:r>
            <a:endParaRPr lang="pt-BR" sz="3600" noProof="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1067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D95CCF99-406B-9BF9-D6D7-CAA874683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6A94388C-B65F-542B-1451-9830655C2C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EC5B389F-8BD3-6EA6-72F1-D7717945BBA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116B0025-D48A-DD56-2CCE-4E88FBA9C400}"/>
              </a:ext>
            </a:extLst>
          </p:cNvPr>
          <p:cNvSpPr txBox="1"/>
          <p:nvPr/>
        </p:nvSpPr>
        <p:spPr>
          <a:xfrm>
            <a:off x="1991378" y="1056193"/>
            <a:ext cx="612903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SASS -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Syntactically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Awesome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Style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Sheets</a:t>
            </a:r>
            <a:endParaRPr lang="pt-BR" sz="3300" b="1" i="0" u="none" strike="noStrike" cap="none" noProof="0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DDE5CA4-306C-B350-D543-50307EFFB5E1}"/>
              </a:ext>
            </a:extLst>
          </p:cNvPr>
          <p:cNvSpPr txBox="1"/>
          <p:nvPr/>
        </p:nvSpPr>
        <p:spPr>
          <a:xfrm>
            <a:off x="763952" y="2696676"/>
            <a:ext cx="6851499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en</a:t>
            </a:r>
            <a:r>
              <a:rPr lang="pt-BR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stylesheet</a:t>
            </a:r>
            <a:r>
              <a:rPr lang="pt-BR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inc</a:t>
            </a:r>
            <a:r>
              <a:rPr lang="pt-BR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/exemplo2.css"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"texto1"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Texto 1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hr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"texto2"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Texto 2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hr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"texto3"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Texto 3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sz="2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AEF7C62-2E2B-FC79-D257-1EA1BE32A704}"/>
              </a:ext>
            </a:extLst>
          </p:cNvPr>
          <p:cNvSpPr txBox="1"/>
          <p:nvPr/>
        </p:nvSpPr>
        <p:spPr>
          <a:xfrm>
            <a:off x="10037929" y="3127563"/>
            <a:ext cx="923953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.texto1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1.2em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pt-BR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.texto2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1.2em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pt-BR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.texto3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1.2em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43883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CF2EADD-0EC2-56FF-DF8D-C63F64D32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A08C1334-A937-1093-2B31-2427B7876BF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6D4C2CF8-D736-472E-A550-BE5D8AEA583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486D97A8-7282-CE2A-FB33-4C48E2B2E945}"/>
              </a:ext>
            </a:extLst>
          </p:cNvPr>
          <p:cNvSpPr txBox="1"/>
          <p:nvPr/>
        </p:nvSpPr>
        <p:spPr>
          <a:xfrm>
            <a:off x="1991378" y="1056193"/>
            <a:ext cx="612903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SASS -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Syntactically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Awesome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Style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Sheets</a:t>
            </a:r>
            <a:endParaRPr lang="pt-BR" sz="3300" b="1" i="0" u="none" strike="noStrike" cap="none" noProof="0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1F77CC7-C218-607A-33D9-41D8E993CE5D}"/>
              </a:ext>
            </a:extLst>
          </p:cNvPr>
          <p:cNvSpPr txBox="1"/>
          <p:nvPr/>
        </p:nvSpPr>
        <p:spPr>
          <a:xfrm>
            <a:off x="1062371" y="2447023"/>
            <a:ext cx="1526035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noProof="0" dirty="0">
                <a:latin typeface="Montserrat" panose="00000500000000000000" pitchFamily="2" charset="0"/>
              </a:rPr>
              <a:t>Vamos otimizar o processo?</a:t>
            </a:r>
          </a:p>
          <a:p>
            <a:endParaRPr lang="pt-BR" sz="3600" dirty="0">
              <a:latin typeface="Montserrat" panose="00000500000000000000" pitchFamily="2" charset="0"/>
            </a:endParaRPr>
          </a:p>
          <a:p>
            <a:endParaRPr lang="pt-BR" sz="3600" noProof="0" dirty="0">
              <a:latin typeface="Montserrat" panose="00000500000000000000" pitchFamily="2" charset="0"/>
            </a:endParaRPr>
          </a:p>
          <a:p>
            <a:endParaRPr lang="pt-BR" sz="3600" dirty="0">
              <a:latin typeface="Montserrat" panose="00000500000000000000" pitchFamily="2" charset="0"/>
            </a:endParaRPr>
          </a:p>
          <a:p>
            <a:endParaRPr lang="pt-BR" sz="3600" noProof="0" dirty="0">
              <a:latin typeface="Montserrat" panose="00000500000000000000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latin typeface="Montserrat" panose="00000500000000000000" pitchFamily="2" charset="0"/>
              </a:rPr>
              <a:t>Depois, vamos querer alterar os elementos para a cor azul ou o tamanho da letra. </a:t>
            </a:r>
          </a:p>
          <a:p>
            <a:pPr marL="571500" lvl="1" indent="-571500">
              <a:buFont typeface="Arial" panose="020B0604020202020204" pitchFamily="34" charset="0"/>
              <a:buChar char="•"/>
            </a:pPr>
            <a:r>
              <a:rPr lang="pt-BR" sz="3600" dirty="0">
                <a:latin typeface="Montserrat" panose="00000500000000000000" pitchFamily="2" charset="0"/>
              </a:rPr>
              <a:t>Vamos precisar fazer individualmente cada uma delas.</a:t>
            </a:r>
          </a:p>
          <a:p>
            <a:pPr marL="571500" lvl="1" indent="-571500">
              <a:buFont typeface="Arial" panose="020B0604020202020204" pitchFamily="34" charset="0"/>
              <a:buChar char="•"/>
            </a:pPr>
            <a:endParaRPr lang="pt-BR" sz="3600" dirty="0">
              <a:latin typeface="Montserrat" panose="00000500000000000000" pitchFamily="2" charset="0"/>
            </a:endParaRPr>
          </a:p>
          <a:p>
            <a:pPr lvl="1"/>
            <a:r>
              <a:rPr lang="pt-BR" sz="3600" b="1" dirty="0">
                <a:latin typeface="Montserrat" panose="00000500000000000000" pitchFamily="2" charset="0"/>
              </a:rPr>
              <a:t>$</a:t>
            </a:r>
            <a:r>
              <a:rPr lang="pt-BR" sz="3600" b="1" dirty="0" err="1">
                <a:latin typeface="Montserrat" panose="00000500000000000000" pitchFamily="2" charset="0"/>
              </a:rPr>
              <a:t>tamanho_letra</a:t>
            </a:r>
            <a:r>
              <a:rPr lang="pt-BR" sz="3600" b="1" dirty="0">
                <a:latin typeface="Montserrat" panose="00000500000000000000" pitchFamily="2" charset="0"/>
              </a:rPr>
              <a:t>: 1.5em;</a:t>
            </a:r>
          </a:p>
          <a:p>
            <a:pPr lvl="1"/>
            <a:r>
              <a:rPr lang="pt-BR" sz="3600" b="1" dirty="0">
                <a:latin typeface="Montserrat" panose="00000500000000000000" pitchFamily="2" charset="0"/>
              </a:rPr>
              <a:t>$</a:t>
            </a:r>
            <a:r>
              <a:rPr lang="pt-BR" sz="3600" b="1" dirty="0" err="1">
                <a:latin typeface="Montserrat" panose="00000500000000000000" pitchFamily="2" charset="0"/>
              </a:rPr>
              <a:t>cor_letra</a:t>
            </a:r>
            <a:r>
              <a:rPr lang="pt-BR" sz="3600" b="1" dirty="0">
                <a:latin typeface="Montserrat" panose="00000500000000000000" pitchFamily="2" charset="0"/>
              </a:rPr>
              <a:t>: </a:t>
            </a:r>
            <a:r>
              <a:rPr lang="pt-BR" sz="3600" b="1" dirty="0" err="1">
                <a:latin typeface="Montserrat" panose="00000500000000000000" pitchFamily="2" charset="0"/>
              </a:rPr>
              <a:t>green</a:t>
            </a:r>
            <a:r>
              <a:rPr lang="pt-BR" sz="3600" b="1" dirty="0">
                <a:latin typeface="Montserrat" panose="00000500000000000000" pitchFamily="2" charset="0"/>
              </a:rPr>
              <a:t>;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8E8CDEF-2C70-E942-0D7B-DB057B78CF53}"/>
              </a:ext>
            </a:extLst>
          </p:cNvPr>
          <p:cNvSpPr txBox="1"/>
          <p:nvPr/>
        </p:nvSpPr>
        <p:spPr>
          <a:xfrm>
            <a:off x="3521124" y="3431062"/>
            <a:ext cx="102631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>
                <a:highlight>
                  <a:srgbClr val="FFFF00"/>
                </a:highlight>
              </a:rPr>
              <a:t>&gt; </a:t>
            </a:r>
            <a:r>
              <a:rPr lang="pt-BR" sz="3600" dirty="0" err="1">
                <a:highlight>
                  <a:srgbClr val="FFFF00"/>
                </a:highlight>
              </a:rPr>
              <a:t>sass</a:t>
            </a:r>
            <a:r>
              <a:rPr lang="pt-BR" sz="3600" dirty="0">
                <a:highlight>
                  <a:srgbClr val="FFFF00"/>
                </a:highlight>
              </a:rPr>
              <a:t> -w .\</a:t>
            </a:r>
            <a:r>
              <a:rPr lang="pt-BR" sz="3600" dirty="0" err="1">
                <a:highlight>
                  <a:srgbClr val="FFFF00"/>
                </a:highlight>
              </a:rPr>
              <a:t>bfd</a:t>
            </a:r>
            <a:r>
              <a:rPr lang="pt-BR" sz="3600" dirty="0">
                <a:highlight>
                  <a:srgbClr val="FFFF00"/>
                </a:highlight>
              </a:rPr>
              <a:t>\aula7\</a:t>
            </a:r>
            <a:r>
              <a:rPr lang="pt-BR" sz="3600" dirty="0" err="1">
                <a:highlight>
                  <a:srgbClr val="FFFF00"/>
                </a:highlight>
              </a:rPr>
              <a:t>sass</a:t>
            </a:r>
            <a:r>
              <a:rPr lang="pt-BR" sz="3600" dirty="0">
                <a:highlight>
                  <a:srgbClr val="FFFF00"/>
                </a:highlight>
              </a:rPr>
              <a:t>:.\</a:t>
            </a:r>
            <a:r>
              <a:rPr lang="pt-BR" sz="3600" dirty="0" err="1">
                <a:highlight>
                  <a:srgbClr val="FFFF00"/>
                </a:highlight>
              </a:rPr>
              <a:t>bfd</a:t>
            </a:r>
            <a:r>
              <a:rPr lang="pt-BR" sz="3600" dirty="0">
                <a:highlight>
                  <a:srgbClr val="FFFF00"/>
                </a:highlight>
              </a:rPr>
              <a:t>\aula7\</a:t>
            </a:r>
            <a:r>
              <a:rPr lang="pt-BR" sz="3600" dirty="0" err="1">
                <a:highlight>
                  <a:srgbClr val="FFFF00"/>
                </a:highlight>
              </a:rPr>
              <a:t>inc</a:t>
            </a:r>
            <a:endParaRPr lang="pt-BR" sz="36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30052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70F514A-C209-4760-E13E-0F4685607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41E3D470-2C87-14BB-FC67-BBFC6034723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5794CC51-8EFE-ED28-B19E-14D137093A9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74D3ED1A-FB22-4C1F-A0DD-9E07A1A67FA3}"/>
              </a:ext>
            </a:extLst>
          </p:cNvPr>
          <p:cNvSpPr txBox="1"/>
          <p:nvPr/>
        </p:nvSpPr>
        <p:spPr>
          <a:xfrm>
            <a:off x="1991378" y="1056193"/>
            <a:ext cx="612903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SASS -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Syntactically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Awesome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Style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Sheets</a:t>
            </a:r>
            <a:endParaRPr lang="pt-BR" sz="3300" b="1" i="0" u="none" strike="noStrike" cap="none" noProof="0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8CAE061-A1A8-91CB-E905-28C1A6A0E1FB}"/>
              </a:ext>
            </a:extLst>
          </p:cNvPr>
          <p:cNvSpPr txBox="1"/>
          <p:nvPr/>
        </p:nvSpPr>
        <p:spPr>
          <a:xfrm>
            <a:off x="1310185" y="2259439"/>
            <a:ext cx="914400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pt-BR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tamanho_letra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1.5em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pt-BR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cor_letra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green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.texto1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pt-BR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tamanho_letra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pt-BR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cor_letra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pt-BR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.texto2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1.2em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pt-BR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.texto3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1.2em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26579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44C7E0B9-A507-DEBB-8640-D8A0C1DF4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6EFF092A-FA3A-7226-6027-7DE78D204FC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A2A6561A-E3B1-E8CD-023C-3A18901AD67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DFB81077-0179-A1FB-7A89-8E2F8B2787CC}"/>
              </a:ext>
            </a:extLst>
          </p:cNvPr>
          <p:cNvSpPr txBox="1"/>
          <p:nvPr/>
        </p:nvSpPr>
        <p:spPr>
          <a:xfrm>
            <a:off x="1991378" y="1056193"/>
            <a:ext cx="612903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SASS -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Syntactically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Awesome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Style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Sheets</a:t>
            </a:r>
            <a:endParaRPr lang="pt-BR" sz="3300" b="1" i="0" u="none" strike="noStrike" cap="none" noProof="0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85FE308-534E-74D7-E5AC-034E548B0188}"/>
              </a:ext>
            </a:extLst>
          </p:cNvPr>
          <p:cNvSpPr txBox="1"/>
          <p:nvPr/>
        </p:nvSpPr>
        <p:spPr>
          <a:xfrm>
            <a:off x="1062372" y="2447023"/>
            <a:ext cx="690792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noProof="0" dirty="0">
                <a:latin typeface="Montserrat" panose="00000500000000000000" pitchFamily="2" charset="0"/>
              </a:rPr>
              <a:t>Olhando pro caso de aninhamento, usaremos uma abordagem de </a:t>
            </a:r>
            <a:r>
              <a:rPr lang="pt-BR" sz="3600" i="1" noProof="0" dirty="0" err="1">
                <a:latin typeface="Montserrat" panose="00000500000000000000" pitchFamily="2" charset="0"/>
              </a:rPr>
              <a:t>nesting</a:t>
            </a:r>
            <a:r>
              <a:rPr lang="pt-BR" sz="3600" i="1" noProof="0" dirty="0">
                <a:latin typeface="Montserrat" panose="00000500000000000000" pitchFamily="2" charset="0"/>
              </a:rPr>
              <a:t> </a:t>
            </a:r>
            <a:r>
              <a:rPr lang="pt-BR" sz="3600" noProof="0" dirty="0">
                <a:latin typeface="Montserrat" panose="00000500000000000000" pitchFamily="2" charset="0"/>
              </a:rPr>
              <a:t>do SASS. Come</a:t>
            </a:r>
            <a:r>
              <a:rPr lang="en-US" sz="3600" noProof="0" dirty="0">
                <a:latin typeface="Montserrat" panose="00000500000000000000" pitchFamily="2" charset="0"/>
              </a:rPr>
              <a:t>ç</a:t>
            </a:r>
            <a:r>
              <a:rPr lang="pt-BR" sz="3600" noProof="0" dirty="0">
                <a:latin typeface="Montserrat" panose="00000500000000000000" pitchFamily="2" charset="0"/>
              </a:rPr>
              <a:t>amos assim:</a:t>
            </a:r>
            <a:endParaRPr lang="pt-BR" sz="3600" b="1" dirty="0">
              <a:latin typeface="Montserrat" panose="00000500000000000000" pitchFamily="2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EBEDBDC-0928-F4EB-FCA1-508A0DD044BB}"/>
              </a:ext>
            </a:extLst>
          </p:cNvPr>
          <p:cNvSpPr txBox="1"/>
          <p:nvPr/>
        </p:nvSpPr>
        <p:spPr>
          <a:xfrm>
            <a:off x="9347448" y="849494"/>
            <a:ext cx="9144000" cy="821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Link 1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Link 2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it-IT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Item 1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Item 2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Item 3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it-IT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&lt;!-- ============= --&gt;</a:t>
            </a:r>
            <a:endParaRPr lang="it-IT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it-IT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"caixa"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Item 1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Item 2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Item 3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Ler mais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it-IT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it-IT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it-IT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0E63ED6-F404-7EC9-2352-74F0DDB6FF48}"/>
              </a:ext>
            </a:extLst>
          </p:cNvPr>
          <p:cNvSpPr txBox="1"/>
          <p:nvPr/>
        </p:nvSpPr>
        <p:spPr>
          <a:xfrm>
            <a:off x="2094931" y="5143500"/>
            <a:ext cx="923953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pt-BR" sz="2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.caixa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blue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pt-BR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289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3EBC909-B13C-D0BB-705D-84E2FE844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F21EA802-3444-262E-4759-F31BABB532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6D64D87C-69A1-9CD0-1B0F-76395CC22E6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719BCEB0-088D-C270-A376-44144EC78D4C}"/>
              </a:ext>
            </a:extLst>
          </p:cNvPr>
          <p:cNvSpPr txBox="1"/>
          <p:nvPr/>
        </p:nvSpPr>
        <p:spPr>
          <a:xfrm>
            <a:off x="1991378" y="1056193"/>
            <a:ext cx="612903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SASS -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Syntactically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Awesome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Style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Sheets</a:t>
            </a:r>
            <a:endParaRPr lang="pt-BR" sz="3300" b="1" i="0" u="none" strike="noStrike" cap="none" noProof="0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B224AB6-3C67-ADA7-3EEA-61676ADB42B2}"/>
              </a:ext>
            </a:extLst>
          </p:cNvPr>
          <p:cNvSpPr txBox="1"/>
          <p:nvPr/>
        </p:nvSpPr>
        <p:spPr>
          <a:xfrm>
            <a:off x="1062372" y="2447023"/>
            <a:ext cx="8914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noProof="0" dirty="0">
                <a:latin typeface="Montserrat" panose="00000500000000000000" pitchFamily="2" charset="0"/>
              </a:rPr>
              <a:t>Com o </a:t>
            </a:r>
            <a:r>
              <a:rPr lang="en-US" sz="3600" noProof="0" dirty="0" err="1">
                <a:latin typeface="Montserrat" panose="00000500000000000000" pitchFamily="2" charset="0"/>
              </a:rPr>
              <a:t>arquivo</a:t>
            </a:r>
            <a:r>
              <a:rPr lang="en-US" sz="3600" noProof="0" dirty="0">
                <a:latin typeface="Montserrat" panose="00000500000000000000" pitchFamily="2" charset="0"/>
              </a:rPr>
              <a:t> .</a:t>
            </a:r>
            <a:r>
              <a:rPr lang="en-US" sz="3600" noProof="0" dirty="0" err="1">
                <a:latin typeface="Montserrat" panose="00000500000000000000" pitchFamily="2" charset="0"/>
              </a:rPr>
              <a:t>scss</a:t>
            </a:r>
            <a:r>
              <a:rPr lang="en-US" sz="3600" dirty="0">
                <a:latin typeface="Montserrat" panose="00000500000000000000" pitchFamily="2" charset="0"/>
              </a:rPr>
              <a:t> p</a:t>
            </a:r>
            <a:r>
              <a:rPr lang="en-US" sz="3600" noProof="0" dirty="0" err="1">
                <a:latin typeface="Montserrat" panose="00000500000000000000" pitchFamily="2" charset="0"/>
              </a:rPr>
              <a:t>odemos</a:t>
            </a:r>
            <a:r>
              <a:rPr lang="en-US" sz="3600" noProof="0" dirty="0">
                <a:latin typeface="Montserrat" panose="00000500000000000000" pitchFamily="2" charset="0"/>
              </a:rPr>
              <a:t> </a:t>
            </a:r>
            <a:r>
              <a:rPr lang="en-US" sz="3600" noProof="0" dirty="0" err="1">
                <a:latin typeface="Montserrat" panose="00000500000000000000" pitchFamily="2" charset="0"/>
              </a:rPr>
              <a:t>fazer</a:t>
            </a:r>
            <a:r>
              <a:rPr lang="pt-BR" sz="3600" noProof="0" dirty="0">
                <a:latin typeface="Montserrat" panose="00000500000000000000" pitchFamily="2" charset="0"/>
              </a:rPr>
              <a:t>:</a:t>
            </a:r>
            <a:endParaRPr lang="pt-BR" sz="3600" b="1" dirty="0">
              <a:latin typeface="Montserrat" panose="000005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DABA15C-A21E-0D12-1774-824B0EC30395}"/>
              </a:ext>
            </a:extLst>
          </p:cNvPr>
          <p:cNvSpPr txBox="1"/>
          <p:nvPr/>
        </p:nvSpPr>
        <p:spPr>
          <a:xfrm>
            <a:off x="1651380" y="3502566"/>
            <a:ext cx="9144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.caixa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rgb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113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210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113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text-decoration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a:hover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blueviolet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59577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B2373A2-CAA2-E996-32F7-EAFD95845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938A1F49-346D-08D8-687E-4073A9BFD42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24974B22-6C19-0059-380E-DB9F0C8E681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BC83A00B-CC63-077B-21C9-19DBD27B29F1}"/>
              </a:ext>
            </a:extLst>
          </p:cNvPr>
          <p:cNvSpPr txBox="1"/>
          <p:nvPr/>
        </p:nvSpPr>
        <p:spPr>
          <a:xfrm>
            <a:off x="1991378" y="1056193"/>
            <a:ext cx="612903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SASS -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Syntactically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Awesome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Style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Sheets</a:t>
            </a:r>
            <a:endParaRPr lang="pt-BR" sz="3300" b="1" i="0" u="none" strike="noStrike" cap="none" noProof="0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15A3CF9-D6AA-074F-D761-29BF336B31C1}"/>
              </a:ext>
            </a:extLst>
          </p:cNvPr>
          <p:cNvSpPr txBox="1"/>
          <p:nvPr/>
        </p:nvSpPr>
        <p:spPr>
          <a:xfrm>
            <a:off x="1062372" y="2447023"/>
            <a:ext cx="1444148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noProof="0" dirty="0">
                <a:latin typeface="Montserrat" panose="00000500000000000000" pitchFamily="2" charset="0"/>
              </a:rPr>
              <a:t>Partials e Imports:</a:t>
            </a:r>
          </a:p>
          <a:p>
            <a:endParaRPr lang="en-US" sz="3600" b="1" dirty="0">
              <a:latin typeface="Montserrat" panose="00000500000000000000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Montserrat" panose="00000500000000000000" pitchFamily="2" charset="0"/>
              </a:rPr>
              <a:t>_secao1.scss _secao2.scss</a:t>
            </a:r>
            <a:r>
              <a:rPr lang="pt-BR" sz="3600" b="1" dirty="0">
                <a:latin typeface="Montserrat" panose="00000500000000000000" pitchFamily="2" charset="0"/>
              </a:rPr>
              <a:t> </a:t>
            </a:r>
            <a:r>
              <a:rPr lang="en-US" sz="3600" b="1" dirty="0">
                <a:latin typeface="Montserrat" panose="00000500000000000000" pitchFamily="2" charset="0"/>
              </a:rPr>
              <a:t>_secao3.scss</a:t>
            </a:r>
            <a:endParaRPr lang="pt-BR" sz="3600" b="1" dirty="0">
              <a:latin typeface="Montserrat" panose="00000500000000000000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b="1" dirty="0">
              <a:latin typeface="Montserrat" panose="000005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924EF25-CA56-9BC6-0574-060BFFD7AFD8}"/>
              </a:ext>
            </a:extLst>
          </p:cNvPr>
          <p:cNvSpPr txBox="1"/>
          <p:nvPr/>
        </p:nvSpPr>
        <p:spPr>
          <a:xfrm>
            <a:off x="2784143" y="4503505"/>
            <a:ext cx="923953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.titulo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2em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;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@import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'secao1'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@import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'secao2'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@import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'secao3'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194398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BC8C044-D141-9888-A4A9-746D0B10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1E6E9A60-091D-ACEA-EDC2-738DACD3E7F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D2AD74DB-D8E6-D90C-E5EE-AC00E3826F2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DF153AD5-0E42-6192-3B34-08DED786FC65}"/>
              </a:ext>
            </a:extLst>
          </p:cNvPr>
          <p:cNvSpPr txBox="1"/>
          <p:nvPr/>
        </p:nvSpPr>
        <p:spPr>
          <a:xfrm>
            <a:off x="1991378" y="1056193"/>
            <a:ext cx="612903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SASS -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Syntactically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Awesome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Style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Sheets</a:t>
            </a:r>
            <a:endParaRPr lang="pt-BR" sz="3300" b="1" i="0" u="none" strike="noStrike" cap="none" noProof="0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B2BD486-359A-E05E-E67A-A25639E48807}"/>
              </a:ext>
            </a:extLst>
          </p:cNvPr>
          <p:cNvSpPr txBox="1"/>
          <p:nvPr/>
        </p:nvSpPr>
        <p:spPr>
          <a:xfrm>
            <a:off x="1062372" y="2447023"/>
            <a:ext cx="1444148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noProof="0" dirty="0">
                <a:latin typeface="Montserrat" panose="00000500000000000000" pitchFamily="2" charset="0"/>
              </a:rPr>
              <a:t>Partials e Imports:</a:t>
            </a:r>
          </a:p>
          <a:p>
            <a:endParaRPr lang="en-US" sz="3600" b="1" dirty="0">
              <a:latin typeface="Montserrat" panose="00000500000000000000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Montserrat" panose="00000500000000000000" pitchFamily="2" charset="0"/>
              </a:rPr>
              <a:t>_secao1.scss _secao2.scss</a:t>
            </a:r>
            <a:r>
              <a:rPr lang="pt-BR" sz="3600" b="1" dirty="0">
                <a:latin typeface="Montserrat" panose="00000500000000000000" pitchFamily="2" charset="0"/>
              </a:rPr>
              <a:t> </a:t>
            </a:r>
            <a:r>
              <a:rPr lang="en-US" sz="3600" b="1" dirty="0">
                <a:latin typeface="Montserrat" panose="00000500000000000000" pitchFamily="2" charset="0"/>
              </a:rPr>
              <a:t>_secao3.scss</a:t>
            </a:r>
            <a:endParaRPr lang="pt-BR" sz="3600" b="1" dirty="0">
              <a:latin typeface="Montserrat" panose="00000500000000000000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b="1" dirty="0">
              <a:latin typeface="Montserrat" panose="000005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86C802C-11D9-AEE6-322F-AA3989562E05}"/>
              </a:ext>
            </a:extLst>
          </p:cNvPr>
          <p:cNvSpPr txBox="1"/>
          <p:nvPr/>
        </p:nvSpPr>
        <p:spPr>
          <a:xfrm>
            <a:off x="2784143" y="4503505"/>
            <a:ext cx="923953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.titulo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2em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;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@import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'secao1'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@import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'secao2'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@import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'secao3'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76346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B0D13C9-0CBC-AED9-78EB-91794BBC0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D94FD533-8898-A58C-EE60-C5F78DEE475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937C901D-DD20-E829-D87F-859217AFAA4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ED0F58AE-D830-D411-13B9-3ED198B2405E}"/>
              </a:ext>
            </a:extLst>
          </p:cNvPr>
          <p:cNvSpPr txBox="1"/>
          <p:nvPr/>
        </p:nvSpPr>
        <p:spPr>
          <a:xfrm>
            <a:off x="1991378" y="1056193"/>
            <a:ext cx="612903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SASS -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Syntactically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Awesome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Style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Sheets</a:t>
            </a:r>
            <a:endParaRPr lang="pt-BR" sz="3300" b="1" i="0" u="none" strike="noStrike" cap="none" noProof="0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A48CC53-6777-B137-6524-729A2378876E}"/>
              </a:ext>
            </a:extLst>
          </p:cNvPr>
          <p:cNvSpPr txBox="1"/>
          <p:nvPr/>
        </p:nvSpPr>
        <p:spPr>
          <a:xfrm>
            <a:off x="1062372" y="2447023"/>
            <a:ext cx="14441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noProof="0" dirty="0" err="1">
                <a:latin typeface="Montserrat" panose="00000500000000000000" pitchFamily="2" charset="0"/>
              </a:rPr>
              <a:t>Mixins</a:t>
            </a:r>
            <a:endParaRPr lang="en-US" sz="3600" noProof="0" dirty="0">
              <a:latin typeface="Montserrat" panose="00000500000000000000" pitchFamily="2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90A4F63-D713-C1DC-7D14-C4967F058993}"/>
              </a:ext>
            </a:extLst>
          </p:cNvPr>
          <p:cNvSpPr txBox="1"/>
          <p:nvPr/>
        </p:nvSpPr>
        <p:spPr>
          <a:xfrm>
            <a:off x="1062372" y="3128050"/>
            <a:ext cx="9144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.artigo1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1px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lightgray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.artigo2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1px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rgb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215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rgb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170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119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119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5A63B29-3A68-1FBF-E0C2-68D92C9178B5}"/>
              </a:ext>
            </a:extLst>
          </p:cNvPr>
          <p:cNvSpPr txBox="1"/>
          <p:nvPr/>
        </p:nvSpPr>
        <p:spPr>
          <a:xfrm>
            <a:off x="9260006" y="3517876"/>
            <a:ext cx="923953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@mixin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caixa_noticia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$cor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buNone/>
            </a:pP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1px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$cor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.artigo1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@include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caixa_noticia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lightgray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2339B496-0616-A5D0-6E84-B5A432892CE2}"/>
              </a:ext>
            </a:extLst>
          </p:cNvPr>
          <p:cNvSpPr/>
          <p:nvPr/>
        </p:nvSpPr>
        <p:spPr>
          <a:xfrm>
            <a:off x="7424382" y="5363570"/>
            <a:ext cx="1214651" cy="6005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6889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AA3F7A4-0306-3AD3-54A0-74C6EA310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A78943AB-D7D1-58BA-F0DF-7C77B81C69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76D6A4A1-514D-172F-5A34-A70FB2A63AA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D5773860-A2CF-24E1-365A-E055A2EA9BF2}"/>
              </a:ext>
            </a:extLst>
          </p:cNvPr>
          <p:cNvSpPr txBox="1"/>
          <p:nvPr/>
        </p:nvSpPr>
        <p:spPr>
          <a:xfrm>
            <a:off x="1991378" y="1056193"/>
            <a:ext cx="612903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SASS -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Syntactically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Awesome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Style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Sheets</a:t>
            </a:r>
            <a:endParaRPr lang="pt-BR" sz="3300" b="1" i="0" u="none" strike="noStrike" cap="none" noProof="0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97659B0-C2FA-5834-1CC1-7534ECC38C28}"/>
              </a:ext>
            </a:extLst>
          </p:cNvPr>
          <p:cNvSpPr txBox="1"/>
          <p:nvPr/>
        </p:nvSpPr>
        <p:spPr>
          <a:xfrm>
            <a:off x="1062372" y="2447023"/>
            <a:ext cx="14441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noProof="0" dirty="0" err="1">
                <a:latin typeface="Montserrat" panose="00000500000000000000" pitchFamily="2" charset="0"/>
              </a:rPr>
              <a:t>Herança</a:t>
            </a:r>
            <a:r>
              <a:rPr lang="en-US" sz="3600" noProof="0" dirty="0">
                <a:latin typeface="Montserrat" panose="00000500000000000000" pitchFamily="2" charset="0"/>
              </a:rPr>
              <a:t> (</a:t>
            </a:r>
            <a:r>
              <a:rPr lang="en-US" sz="3600" i="1" noProof="0" dirty="0">
                <a:latin typeface="Montserrat" panose="00000500000000000000" pitchFamily="2" charset="0"/>
              </a:rPr>
              <a:t>Inheritance</a:t>
            </a:r>
            <a:r>
              <a:rPr lang="en-US" sz="3600" noProof="0" dirty="0">
                <a:latin typeface="Montserrat" panose="00000500000000000000" pitchFamily="2" charset="0"/>
              </a:rPr>
              <a:t>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2CB6D1C-0751-328E-5F69-D298B14A4E43}"/>
              </a:ext>
            </a:extLst>
          </p:cNvPr>
          <p:cNvSpPr txBox="1"/>
          <p:nvPr/>
        </p:nvSpPr>
        <p:spPr>
          <a:xfrm>
            <a:off x="1062372" y="3309845"/>
            <a:ext cx="9144000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.paragrafo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antiquewhite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brown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pt-BR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.p1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@extend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.paragrafo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aqua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pt-BR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.p2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@extend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.paragrafo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1.5em</a:t>
            </a: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pt-BR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pt-B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E3C868E-58CA-EAB6-9D1E-C7ED1B6704B4}"/>
              </a:ext>
            </a:extLst>
          </p:cNvPr>
          <p:cNvSpPr txBox="1"/>
          <p:nvPr/>
        </p:nvSpPr>
        <p:spPr>
          <a:xfrm>
            <a:off x="9144000" y="5143500"/>
            <a:ext cx="9144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pt-B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"p1"</a:t>
            </a:r>
            <a:r>
              <a:rPr lang="pt-B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Paragrafo 1</a:t>
            </a:r>
            <a:r>
              <a:rPr lang="pt-B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"p2"</a:t>
            </a:r>
            <a:r>
              <a:rPr lang="pt-B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Paragrafo 2</a:t>
            </a:r>
            <a:r>
              <a:rPr lang="pt-B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"p3"</a:t>
            </a:r>
            <a:r>
              <a:rPr lang="pt-B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Paragrafo 3</a:t>
            </a:r>
            <a:r>
              <a:rPr lang="pt-B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pt-BR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048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3B88BAB-A412-B461-96BB-C9498DCC1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6360BA03-70C5-2456-A2E6-B8156E403C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E86E1D95-9A18-FC7E-4FDF-4759D84A77C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D9B8572B-F637-D7BC-C091-D8FC6628486A}"/>
              </a:ext>
            </a:extLst>
          </p:cNvPr>
          <p:cNvSpPr txBox="1"/>
          <p:nvPr/>
        </p:nvSpPr>
        <p:spPr>
          <a:xfrm>
            <a:off x="1991378" y="1056193"/>
            <a:ext cx="612903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SASS -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Syntactically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Awesome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Style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Sheets</a:t>
            </a:r>
            <a:endParaRPr lang="pt-BR" sz="3300" b="1" i="0" u="none" strike="noStrike" cap="none" noProof="0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1813146-B081-4A06-B3AD-FDEED002C316}"/>
              </a:ext>
            </a:extLst>
          </p:cNvPr>
          <p:cNvSpPr txBox="1"/>
          <p:nvPr/>
        </p:nvSpPr>
        <p:spPr>
          <a:xfrm>
            <a:off x="835722" y="2668872"/>
            <a:ext cx="1538317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noProof="0" dirty="0">
                <a:latin typeface="Montserrat" panose="00000500000000000000" pitchFamily="2" charset="0"/>
              </a:rPr>
              <a:t>Crie uma página web que contenha:</a:t>
            </a:r>
          </a:p>
          <a:p>
            <a:endParaRPr lang="pt-BR" sz="2400" noProof="0" dirty="0">
              <a:latin typeface="Montserrat" panose="00000500000000000000" pitchFamily="2" charset="0"/>
            </a:endParaRPr>
          </a:p>
          <a:p>
            <a:r>
              <a:rPr lang="pt-BR" sz="2400" b="1" noProof="0" dirty="0">
                <a:latin typeface="Montserrat" panose="00000500000000000000" pitchFamily="2" charset="0"/>
              </a:rPr>
              <a:t>Um menu de navegação horizontal com quatro itens: Início, Sobre, Serviços e Contato.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Montserrat" panose="00000500000000000000" pitchFamily="2" charset="0"/>
              </a:rPr>
              <a:t>O menu deve utilizar variáveis SASS para cores e tamanho de fonte.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Montserrat" panose="00000500000000000000" pitchFamily="2" charset="0"/>
              </a:rPr>
              <a:t>Os links do menu devem herdar um estilo base definido com </a:t>
            </a:r>
            <a:r>
              <a:rPr lang="pt-BR" sz="2400" noProof="0" dirty="0" err="1">
                <a:latin typeface="Montserrat" panose="00000500000000000000" pitchFamily="2" charset="0"/>
              </a:rPr>
              <a:t>placeholder</a:t>
            </a:r>
            <a:r>
              <a:rPr lang="pt-BR" sz="2400" noProof="0" dirty="0">
                <a:latin typeface="Montserrat" panose="00000500000000000000" pitchFamily="2" charset="0"/>
              </a:rPr>
              <a:t> (%</a:t>
            </a:r>
            <a:r>
              <a:rPr lang="pt-BR" sz="2400" noProof="0" dirty="0" err="1">
                <a:latin typeface="Montserrat" panose="00000500000000000000" pitchFamily="2" charset="0"/>
              </a:rPr>
              <a:t>selector</a:t>
            </a:r>
            <a:r>
              <a:rPr lang="pt-BR" sz="2400" noProof="0" dirty="0">
                <a:latin typeface="Montserrat" panose="00000500000000000000" pitchFamily="2" charset="0"/>
              </a:rPr>
              <a:t>) para elementos clicáveis.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Montserrat" panose="00000500000000000000" pitchFamily="2" charset="0"/>
              </a:rPr>
              <a:t>Ao passar o mouse sobre os links, a cor deve mudar para a cor secundária e uma borda inferior deve aparecer.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noProof="0" dirty="0">
              <a:latin typeface="Montserrat" panose="00000500000000000000" pitchFamily="2" charset="0"/>
            </a:endParaRPr>
          </a:p>
          <a:p>
            <a:r>
              <a:rPr lang="pt-BR" sz="2400" b="1" noProof="0" dirty="0">
                <a:latin typeface="Montserrat" panose="00000500000000000000" pitchFamily="2" charset="0"/>
              </a:rPr>
              <a:t>Um botão estilizado no corpo da página com: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Montserrat" panose="00000500000000000000" pitchFamily="2" charset="0"/>
              </a:rPr>
              <a:t>Estilo também herdado do mesmo </a:t>
            </a:r>
            <a:r>
              <a:rPr lang="pt-BR" sz="2400" noProof="0" dirty="0" err="1">
                <a:latin typeface="Montserrat" panose="00000500000000000000" pitchFamily="2" charset="0"/>
              </a:rPr>
              <a:t>placeholder</a:t>
            </a:r>
            <a:r>
              <a:rPr lang="pt-BR" sz="2400" noProof="0" dirty="0">
                <a:latin typeface="Montserrat" panose="00000500000000000000" pitchFamily="2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Montserrat" panose="00000500000000000000" pitchFamily="2" charset="0"/>
              </a:rPr>
              <a:t>Cor de fundo definida pela variável secundária.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Montserrat" panose="00000500000000000000" pitchFamily="2" charset="0"/>
              </a:rPr>
              <a:t>Aplicação de um </a:t>
            </a:r>
            <a:r>
              <a:rPr lang="pt-BR" sz="2400" noProof="0" dirty="0" err="1">
                <a:latin typeface="Montserrat" panose="00000500000000000000" pitchFamily="2" charset="0"/>
              </a:rPr>
              <a:t>mixin</a:t>
            </a:r>
            <a:r>
              <a:rPr lang="pt-BR" sz="2400" noProof="0" dirty="0">
                <a:latin typeface="Montserrat" panose="00000500000000000000" pitchFamily="2" charset="0"/>
              </a:rPr>
              <a:t> que adicione bordas arredondadas e sombra configuráveis.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Montserrat" panose="00000500000000000000" pitchFamily="2" charset="0"/>
              </a:rPr>
              <a:t>Efeito de escurecimento da cor de fundo ao passar o mouse.</a:t>
            </a:r>
          </a:p>
          <a:p>
            <a:endParaRPr lang="pt-BR" sz="2400" noProof="0" dirty="0">
              <a:latin typeface="Montserrat" panose="00000500000000000000" pitchFamily="2" charset="0"/>
            </a:endParaRPr>
          </a:p>
          <a:p>
            <a:r>
              <a:rPr lang="pt-BR" sz="2400" b="1" noProof="0" dirty="0">
                <a:latin typeface="Montserrat" panose="00000500000000000000" pitchFamily="2" charset="0"/>
              </a:rPr>
              <a:t>Use </a:t>
            </a:r>
            <a:r>
              <a:rPr lang="pt-BR" sz="2400" b="1" noProof="0" dirty="0" err="1">
                <a:latin typeface="Montserrat" panose="00000500000000000000" pitchFamily="2" charset="0"/>
              </a:rPr>
              <a:t>nesting</a:t>
            </a:r>
            <a:r>
              <a:rPr lang="pt-BR" sz="2400" b="1" noProof="0" dirty="0">
                <a:latin typeface="Montserrat" panose="00000500000000000000" pitchFamily="2" charset="0"/>
              </a:rPr>
              <a:t> para organizar os seletores dentro das classes .menu e .</a:t>
            </a:r>
            <a:r>
              <a:rPr lang="pt-BR" sz="2400" b="1" noProof="0" dirty="0" err="1">
                <a:latin typeface="Montserrat" panose="00000500000000000000" pitchFamily="2" charset="0"/>
              </a:rPr>
              <a:t>btn</a:t>
            </a:r>
            <a:r>
              <a:rPr lang="pt-BR" sz="2400" b="1" noProof="0" dirty="0">
                <a:latin typeface="Montserrat" panose="00000500000000000000" pitchFamily="2" charset="0"/>
              </a:rPr>
              <a:t>.</a:t>
            </a:r>
            <a:endParaRPr lang="en-US" sz="2400" b="1" noProof="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275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0C92891-4BE6-43E0-9A0E-DB208A21C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63CE0C08-D71B-5CFB-0893-1FD5FE6DB1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FCEF8CC6-091A-7D49-567E-A6A641824C2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1BECF0AA-857E-8C14-CE77-CB70961BFF9C}"/>
              </a:ext>
            </a:extLst>
          </p:cNvPr>
          <p:cNvSpPr txBox="1"/>
          <p:nvPr/>
        </p:nvSpPr>
        <p:spPr>
          <a:xfrm>
            <a:off x="1991378" y="1056193"/>
            <a:ext cx="612903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SASS -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Syntactically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Awesome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Style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Sheets</a:t>
            </a:r>
            <a:endParaRPr lang="pt-BR" sz="3300" b="1" i="0" u="none" strike="noStrike" cap="none" noProof="0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12B4C52-6B96-564A-0394-FDEB21F12D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8026" y="3297472"/>
            <a:ext cx="6415865" cy="3120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9164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4AA6C6B-8E07-301B-E986-8FF05B5AC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63717FE7-D4B8-695A-2FD5-0B1F625A48B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6397416D-C50C-3F2B-A23F-267EA0914A4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F3C4DAF7-6971-3A71-7B88-70B4B3A83FC7}"/>
              </a:ext>
            </a:extLst>
          </p:cNvPr>
          <p:cNvSpPr txBox="1"/>
          <p:nvPr/>
        </p:nvSpPr>
        <p:spPr>
          <a:xfrm>
            <a:off x="1991378" y="1056193"/>
            <a:ext cx="612903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SASS -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Syntactically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Awesome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Style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Sheets</a:t>
            </a:r>
            <a:endParaRPr lang="pt-BR" sz="3300" b="1" i="0" u="none" strike="noStrike" cap="none" noProof="0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828E1E9-740D-5E97-BCAE-3D3E4FD4F3E5}"/>
              </a:ext>
            </a:extLst>
          </p:cNvPr>
          <p:cNvSpPr txBox="1"/>
          <p:nvPr/>
        </p:nvSpPr>
        <p:spPr>
          <a:xfrm>
            <a:off x="763952" y="2212407"/>
            <a:ext cx="1513569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noProof="0" dirty="0">
                <a:latin typeface="Montserrat" panose="00000500000000000000" pitchFamily="2" charset="0"/>
              </a:rPr>
              <a:t>Implemente uma página que exiba um grid de cards de serviços, estilizados com SASS, atendendo aos seguintes requisitos:</a:t>
            </a:r>
          </a:p>
          <a:p>
            <a:endParaRPr lang="pt-BR" sz="2400" b="1" noProof="0" dirty="0">
              <a:latin typeface="Montserrat" panose="00000500000000000000" pitchFamily="2" charset="0"/>
            </a:endParaRPr>
          </a:p>
          <a:p>
            <a:r>
              <a:rPr lang="pt-BR" sz="2400" b="1" noProof="0" dirty="0">
                <a:latin typeface="Montserrat" panose="00000500000000000000" pitchFamily="2" charset="0"/>
              </a:rPr>
              <a:t>Configurações com variáveis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Montserrat" panose="00000500000000000000" pitchFamily="2" charset="0"/>
              </a:rPr>
              <a:t>Defina variáveis para cores principais e de destaque.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Montserrat" panose="00000500000000000000" pitchFamily="2" charset="0"/>
              </a:rPr>
              <a:t>Defina uma variável $</a:t>
            </a:r>
            <a:r>
              <a:rPr lang="pt-BR" sz="2400" noProof="0" dirty="0" err="1">
                <a:latin typeface="Montserrat" panose="00000500000000000000" pitchFamily="2" charset="0"/>
              </a:rPr>
              <a:t>espacamento</a:t>
            </a:r>
            <a:r>
              <a:rPr lang="pt-BR" sz="2400" noProof="0" dirty="0">
                <a:latin typeface="Montserrat" panose="00000500000000000000" pitchFamily="2" charset="0"/>
              </a:rPr>
              <a:t> para controlar margens e </a:t>
            </a:r>
            <a:r>
              <a:rPr lang="pt-BR" sz="2400" noProof="0" dirty="0" err="1">
                <a:latin typeface="Montserrat" panose="00000500000000000000" pitchFamily="2" charset="0"/>
              </a:rPr>
              <a:t>paddings</a:t>
            </a:r>
            <a:r>
              <a:rPr lang="pt-BR" sz="2400" noProof="0" dirty="0">
                <a:latin typeface="Montserrat" panose="00000500000000000000" pitchFamily="2" charset="0"/>
              </a:rPr>
              <a:t>.</a:t>
            </a:r>
          </a:p>
          <a:p>
            <a:r>
              <a:rPr lang="pt-BR" sz="2400" b="1" noProof="0" dirty="0" err="1">
                <a:latin typeface="Montserrat" panose="00000500000000000000" pitchFamily="2" charset="0"/>
              </a:rPr>
              <a:t>Mixin</a:t>
            </a:r>
            <a:endParaRPr lang="pt-BR" sz="2400" b="1" noProof="0" dirty="0">
              <a:latin typeface="Montserrat" panose="00000500000000000000" pitchFamily="2" charset="0"/>
            </a:endParaRPr>
          </a:p>
          <a:p>
            <a:r>
              <a:rPr lang="pt-BR" sz="2400" noProof="0" dirty="0">
                <a:latin typeface="Montserrat" panose="00000500000000000000" pitchFamily="2" charset="0"/>
              </a:rPr>
              <a:t>Crie um @mixin card-estilizado($raio, $sombra, $cor) que adicione: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Montserrat" panose="00000500000000000000" pitchFamily="2" charset="0"/>
              </a:rPr>
              <a:t>Borda arredondada.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Montserrat" panose="00000500000000000000" pitchFamily="2" charset="0"/>
              </a:rPr>
              <a:t>Sombra personalizada.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Montserrat" panose="00000500000000000000" pitchFamily="2" charset="0"/>
              </a:rPr>
              <a:t>Borda superior colorida de acordo com a categoria.</a:t>
            </a:r>
          </a:p>
          <a:p>
            <a:r>
              <a:rPr lang="pt-BR" sz="2400" b="1" dirty="0" err="1">
                <a:latin typeface="Montserrat" panose="00000500000000000000" pitchFamily="2" charset="0"/>
              </a:rPr>
              <a:t>Placeholders</a:t>
            </a:r>
            <a:r>
              <a:rPr lang="pt-BR" sz="2400" b="1" dirty="0">
                <a:latin typeface="Montserrat" panose="00000500000000000000" pitchFamily="2" charset="0"/>
              </a:rPr>
              <a:t> reutilizáveis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Montserrat" panose="00000500000000000000" pitchFamily="2" charset="0"/>
              </a:rPr>
              <a:t>%titulo-card: para estilizar os títulos (fonte maior, em negrito e centralizados).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Montserrat" panose="00000500000000000000" pitchFamily="2" charset="0"/>
              </a:rPr>
              <a:t>%texto-card: para padronizar descrições dos serviços.</a:t>
            </a:r>
          </a:p>
          <a:p>
            <a:r>
              <a:rPr lang="pt-BR" sz="2400" b="1" noProof="0" dirty="0" err="1">
                <a:latin typeface="Montserrat" panose="00000500000000000000" pitchFamily="2" charset="0"/>
              </a:rPr>
              <a:t>Nesting</a:t>
            </a:r>
            <a:r>
              <a:rPr lang="pt-BR" sz="2400" b="1" noProof="0" dirty="0">
                <a:latin typeface="Montserrat" panose="00000500000000000000" pitchFamily="2" charset="0"/>
              </a:rPr>
              <a:t> dentro da classe .cards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Montserrat" panose="00000500000000000000" pitchFamily="2" charset="0"/>
              </a:rPr>
              <a:t>Estrutura em grid responsivo (mínimo de 3 colunas quando possível).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Montserrat" panose="00000500000000000000" pitchFamily="2" charset="0"/>
              </a:rPr>
              <a:t>Cada .card deve conter título e parágrafo estilizados usando os </a:t>
            </a:r>
            <a:r>
              <a:rPr lang="pt-BR" sz="2400" noProof="0" dirty="0" err="1">
                <a:latin typeface="Montserrat" panose="00000500000000000000" pitchFamily="2" charset="0"/>
              </a:rPr>
              <a:t>placeholders</a:t>
            </a:r>
            <a:r>
              <a:rPr lang="pt-BR" sz="2400" noProof="0" dirty="0">
                <a:latin typeface="Montserrat" panose="00000500000000000000" pitchFamily="2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noProof="0" dirty="0">
                <a:latin typeface="Montserrat" panose="00000500000000000000" pitchFamily="2" charset="0"/>
              </a:rPr>
              <a:t>Efeito </a:t>
            </a:r>
            <a:r>
              <a:rPr lang="pt-BR" sz="2400" noProof="0" dirty="0" err="1">
                <a:latin typeface="Montserrat" panose="00000500000000000000" pitchFamily="2" charset="0"/>
              </a:rPr>
              <a:t>hover</a:t>
            </a:r>
            <a:r>
              <a:rPr lang="pt-BR" sz="2400" noProof="0" dirty="0">
                <a:latin typeface="Montserrat" panose="00000500000000000000" pitchFamily="2" charset="0"/>
              </a:rPr>
              <a:t> que levante o card com </a:t>
            </a:r>
            <a:r>
              <a:rPr lang="pt-BR" sz="2400" noProof="0" dirty="0" err="1">
                <a:latin typeface="Montserrat" panose="00000500000000000000" pitchFamily="2" charset="0"/>
              </a:rPr>
              <a:t>transform</a:t>
            </a:r>
            <a:r>
              <a:rPr lang="pt-BR" sz="2400" noProof="0" dirty="0">
                <a:latin typeface="Montserrat" panose="000005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42291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40F4922-67CF-D8D6-862C-2C8173E97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D9DDAFA2-093C-795C-01C3-ACAA70EBB2A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B0908DDC-C04E-BFE5-CD98-88AC0F7DCA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98757FC9-D66A-BB0E-D8F9-400916798DCB}"/>
              </a:ext>
            </a:extLst>
          </p:cNvPr>
          <p:cNvSpPr txBox="1"/>
          <p:nvPr/>
        </p:nvSpPr>
        <p:spPr>
          <a:xfrm>
            <a:off x="1991378" y="1056193"/>
            <a:ext cx="612903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SASS -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Syntactically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Awesome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Style</a:t>
            </a:r>
            <a:r>
              <a:rPr lang="pt-BR" sz="3300" b="1" noProof="0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pt-BR" sz="3300" b="1" noProof="0" dirty="0" err="1">
                <a:solidFill>
                  <a:srgbClr val="7EB61F"/>
                </a:solidFill>
                <a:latin typeface="Montserrat"/>
                <a:sym typeface="Montserrat"/>
              </a:rPr>
              <a:t>Sheets</a:t>
            </a:r>
            <a:endParaRPr lang="pt-BR" sz="3300" b="1" i="0" u="none" strike="noStrike" cap="none" noProof="0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148E98C-0148-46CC-1402-1A055F0B37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5109" y="3475723"/>
            <a:ext cx="12842120" cy="4154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2395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2135</TotalTime>
  <Words>1339</Words>
  <Application>Microsoft Office PowerPoint</Application>
  <PresentationFormat>Personalizar</PresentationFormat>
  <Paragraphs>243</Paragraphs>
  <Slides>22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7" baseType="lpstr">
      <vt:lpstr>Calibri</vt:lpstr>
      <vt:lpstr>Arial</vt:lpstr>
      <vt:lpstr>Montserrat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Isaias Dias</dc:creator>
  <cp:lastModifiedBy>Dunfrey Pires Aragão</cp:lastModifiedBy>
  <cp:revision>1</cp:revision>
  <dcterms:created xsi:type="dcterms:W3CDTF">2006-08-16T00:00:00Z</dcterms:created>
  <dcterms:modified xsi:type="dcterms:W3CDTF">2025-09-23T02:21:34Z</dcterms:modified>
</cp:coreProperties>
</file>