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3" r:id="rId13"/>
    <p:sldId id="284" r:id="rId14"/>
    <p:sldId id="282" r:id="rId15"/>
    <p:sldId id="286" r:id="rId16"/>
    <p:sldId id="285" r:id="rId17"/>
    <p:sldId id="287" r:id="rId18"/>
    <p:sldId id="297" r:id="rId19"/>
    <p:sldId id="288" r:id="rId20"/>
    <p:sldId id="290" r:id="rId21"/>
    <p:sldId id="292" r:id="rId22"/>
    <p:sldId id="289" r:id="rId23"/>
    <p:sldId id="291" r:id="rId24"/>
    <p:sldId id="293" r:id="rId25"/>
    <p:sldId id="294" r:id="rId26"/>
    <p:sldId id="295" r:id="rId27"/>
    <p:sldId id="296" r:id="rId28"/>
    <p:sldId id="261" r:id="rId29"/>
  </p:sldIdLst>
  <p:sldSz cx="18288000" cy="10287000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Segoe UI" panose="020B0502040204020203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EaYkUcXm3CrT2V5KTSinrpT4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B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918799-9268-47A3-8BDE-2BEE066F332C}" v="351" dt="2025-09-04T00:25:54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2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frey Pires Aragão" userId="a7272183b7b4f9fa" providerId="LiveId" clId="{BC093FEF-2209-4052-BD12-23EF25E16502}"/>
    <pc:docChg chg="undo custSel addSld delSld modSld sldOrd">
      <pc:chgData name="Dunfrey Pires Aragão" userId="a7272183b7b4f9fa" providerId="LiveId" clId="{BC093FEF-2209-4052-BD12-23EF25E16502}" dt="2025-08-21T17:40:54.720" v="3038" actId="20577"/>
      <pc:docMkLst>
        <pc:docMk/>
      </pc:docMkLst>
      <pc:sldChg chg="del">
        <pc:chgData name="Dunfrey Pires Aragão" userId="a7272183b7b4f9fa" providerId="LiveId" clId="{BC093FEF-2209-4052-BD12-23EF25E16502}" dt="2025-08-17T15:47:32.243" v="1" actId="47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BC093FEF-2209-4052-BD12-23EF25E16502}" dt="2025-08-19T13:46:35.869" v="722" actId="1076"/>
        <pc:sldMkLst>
          <pc:docMk/>
          <pc:sldMk cId="2693772875" sldId="272"/>
        </pc:sldMkLst>
        <pc:spChg chg="mod">
          <ac:chgData name="Dunfrey Pires Aragão" userId="a7272183b7b4f9fa" providerId="LiveId" clId="{BC093FEF-2209-4052-BD12-23EF25E16502}" dt="2025-08-17T15:58:46.875" v="226" actId="20577"/>
          <ac:spMkLst>
            <pc:docMk/>
            <pc:sldMk cId="2693772875" sldId="272"/>
            <ac:spMk id="3" creationId="{FEAFA6B6-31A9-38C5-4A6A-6E56C623DAEB}"/>
          </ac:spMkLst>
        </pc:spChg>
      </pc:sldChg>
      <pc:sldChg chg="del">
        <pc:chgData name="Dunfrey Pires Aragão" userId="a7272183b7b4f9fa" providerId="LiveId" clId="{BC093FEF-2209-4052-BD12-23EF25E16502}" dt="2025-08-17T15:47:30.881" v="0" actId="47"/>
        <pc:sldMkLst>
          <pc:docMk/>
          <pc:sldMk cId="2610903633" sldId="276"/>
        </pc:sldMkLst>
      </pc:sldChg>
      <pc:sldChg chg="addSp delSp modSp mod ord">
        <pc:chgData name="Dunfrey Pires Aragão" userId="a7272183b7b4f9fa" providerId="LiveId" clId="{BC093FEF-2209-4052-BD12-23EF25E16502}" dt="2025-08-17T16:12:39.716" v="499" actId="20577"/>
        <pc:sldMkLst>
          <pc:docMk/>
          <pc:sldMk cId="1289493354" sldId="27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209825020" sldId="278"/>
        </pc:sldMkLst>
      </pc:sldChg>
      <pc:sldChg chg="addSp delSp modSp add mod">
        <pc:chgData name="Dunfrey Pires Aragão" userId="a7272183b7b4f9fa" providerId="LiveId" clId="{BC093FEF-2209-4052-BD12-23EF25E16502}" dt="2025-08-19T13:40:43.780" v="720" actId="14100"/>
        <pc:sldMkLst>
          <pc:docMk/>
          <pc:sldMk cId="3983019990" sldId="27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816410113" sldId="279"/>
        </pc:sldMkLst>
      </pc:sldChg>
      <pc:sldChg chg="addSp delSp modSp add mod">
        <pc:chgData name="Dunfrey Pires Aragão" userId="a7272183b7b4f9fa" providerId="LiveId" clId="{BC093FEF-2209-4052-BD12-23EF25E16502}" dt="2025-08-19T14:30:08.470" v="1411"/>
        <pc:sldMkLst>
          <pc:docMk/>
          <pc:sldMk cId="3967362222" sldId="279"/>
        </pc:sldMkLst>
      </pc:sldChg>
      <pc:sldChg chg="addSp modSp add mod">
        <pc:chgData name="Dunfrey Pires Aragão" userId="a7272183b7b4f9fa" providerId="LiveId" clId="{BC093FEF-2209-4052-BD12-23EF25E16502}" dt="2025-08-19T14:36:40.095" v="1620"/>
        <pc:sldMkLst>
          <pc:docMk/>
          <pc:sldMk cId="1742874426" sldId="28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5640942" sldId="280"/>
        </pc:sldMkLst>
      </pc:sldChg>
      <pc:sldChg chg="addSp delSp modSp add mod">
        <pc:chgData name="Dunfrey Pires Aragão" userId="a7272183b7b4f9fa" providerId="LiveId" clId="{BC093FEF-2209-4052-BD12-23EF25E16502}" dt="2025-08-19T14:56:33.326" v="2143" actId="207"/>
        <pc:sldMkLst>
          <pc:docMk/>
          <pc:sldMk cId="2089862149" sldId="281"/>
        </pc:sldMkLst>
      </pc:sldChg>
      <pc:sldChg chg="modSp add mod">
        <pc:chgData name="Dunfrey Pires Aragão" userId="a7272183b7b4f9fa" providerId="LiveId" clId="{BC093FEF-2209-4052-BD12-23EF25E16502}" dt="2025-08-19T14:56:28.402" v="2141" actId="207"/>
        <pc:sldMkLst>
          <pc:docMk/>
          <pc:sldMk cId="1890113241" sldId="28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577570395" sldId="283"/>
        </pc:sldMkLst>
      </pc:sldChg>
      <pc:sldChg chg="addSp delSp modSp add mod">
        <pc:chgData name="Dunfrey Pires Aragão" userId="a7272183b7b4f9fa" providerId="LiveId" clId="{BC093FEF-2209-4052-BD12-23EF25E16502}" dt="2025-08-19T14:56:23.079" v="2139" actId="113"/>
        <pc:sldMkLst>
          <pc:docMk/>
          <pc:sldMk cId="2973689496" sldId="283"/>
        </pc:sldMkLst>
      </pc:sldChg>
      <pc:sldChg chg="addSp delSp modSp add mod">
        <pc:chgData name="Dunfrey Pires Aragão" userId="a7272183b7b4f9fa" providerId="LiveId" clId="{BC093FEF-2209-4052-BD12-23EF25E16502}" dt="2025-08-19T14:56:13.399" v="2135" actId="113"/>
        <pc:sldMkLst>
          <pc:docMk/>
          <pc:sldMk cId="3181291770" sldId="28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BC093FEF-2209-4052-BD12-23EF25E16502}" dt="2025-08-19T14:55:57.784" v="2133" actId="20577"/>
        <pc:sldMkLst>
          <pc:docMk/>
          <pc:sldMk cId="448178509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437489870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805043110" sldId="286"/>
        </pc:sldMkLst>
      </pc:sldChg>
      <pc:sldChg chg="addSp delSp modSp add mod">
        <pc:chgData name="Dunfrey Pires Aragão" userId="a7272183b7b4f9fa" providerId="LiveId" clId="{BC093FEF-2209-4052-BD12-23EF25E16502}" dt="2025-08-19T14:58:28.555" v="2165" actId="1076"/>
        <pc:sldMkLst>
          <pc:docMk/>
          <pc:sldMk cId="4130277746" sldId="286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08817509" sldId="287"/>
        </pc:sldMkLst>
      </pc:sldChg>
      <pc:sldChg chg="addSp delSp modSp add del mod">
        <pc:chgData name="Dunfrey Pires Aragão" userId="a7272183b7b4f9fa" providerId="LiveId" clId="{BC093FEF-2209-4052-BD12-23EF25E16502}" dt="2025-08-21T01:07:05.213" v="2198" actId="47"/>
        <pc:sldMkLst>
          <pc:docMk/>
          <pc:sldMk cId="3274987948" sldId="28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32781362" sldId="288"/>
        </pc:sldMkLst>
      </pc:sldChg>
      <pc:sldChg chg="addSp delSp modSp add mod ord">
        <pc:chgData name="Dunfrey Pires Aragão" userId="a7272183b7b4f9fa" providerId="LiveId" clId="{BC093FEF-2209-4052-BD12-23EF25E16502}" dt="2025-08-19T15:04:31.584" v="2196"/>
        <pc:sldMkLst>
          <pc:docMk/>
          <pc:sldMk cId="1948615925" sldId="28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96054855" sldId="289"/>
        </pc:sldMkLst>
      </pc:sldChg>
      <pc:sldChg chg="addSp delSp modSp add mod">
        <pc:chgData name="Dunfrey Pires Aragão" userId="a7272183b7b4f9fa" providerId="LiveId" clId="{BC093FEF-2209-4052-BD12-23EF25E16502}" dt="2025-08-21T17:40:54.720" v="3038" actId="2057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BC093FEF-2209-4052-BD12-23EF25E16502}" dt="2025-08-21T01:46:11.290" v="2995" actId="1076"/>
        <pc:sldMkLst>
          <pc:docMk/>
          <pc:sldMk cId="1399810990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70906923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BC093FEF-2209-4052-BD12-23EF25E16502}" dt="2025-08-21T01:45:41.039" v="2987" actId="6549"/>
        <pc:sldMkLst>
          <pc:docMk/>
          <pc:sldMk cId="3290488586" sldId="291"/>
        </pc:sldMkLst>
      </pc:sldChg>
      <pc:sldChg chg="addSp delSp modSp add mod">
        <pc:chgData name="Dunfrey Pires Aragão" userId="a7272183b7b4f9fa" providerId="LiveId" clId="{BC093FEF-2209-4052-BD12-23EF25E16502}" dt="2025-08-21T01:45:36.613" v="2986" actId="20577"/>
        <pc:sldMkLst>
          <pc:docMk/>
          <pc:sldMk cId="63218480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9536377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134615" sldId="293"/>
        </pc:sldMkLst>
      </pc:sldChg>
      <pc:sldChg chg="add del">
        <pc:chgData name="Dunfrey Pires Aragão" userId="a7272183b7b4f9fa" providerId="LiveId" clId="{BC093FEF-2209-4052-BD12-23EF25E16502}" dt="2025-08-21T01:41:23.868" v="2954"/>
        <pc:sldMkLst>
          <pc:docMk/>
          <pc:sldMk cId="1050955040" sldId="293"/>
        </pc:sldMkLst>
      </pc:sldChg>
      <pc:sldChg chg="addSp delSp modSp add mod">
        <pc:chgData name="Dunfrey Pires Aragão" userId="a7272183b7b4f9fa" providerId="LiveId" clId="{BC093FEF-2209-4052-BD12-23EF25E16502}" dt="2025-08-21T01:48:20.461" v="3037" actId="1076"/>
        <pc:sldMkLst>
          <pc:docMk/>
          <pc:sldMk cId="3624316801" sldId="293"/>
        </pc:sldMkLst>
      </pc:sldChg>
      <pc:sldChg chg="add del">
        <pc:chgData name="Dunfrey Pires Aragão" userId="a7272183b7b4f9fa" providerId="LiveId" clId="{BC093FEF-2209-4052-BD12-23EF25E16502}" dt="2025-08-21T01:41:14.737" v="2952"/>
        <pc:sldMkLst>
          <pc:docMk/>
          <pc:sldMk cId="3866261861" sldId="293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967285722" sldId="29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81364848" sldId="29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02862243" sldId="296"/>
        </pc:sldMkLst>
      </pc:sldChg>
    </pc:docChg>
  </pc:docChgLst>
  <pc:docChgLst>
    <pc:chgData name="Dunfrey Pires Aragão" userId="a7272183b7b4f9fa" providerId="LiveId" clId="{59918799-9268-47A3-8BDE-2BEE066F332C}"/>
    <pc:docChg chg="undo custSel addSld delSld modSld sldOrd">
      <pc:chgData name="Dunfrey Pires Aragão" userId="a7272183b7b4f9fa" providerId="LiveId" clId="{59918799-9268-47A3-8BDE-2BEE066F332C}" dt="2025-09-04T00:28:19.966" v="1930"/>
      <pc:docMkLst>
        <pc:docMk/>
      </pc:docMkLst>
      <pc:sldChg chg="addSp modSp mod">
        <pc:chgData name="Dunfrey Pires Aragão" userId="a7272183b7b4f9fa" providerId="LiveId" clId="{59918799-9268-47A3-8BDE-2BEE066F332C}" dt="2025-09-02T14:44:04.208" v="26" actId="403"/>
        <pc:sldMkLst>
          <pc:docMk/>
          <pc:sldMk cId="2693772875" sldId="272"/>
        </pc:sldMkLst>
        <pc:spChg chg="mod">
          <ac:chgData name="Dunfrey Pires Aragão" userId="a7272183b7b4f9fa" providerId="LiveId" clId="{59918799-9268-47A3-8BDE-2BEE066F332C}" dt="2025-09-02T14:44:04.208" v="26" actId="403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59918799-9268-47A3-8BDE-2BEE066F332C}" dt="2025-09-02T14:43:09.693" v="10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516040122" sldId="273"/>
        </pc:sldMkLst>
      </pc:sldChg>
      <pc:sldChg chg="addSp modSp add mod">
        <pc:chgData name="Dunfrey Pires Aragão" userId="a7272183b7b4f9fa" providerId="LiveId" clId="{59918799-9268-47A3-8BDE-2BEE066F332C}" dt="2025-09-02T14:45:55.159" v="57" actId="113"/>
        <pc:sldMkLst>
          <pc:docMk/>
          <pc:sldMk cId="2712675742" sldId="273"/>
        </pc:sldMkLst>
        <pc:spChg chg="mod">
          <ac:chgData name="Dunfrey Pires Aragão" userId="a7272183b7b4f9fa" providerId="LiveId" clId="{59918799-9268-47A3-8BDE-2BEE066F332C}" dt="2025-09-02T14:45:55.159" v="57" actId="113"/>
          <ac:spMkLst>
            <pc:docMk/>
            <pc:sldMk cId="2712675742" sldId="273"/>
            <ac:spMk id="3" creationId="{861835EF-F1E0-1831-115C-3A07A7EF1C83}"/>
          </ac:spMkLst>
        </pc:spChg>
        <pc:spChg chg="add mod">
          <ac:chgData name="Dunfrey Pires Aragão" userId="a7272183b7b4f9fa" providerId="LiveId" clId="{59918799-9268-47A3-8BDE-2BEE066F332C}" dt="2025-09-02T14:45:26.972" v="54" actId="14100"/>
          <ac:spMkLst>
            <pc:docMk/>
            <pc:sldMk cId="2712675742" sldId="273"/>
            <ac:spMk id="6" creationId="{5E890EC7-F995-FF6E-75A6-92883C36B696}"/>
          </ac:spMkLst>
        </pc:spChg>
      </pc:sldChg>
      <pc:sldChg chg="modSp add mod">
        <pc:chgData name="Dunfrey Pires Aragão" userId="a7272183b7b4f9fa" providerId="LiveId" clId="{59918799-9268-47A3-8BDE-2BEE066F332C}" dt="2025-09-02T14:47:13.978" v="79" actId="20577"/>
        <pc:sldMkLst>
          <pc:docMk/>
          <pc:sldMk cId="383449958" sldId="274"/>
        </pc:sldMkLst>
        <pc:spChg chg="mod">
          <ac:chgData name="Dunfrey Pires Aragão" userId="a7272183b7b4f9fa" providerId="LiveId" clId="{59918799-9268-47A3-8BDE-2BEE066F332C}" dt="2025-09-02T14:47:00.135" v="75" actId="20577"/>
          <ac:spMkLst>
            <pc:docMk/>
            <pc:sldMk cId="383449958" sldId="274"/>
            <ac:spMk id="3" creationId="{B9790941-C71C-75CB-66CE-9E29ABE9CAA6}"/>
          </ac:spMkLst>
        </pc:spChg>
        <pc:spChg chg="mod">
          <ac:chgData name="Dunfrey Pires Aragão" userId="a7272183b7b4f9fa" providerId="LiveId" clId="{59918799-9268-47A3-8BDE-2BEE066F332C}" dt="2025-09-02T14:47:13.978" v="79" actId="20577"/>
          <ac:spMkLst>
            <pc:docMk/>
            <pc:sldMk cId="383449958" sldId="274"/>
            <ac:spMk id="6" creationId="{815B8A52-9178-671F-5652-705953CE0CBF}"/>
          </ac:spMkLst>
        </pc:sp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3357835207" sldId="274"/>
        </pc:sldMkLst>
      </pc:sldChg>
      <pc:sldChg chg="delSp modSp add mod">
        <pc:chgData name="Dunfrey Pires Aragão" userId="a7272183b7b4f9fa" providerId="LiveId" clId="{59918799-9268-47A3-8BDE-2BEE066F332C}" dt="2025-09-02T14:47:47.314" v="90" actId="20577"/>
        <pc:sldMkLst>
          <pc:docMk/>
          <pc:sldMk cId="1484859979" sldId="275"/>
        </pc:sldMkLst>
        <pc:spChg chg="mod">
          <ac:chgData name="Dunfrey Pires Aragão" userId="a7272183b7b4f9fa" providerId="LiveId" clId="{59918799-9268-47A3-8BDE-2BEE066F332C}" dt="2025-09-02T14:47:47.314" v="90" actId="20577"/>
          <ac:spMkLst>
            <pc:docMk/>
            <pc:sldMk cId="1484859979" sldId="275"/>
            <ac:spMk id="3" creationId="{E3395B64-9BC5-678F-A500-D006097D7725}"/>
          </ac:spMkLst>
        </pc:sp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019241113" sldId="27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85182782" sldId="276"/>
        </pc:sldMkLst>
      </pc:sldChg>
      <pc:sldChg chg="addSp delSp modSp add mod ord">
        <pc:chgData name="Dunfrey Pires Aragão" userId="a7272183b7b4f9fa" providerId="LiveId" clId="{59918799-9268-47A3-8BDE-2BEE066F332C}" dt="2025-09-02T14:56:21.405" v="146" actId="14100"/>
        <pc:sldMkLst>
          <pc:docMk/>
          <pc:sldMk cId="306389745" sldId="276"/>
        </pc:sldMkLst>
        <pc:spChg chg="mod">
          <ac:chgData name="Dunfrey Pires Aragão" userId="a7272183b7b4f9fa" providerId="LiveId" clId="{59918799-9268-47A3-8BDE-2BEE066F332C}" dt="2025-09-02T14:56:21.405" v="146" actId="14100"/>
          <ac:spMkLst>
            <pc:docMk/>
            <pc:sldMk cId="306389745" sldId="276"/>
            <ac:spMk id="3" creationId="{1457717A-4C5D-7B49-6DC5-D1C32EB2143A}"/>
          </ac:spMkLst>
        </pc:spChg>
      </pc:sldChg>
      <pc:sldChg chg="addSp modSp add mod">
        <pc:chgData name="Dunfrey Pires Aragão" userId="a7272183b7b4f9fa" providerId="LiveId" clId="{59918799-9268-47A3-8BDE-2BEE066F332C}" dt="2025-09-02T14:56:53.529" v="158" actId="20577"/>
        <pc:sldMkLst>
          <pc:docMk/>
          <pc:sldMk cId="4052768942" sldId="277"/>
        </pc:sldMkLst>
        <pc:spChg chg="mod">
          <ac:chgData name="Dunfrey Pires Aragão" userId="a7272183b7b4f9fa" providerId="LiveId" clId="{59918799-9268-47A3-8BDE-2BEE066F332C}" dt="2025-09-02T14:56:53.529" v="158" actId="20577"/>
          <ac:spMkLst>
            <pc:docMk/>
            <pc:sldMk cId="4052768942" sldId="277"/>
            <ac:spMk id="3" creationId="{F399B24F-0593-5E40-36C7-0F18B0D005AA}"/>
          </ac:spMkLst>
        </pc:sp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4235190758" sldId="277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96040751" sldId="278"/>
        </pc:sldMkLst>
      </pc:sldChg>
      <pc:sldChg chg="addSp modSp add mod">
        <pc:chgData name="Dunfrey Pires Aragão" userId="a7272183b7b4f9fa" providerId="LiveId" clId="{59918799-9268-47A3-8BDE-2BEE066F332C}" dt="2025-09-02T15:00:24.257" v="249" actId="1076"/>
        <pc:sldMkLst>
          <pc:docMk/>
          <pc:sldMk cId="2656992325" sldId="278"/>
        </pc:sldMkLst>
        <pc:spChg chg="mod">
          <ac:chgData name="Dunfrey Pires Aragão" userId="a7272183b7b4f9fa" providerId="LiveId" clId="{59918799-9268-47A3-8BDE-2BEE066F332C}" dt="2025-09-02T14:59:26.772" v="188" actId="404"/>
          <ac:spMkLst>
            <pc:docMk/>
            <pc:sldMk cId="2656992325" sldId="278"/>
            <ac:spMk id="3" creationId="{309A07FF-B378-F50C-3B49-9FE66CA4BF34}"/>
          </ac:spMkLst>
        </pc:spChg>
        <pc:spChg chg="add mod">
          <ac:chgData name="Dunfrey Pires Aragão" userId="a7272183b7b4f9fa" providerId="LiveId" clId="{59918799-9268-47A3-8BDE-2BEE066F332C}" dt="2025-09-02T15:00:06.065" v="223"/>
          <ac:spMkLst>
            <pc:docMk/>
            <pc:sldMk cId="2656992325" sldId="278"/>
            <ac:spMk id="5" creationId="{CB4DC946-7B4D-CFD0-58DF-3A64C0F22C7A}"/>
          </ac:spMkLst>
        </pc:spChg>
        <pc:spChg chg="add mod">
          <ac:chgData name="Dunfrey Pires Aragão" userId="a7272183b7b4f9fa" providerId="LiveId" clId="{59918799-9268-47A3-8BDE-2BEE066F332C}" dt="2025-09-02T15:00:24.257" v="249" actId="1076"/>
          <ac:spMkLst>
            <pc:docMk/>
            <pc:sldMk cId="2656992325" sldId="278"/>
            <ac:spMk id="7" creationId="{73066F45-9FF7-33C9-87E8-9AEF60A420D6}"/>
          </ac:spMkLst>
        </pc:spChg>
      </pc:sldChg>
      <pc:sldChg chg="add">
        <pc:chgData name="Dunfrey Pires Aragão" userId="a7272183b7b4f9fa" providerId="LiveId" clId="{59918799-9268-47A3-8BDE-2BEE066F332C}" dt="2025-09-02T15:00:28.763" v="250"/>
        <pc:sldMkLst>
          <pc:docMk/>
          <pc:sldMk cId="1569741345" sldId="279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3071921603" sldId="279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786340363" sldId="280"/>
        </pc:sldMkLst>
      </pc:sldChg>
      <pc:sldChg chg="addSp delSp modSp add mod">
        <pc:chgData name="Dunfrey Pires Aragão" userId="a7272183b7b4f9fa" providerId="LiveId" clId="{59918799-9268-47A3-8BDE-2BEE066F332C}" dt="2025-09-02T15:04:23.466" v="391" actId="20577"/>
        <pc:sldMkLst>
          <pc:docMk/>
          <pc:sldMk cId="3964582281" sldId="280"/>
        </pc:sldMkLst>
        <pc:spChg chg="add mod">
          <ac:chgData name="Dunfrey Pires Aragão" userId="a7272183b7b4f9fa" providerId="LiveId" clId="{59918799-9268-47A3-8BDE-2BEE066F332C}" dt="2025-09-02T15:03:56.635" v="380" actId="1076"/>
          <ac:spMkLst>
            <pc:docMk/>
            <pc:sldMk cId="3964582281" sldId="280"/>
            <ac:spMk id="4" creationId="{1F55DF00-EB20-DBB2-0A95-E1185441649F}"/>
          </ac:spMkLst>
        </pc:spChg>
        <pc:spChg chg="add mod">
          <ac:chgData name="Dunfrey Pires Aragão" userId="a7272183b7b4f9fa" providerId="LiveId" clId="{59918799-9268-47A3-8BDE-2BEE066F332C}" dt="2025-09-02T15:03:11.140" v="363" actId="1076"/>
          <ac:spMkLst>
            <pc:docMk/>
            <pc:sldMk cId="3964582281" sldId="280"/>
            <ac:spMk id="8" creationId="{112CE730-C057-1875-F784-300F84221225}"/>
          </ac:spMkLst>
        </pc:spChg>
        <pc:spChg chg="add mod">
          <ac:chgData name="Dunfrey Pires Aragão" userId="a7272183b7b4f9fa" providerId="LiveId" clId="{59918799-9268-47A3-8BDE-2BEE066F332C}" dt="2025-09-02T15:03:35.404" v="378" actId="1076"/>
          <ac:spMkLst>
            <pc:docMk/>
            <pc:sldMk cId="3964582281" sldId="280"/>
            <ac:spMk id="12" creationId="{CF8FCFD0-386E-FEC2-F0F9-7D62232AFFA7}"/>
          </ac:spMkLst>
        </pc:spChg>
        <pc:spChg chg="add mod">
          <ac:chgData name="Dunfrey Pires Aragão" userId="a7272183b7b4f9fa" providerId="LiveId" clId="{59918799-9268-47A3-8BDE-2BEE066F332C}" dt="2025-09-02T15:04:23.466" v="391" actId="20577"/>
          <ac:spMkLst>
            <pc:docMk/>
            <pc:sldMk cId="3964582281" sldId="280"/>
            <ac:spMk id="14" creationId="{25EB1246-219F-547E-E711-225BD0AD86D1}"/>
          </ac:spMkLst>
        </pc:spChg>
        <pc:picChg chg="mod">
          <ac:chgData name="Dunfrey Pires Aragão" userId="a7272183b7b4f9fa" providerId="LiveId" clId="{59918799-9268-47A3-8BDE-2BEE066F332C}" dt="2025-09-02T15:03:18.708" v="367" actId="14100"/>
          <ac:picMkLst>
            <pc:docMk/>
            <pc:sldMk cId="3964582281" sldId="280"/>
            <ac:picMk id="110" creationId="{AFFAE2C3-CA14-E44E-4259-88E111AD4C6A}"/>
          </ac:picMkLst>
        </pc:picChg>
      </pc:sldChg>
      <pc:sldChg chg="addSp delSp modSp add mod">
        <pc:chgData name="Dunfrey Pires Aragão" userId="a7272183b7b4f9fa" providerId="LiveId" clId="{59918799-9268-47A3-8BDE-2BEE066F332C}" dt="2025-09-02T15:19:11.021" v="471" actId="113"/>
        <pc:sldMkLst>
          <pc:docMk/>
          <pc:sldMk cId="2009738390" sldId="281"/>
        </pc:sldMkLst>
        <pc:spChg chg="add mod">
          <ac:chgData name="Dunfrey Pires Aragão" userId="a7272183b7b4f9fa" providerId="LiveId" clId="{59918799-9268-47A3-8BDE-2BEE066F332C}" dt="2025-09-02T15:19:11.021" v="471" actId="113"/>
          <ac:spMkLst>
            <pc:docMk/>
            <pc:sldMk cId="2009738390" sldId="281"/>
            <ac:spMk id="3" creationId="{D01EC111-5059-C2CC-E955-90112A30398C}"/>
          </ac:spMkLst>
        </pc:sp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245862389" sldId="281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152344955" sldId="282"/>
        </pc:sldMkLst>
      </pc:sldChg>
      <pc:sldChg chg="addSp delSp modSp add mod">
        <pc:chgData name="Dunfrey Pires Aragão" userId="a7272183b7b4f9fa" providerId="LiveId" clId="{59918799-9268-47A3-8BDE-2BEE066F332C}" dt="2025-09-03T23:44:57.686" v="1892" actId="14100"/>
        <pc:sldMkLst>
          <pc:docMk/>
          <pc:sldMk cId="2273909744" sldId="282"/>
        </pc:sldMkLst>
        <pc:spChg chg="add mod">
          <ac:chgData name="Dunfrey Pires Aragão" userId="a7272183b7b4f9fa" providerId="LiveId" clId="{59918799-9268-47A3-8BDE-2BEE066F332C}" dt="2025-09-03T23:44:57.686" v="1892" actId="14100"/>
          <ac:spMkLst>
            <pc:docMk/>
            <pc:sldMk cId="2273909744" sldId="282"/>
            <ac:spMk id="6" creationId="{E518FBA3-892A-932F-A994-43646B55A757}"/>
          </ac:spMkLst>
        </pc:spChg>
        <pc:picChg chg="mod">
          <ac:chgData name="Dunfrey Pires Aragão" userId="a7272183b7b4f9fa" providerId="LiveId" clId="{59918799-9268-47A3-8BDE-2BEE066F332C}" dt="2025-09-02T15:37:39.741" v="579" actId="14100"/>
          <ac:picMkLst>
            <pc:docMk/>
            <pc:sldMk cId="2273909744" sldId="282"/>
            <ac:picMk id="110" creationId="{2083BE34-7119-3BBA-C33B-19B0CF10F4DC}"/>
          </ac:picMkLst>
        </pc:pic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078725783" sldId="283"/>
        </pc:sldMkLst>
      </pc:sldChg>
      <pc:sldChg chg="addSp delSp modSp add mod ord">
        <pc:chgData name="Dunfrey Pires Aragão" userId="a7272183b7b4f9fa" providerId="LiveId" clId="{59918799-9268-47A3-8BDE-2BEE066F332C}" dt="2025-09-02T15:21:23.392" v="514" actId="403"/>
        <pc:sldMkLst>
          <pc:docMk/>
          <pc:sldMk cId="2785691304" sldId="283"/>
        </pc:sldMkLst>
        <pc:spChg chg="mod">
          <ac:chgData name="Dunfrey Pires Aragão" userId="a7272183b7b4f9fa" providerId="LiveId" clId="{59918799-9268-47A3-8BDE-2BEE066F332C}" dt="2025-09-02T15:21:10.748" v="508"/>
          <ac:spMkLst>
            <pc:docMk/>
            <pc:sldMk cId="2785691304" sldId="283"/>
            <ac:spMk id="3" creationId="{0D5D3878-4E1B-C9B2-FF4E-8E1A320D113E}"/>
          </ac:spMkLst>
        </pc:spChg>
        <pc:spChg chg="add mod">
          <ac:chgData name="Dunfrey Pires Aragão" userId="a7272183b7b4f9fa" providerId="LiveId" clId="{59918799-9268-47A3-8BDE-2BEE066F332C}" dt="2025-09-02T15:20:36.089" v="494" actId="1076"/>
          <ac:spMkLst>
            <pc:docMk/>
            <pc:sldMk cId="2785691304" sldId="283"/>
            <ac:spMk id="4" creationId="{AF5F8D96-DF6C-DE96-60C3-AA2D8D5782BC}"/>
          </ac:spMkLst>
        </pc:spChg>
        <pc:spChg chg="add mod">
          <ac:chgData name="Dunfrey Pires Aragão" userId="a7272183b7b4f9fa" providerId="LiveId" clId="{59918799-9268-47A3-8BDE-2BEE066F332C}" dt="2025-09-02T15:21:23.392" v="514" actId="403"/>
          <ac:spMkLst>
            <pc:docMk/>
            <pc:sldMk cId="2785691304" sldId="283"/>
            <ac:spMk id="8" creationId="{548D9122-B241-2945-8F1F-F41735C537ED}"/>
          </ac:spMkLst>
        </pc:spChg>
      </pc:sldChg>
      <pc:sldChg chg="addSp delSp modSp add mod">
        <pc:chgData name="Dunfrey Pires Aragão" userId="a7272183b7b4f9fa" providerId="LiveId" clId="{59918799-9268-47A3-8BDE-2BEE066F332C}" dt="2025-09-02T15:33:43.055" v="528" actId="1076"/>
        <pc:sldMkLst>
          <pc:docMk/>
          <pc:sldMk cId="93567873" sldId="284"/>
        </pc:sldMkLst>
        <pc:spChg chg="mod">
          <ac:chgData name="Dunfrey Pires Aragão" userId="a7272183b7b4f9fa" providerId="LiveId" clId="{59918799-9268-47A3-8BDE-2BEE066F332C}" dt="2025-09-02T15:30:38.910" v="523" actId="20577"/>
          <ac:spMkLst>
            <pc:docMk/>
            <pc:sldMk cId="93567873" sldId="284"/>
            <ac:spMk id="3" creationId="{BA634479-E721-2891-5191-2822AD4EFCF9}"/>
          </ac:spMkLst>
        </pc:spChg>
        <pc:picChg chg="add mod">
          <ac:chgData name="Dunfrey Pires Aragão" userId="a7272183b7b4f9fa" providerId="LiveId" clId="{59918799-9268-47A3-8BDE-2BEE066F332C}" dt="2025-09-02T15:33:43.055" v="528" actId="1076"/>
          <ac:picMkLst>
            <pc:docMk/>
            <pc:sldMk cId="93567873" sldId="284"/>
            <ac:picMk id="5" creationId="{7D427A7A-8D98-2059-76B8-350C41647F13}"/>
          </ac:picMkLst>
        </pc:pic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2422203827" sldId="284"/>
        </pc:sldMkLst>
      </pc:sldChg>
      <pc:sldChg chg="addSp delSp modSp add mod ord">
        <pc:chgData name="Dunfrey Pires Aragão" userId="a7272183b7b4f9fa" providerId="LiveId" clId="{59918799-9268-47A3-8BDE-2BEE066F332C}" dt="2025-09-02T15:40:58.054" v="693" actId="1076"/>
        <pc:sldMkLst>
          <pc:docMk/>
          <pc:sldMk cId="2327090450" sldId="285"/>
        </pc:sldMkLst>
        <pc:spChg chg="mod">
          <ac:chgData name="Dunfrey Pires Aragão" userId="a7272183b7b4f9fa" providerId="LiveId" clId="{59918799-9268-47A3-8BDE-2BEE066F332C}" dt="2025-09-02T15:40:44.145" v="685" actId="403"/>
          <ac:spMkLst>
            <pc:docMk/>
            <pc:sldMk cId="2327090450" sldId="285"/>
            <ac:spMk id="3" creationId="{5C0D8201-FAC8-E387-9B13-587FDC598C47}"/>
          </ac:spMkLst>
        </pc:spChg>
        <pc:spChg chg="add mod">
          <ac:chgData name="Dunfrey Pires Aragão" userId="a7272183b7b4f9fa" providerId="LiveId" clId="{59918799-9268-47A3-8BDE-2BEE066F332C}" dt="2025-09-02T15:40:58.054" v="693" actId="1076"/>
          <ac:spMkLst>
            <pc:docMk/>
            <pc:sldMk cId="2327090450" sldId="285"/>
            <ac:spMk id="4" creationId="{6A82C25D-EAAC-FF0D-8761-7786E2531C2F}"/>
          </ac:spMkLst>
        </pc:spChg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4090453237" sldId="285"/>
        </pc:sldMkLst>
      </pc:sldChg>
      <pc:sldChg chg="del">
        <pc:chgData name="Dunfrey Pires Aragão" userId="a7272183b7b4f9fa" providerId="LiveId" clId="{59918799-9268-47A3-8BDE-2BEE066F332C}" dt="2025-09-02T14:43:03.740" v="0" actId="47"/>
        <pc:sldMkLst>
          <pc:docMk/>
          <pc:sldMk cId="121371844" sldId="286"/>
        </pc:sldMkLst>
      </pc:sldChg>
      <pc:sldChg chg="addSp delSp modSp add mod">
        <pc:chgData name="Dunfrey Pires Aragão" userId="a7272183b7b4f9fa" providerId="LiveId" clId="{59918799-9268-47A3-8BDE-2BEE066F332C}" dt="2025-09-02T15:39:25.686" v="675" actId="113"/>
        <pc:sldMkLst>
          <pc:docMk/>
          <pc:sldMk cId="1550310859" sldId="286"/>
        </pc:sldMkLst>
        <pc:spChg chg="add mod">
          <ac:chgData name="Dunfrey Pires Aragão" userId="a7272183b7b4f9fa" providerId="LiveId" clId="{59918799-9268-47A3-8BDE-2BEE066F332C}" dt="2025-09-02T15:38:47.106" v="636" actId="1076"/>
          <ac:spMkLst>
            <pc:docMk/>
            <pc:sldMk cId="1550310859" sldId="286"/>
            <ac:spMk id="8" creationId="{348DD1AC-50F1-BD53-300D-C5F901CF916B}"/>
          </ac:spMkLst>
        </pc:spChg>
        <pc:spChg chg="add mod">
          <ac:chgData name="Dunfrey Pires Aragão" userId="a7272183b7b4f9fa" providerId="LiveId" clId="{59918799-9268-47A3-8BDE-2BEE066F332C}" dt="2025-09-02T15:39:25.686" v="675" actId="113"/>
          <ac:spMkLst>
            <pc:docMk/>
            <pc:sldMk cId="1550310859" sldId="286"/>
            <ac:spMk id="9" creationId="{0EFAAC29-B858-F53C-7725-562FAF7CE83B}"/>
          </ac:spMkLst>
        </pc:spChg>
      </pc:sldChg>
      <pc:sldChg chg="addSp modSp add mod">
        <pc:chgData name="Dunfrey Pires Aragão" userId="a7272183b7b4f9fa" providerId="LiveId" clId="{59918799-9268-47A3-8BDE-2BEE066F332C}" dt="2025-09-02T15:43:55.045" v="803" actId="403"/>
        <pc:sldMkLst>
          <pc:docMk/>
          <pc:sldMk cId="1645765549" sldId="287"/>
        </pc:sldMkLst>
        <pc:spChg chg="mod">
          <ac:chgData name="Dunfrey Pires Aragão" userId="a7272183b7b4f9fa" providerId="LiveId" clId="{59918799-9268-47A3-8BDE-2BEE066F332C}" dt="2025-09-02T15:43:08.656" v="791" actId="1076"/>
          <ac:spMkLst>
            <pc:docMk/>
            <pc:sldMk cId="1645765549" sldId="287"/>
            <ac:spMk id="4" creationId="{167B1DE1-3570-373A-6E9E-C3885F73BFEE}"/>
          </ac:spMkLst>
        </pc:spChg>
        <pc:spChg chg="add mod">
          <ac:chgData name="Dunfrey Pires Aragão" userId="a7272183b7b4f9fa" providerId="LiveId" clId="{59918799-9268-47A3-8BDE-2BEE066F332C}" dt="2025-09-02T15:43:21.312" v="795" actId="1076"/>
          <ac:spMkLst>
            <pc:docMk/>
            <pc:sldMk cId="1645765549" sldId="287"/>
            <ac:spMk id="5" creationId="{E19D7F93-40EC-CE3E-55B0-8B06AC24503F}"/>
          </ac:spMkLst>
        </pc:spChg>
        <pc:spChg chg="add mod">
          <ac:chgData name="Dunfrey Pires Aragão" userId="a7272183b7b4f9fa" providerId="LiveId" clId="{59918799-9268-47A3-8BDE-2BEE066F332C}" dt="2025-09-02T15:43:55.045" v="803" actId="403"/>
          <ac:spMkLst>
            <pc:docMk/>
            <pc:sldMk cId="1645765549" sldId="287"/>
            <ac:spMk id="7" creationId="{198251C9-CA03-D0C0-06EC-0CD39FAA15D3}"/>
          </ac:spMkLst>
        </pc:spChg>
        <pc:picChg chg="mod">
          <ac:chgData name="Dunfrey Pires Aragão" userId="a7272183b7b4f9fa" providerId="LiveId" clId="{59918799-9268-47A3-8BDE-2BEE066F332C}" dt="2025-09-02T15:42:59.916" v="788" actId="1076"/>
          <ac:picMkLst>
            <pc:docMk/>
            <pc:sldMk cId="1645765549" sldId="287"/>
            <ac:picMk id="110" creationId="{21D769EC-FD36-65E7-3F27-18F0BC4370A8}"/>
          </ac:picMkLst>
        </pc:picChg>
      </pc:sldChg>
      <pc:sldChg chg="add del">
        <pc:chgData name="Dunfrey Pires Aragão" userId="a7272183b7b4f9fa" providerId="LiveId" clId="{59918799-9268-47A3-8BDE-2BEE066F332C}" dt="2025-09-02T15:40:26.503" v="677" actId="47"/>
        <pc:sldMkLst>
          <pc:docMk/>
          <pc:sldMk cId="3310570928" sldId="287"/>
        </pc:sldMkLst>
      </pc:sldChg>
      <pc:sldChg chg="addSp delSp modSp add mod">
        <pc:chgData name="Dunfrey Pires Aragão" userId="a7272183b7b4f9fa" providerId="LiveId" clId="{59918799-9268-47A3-8BDE-2BEE066F332C}" dt="2025-09-03T23:06:18.029" v="1446"/>
        <pc:sldMkLst>
          <pc:docMk/>
          <pc:sldMk cId="430332802" sldId="288"/>
        </pc:sldMkLst>
        <pc:spChg chg="mod">
          <ac:chgData name="Dunfrey Pires Aragão" userId="a7272183b7b4f9fa" providerId="LiveId" clId="{59918799-9268-47A3-8BDE-2BEE066F332C}" dt="2025-09-03T19:24:26.120" v="834" actId="1076"/>
          <ac:spMkLst>
            <pc:docMk/>
            <pc:sldMk cId="430332802" sldId="288"/>
            <ac:spMk id="3" creationId="{A124080D-A6CD-636F-1E78-62110786114A}"/>
          </ac:spMkLst>
        </pc:spChg>
        <pc:spChg chg="del">
          <ac:chgData name="Dunfrey Pires Aragão" userId="a7272183b7b4f9fa" providerId="LiveId" clId="{59918799-9268-47A3-8BDE-2BEE066F332C}" dt="2025-09-03T19:22:40.599" v="810" actId="478"/>
          <ac:spMkLst>
            <pc:docMk/>
            <pc:sldMk cId="430332802" sldId="288"/>
            <ac:spMk id="4" creationId="{5A10C7F5-4E3B-5955-E8A1-A9A9C7843CB9}"/>
          </ac:spMkLst>
        </pc:spChg>
        <pc:spChg chg="del">
          <ac:chgData name="Dunfrey Pires Aragão" userId="a7272183b7b4f9fa" providerId="LiveId" clId="{59918799-9268-47A3-8BDE-2BEE066F332C}" dt="2025-09-03T19:22:42.241" v="811" actId="478"/>
          <ac:spMkLst>
            <pc:docMk/>
            <pc:sldMk cId="430332802" sldId="288"/>
            <ac:spMk id="5" creationId="{2E0E24D1-57F6-C8CA-DD08-02DF374DB2F8}"/>
          </ac:spMkLst>
        </pc:spChg>
        <pc:spChg chg="del">
          <ac:chgData name="Dunfrey Pires Aragão" userId="a7272183b7b4f9fa" providerId="LiveId" clId="{59918799-9268-47A3-8BDE-2BEE066F332C}" dt="2025-09-03T19:22:43.530" v="812" actId="478"/>
          <ac:spMkLst>
            <pc:docMk/>
            <pc:sldMk cId="430332802" sldId="288"/>
            <ac:spMk id="7" creationId="{33F886E8-EEA7-3EC5-B270-0EF6FBC89C13}"/>
          </ac:spMkLst>
        </pc:spChg>
        <pc:spChg chg="mod">
          <ac:chgData name="Dunfrey Pires Aragão" userId="a7272183b7b4f9fa" providerId="LiveId" clId="{59918799-9268-47A3-8BDE-2BEE066F332C}" dt="2025-09-03T23:06:18.029" v="1446"/>
          <ac:spMkLst>
            <pc:docMk/>
            <pc:sldMk cId="430332802" sldId="288"/>
            <ac:spMk id="112" creationId="{3A6F7FE8-30C5-2BB8-B743-E4C98A006DE2}"/>
          </ac:spMkLst>
        </pc:spChg>
        <pc:picChg chg="add mod">
          <ac:chgData name="Dunfrey Pires Aragão" userId="a7272183b7b4f9fa" providerId="LiveId" clId="{59918799-9268-47A3-8BDE-2BEE066F332C}" dt="2025-09-03T19:24:15.814" v="832" actId="14100"/>
          <ac:picMkLst>
            <pc:docMk/>
            <pc:sldMk cId="430332802" sldId="288"/>
            <ac:picMk id="6" creationId="{3ACDD483-2F8D-BAFB-51C4-1A24AD3021D3}"/>
          </ac:picMkLst>
        </pc:picChg>
      </pc:sldChg>
      <pc:sldChg chg="addSp delSp modSp add mod">
        <pc:chgData name="Dunfrey Pires Aragão" userId="a7272183b7b4f9fa" providerId="LiveId" clId="{59918799-9268-47A3-8BDE-2BEE066F332C}" dt="2025-09-03T23:08:51.158" v="1536" actId="20577"/>
        <pc:sldMkLst>
          <pc:docMk/>
          <pc:sldMk cId="2678303692" sldId="289"/>
        </pc:sldMkLst>
        <pc:spChg chg="add mod">
          <ac:chgData name="Dunfrey Pires Aragão" userId="a7272183b7b4f9fa" providerId="LiveId" clId="{59918799-9268-47A3-8BDE-2BEE066F332C}" dt="2025-09-03T23:05:09.167" v="1436"/>
          <ac:spMkLst>
            <pc:docMk/>
            <pc:sldMk cId="2678303692" sldId="289"/>
            <ac:spMk id="2" creationId="{54EEDA1A-BC6D-4986-5266-75DB04D8614C}"/>
          </ac:spMkLst>
        </pc:spChg>
        <pc:spChg chg="add mod">
          <ac:chgData name="Dunfrey Pires Aragão" userId="a7272183b7b4f9fa" providerId="LiveId" clId="{59918799-9268-47A3-8BDE-2BEE066F332C}" dt="2025-09-03T23:05:22.347" v="1441" actId="14100"/>
          <ac:spMkLst>
            <pc:docMk/>
            <pc:sldMk cId="2678303692" sldId="289"/>
            <ac:spMk id="3" creationId="{1F99E23B-0DBC-E558-1F43-604B1FC9A742}"/>
          </ac:spMkLst>
        </pc:spChg>
        <pc:spChg chg="del">
          <ac:chgData name="Dunfrey Pires Aragão" userId="a7272183b7b4f9fa" providerId="LiveId" clId="{59918799-9268-47A3-8BDE-2BEE066F332C}" dt="2025-09-03T19:24:40.947" v="836" actId="478"/>
          <ac:spMkLst>
            <pc:docMk/>
            <pc:sldMk cId="2678303692" sldId="289"/>
            <ac:spMk id="3" creationId="{A68CC3FE-A6BD-840D-6331-B0A8FAC67C4B}"/>
          </ac:spMkLst>
        </pc:spChg>
        <pc:spChg chg="add del mod">
          <ac:chgData name="Dunfrey Pires Aragão" userId="a7272183b7b4f9fa" providerId="LiveId" clId="{59918799-9268-47A3-8BDE-2BEE066F332C}" dt="2025-09-03T20:03:41.551" v="1052" actId="478"/>
          <ac:spMkLst>
            <pc:docMk/>
            <pc:sldMk cId="2678303692" sldId="289"/>
            <ac:spMk id="3" creationId="{DFB4ABB5-267C-04F7-20EF-24CB37B9B3DA}"/>
          </ac:spMkLst>
        </pc:spChg>
        <pc:spChg chg="add mod">
          <ac:chgData name="Dunfrey Pires Aragão" userId="a7272183b7b4f9fa" providerId="LiveId" clId="{59918799-9268-47A3-8BDE-2BEE066F332C}" dt="2025-09-03T23:05:09.167" v="1436"/>
          <ac:spMkLst>
            <pc:docMk/>
            <pc:sldMk cId="2678303692" sldId="289"/>
            <ac:spMk id="4" creationId="{A60568C4-726E-6D95-06E2-AED3F81DC656}"/>
          </ac:spMkLst>
        </pc:spChg>
        <pc:spChg chg="add del mod">
          <ac:chgData name="Dunfrey Pires Aragão" userId="a7272183b7b4f9fa" providerId="LiveId" clId="{59918799-9268-47A3-8BDE-2BEE066F332C}" dt="2025-09-03T20:04:20.001" v="1068" actId="478"/>
          <ac:spMkLst>
            <pc:docMk/>
            <pc:sldMk cId="2678303692" sldId="289"/>
            <ac:spMk id="4" creationId="{ED7F67BC-8D88-53C6-9D72-6E6D67996711}"/>
          </ac:spMkLst>
        </pc:spChg>
        <pc:spChg chg="add del mod">
          <ac:chgData name="Dunfrey Pires Aragão" userId="a7272183b7b4f9fa" providerId="LiveId" clId="{59918799-9268-47A3-8BDE-2BEE066F332C}" dt="2025-09-03T20:03:41.551" v="1052" actId="478"/>
          <ac:spMkLst>
            <pc:docMk/>
            <pc:sldMk cId="2678303692" sldId="289"/>
            <ac:spMk id="5" creationId="{85862B4D-E785-602C-5953-7A52BF060876}"/>
          </ac:spMkLst>
        </pc:spChg>
        <pc:spChg chg="add mod">
          <ac:chgData name="Dunfrey Pires Aragão" userId="a7272183b7b4f9fa" providerId="LiveId" clId="{59918799-9268-47A3-8BDE-2BEE066F332C}" dt="2025-09-03T23:05:09.167" v="1436"/>
          <ac:spMkLst>
            <pc:docMk/>
            <pc:sldMk cId="2678303692" sldId="289"/>
            <ac:spMk id="5" creationId="{87B6FE82-0F8E-D77C-551F-060225ACB3A7}"/>
          </ac:spMkLst>
        </pc:spChg>
        <pc:spChg chg="add">
          <ac:chgData name="Dunfrey Pires Aragão" userId="a7272183b7b4f9fa" providerId="LiveId" clId="{59918799-9268-47A3-8BDE-2BEE066F332C}" dt="2025-09-03T19:24:58.041" v="844"/>
          <ac:spMkLst>
            <pc:docMk/>
            <pc:sldMk cId="2678303692" sldId="289"/>
            <ac:spMk id="5" creationId="{ED4EDAAB-1C16-5377-A656-B6A74E9E0837}"/>
          </ac:spMkLst>
        </pc:spChg>
        <pc:spChg chg="add mod">
          <ac:chgData name="Dunfrey Pires Aragão" userId="a7272183b7b4f9fa" providerId="LiveId" clId="{59918799-9268-47A3-8BDE-2BEE066F332C}" dt="2025-09-03T23:05:17.867" v="1440" actId="1076"/>
          <ac:spMkLst>
            <pc:docMk/>
            <pc:sldMk cId="2678303692" sldId="289"/>
            <ac:spMk id="6" creationId="{FCC60D2E-0F4E-ADD5-1074-09589B73F61F}"/>
          </ac:spMkLst>
        </pc:spChg>
        <pc:spChg chg="add del mod">
          <ac:chgData name="Dunfrey Pires Aragão" userId="a7272183b7b4f9fa" providerId="LiveId" clId="{59918799-9268-47A3-8BDE-2BEE066F332C}" dt="2025-09-03T20:03:41.551" v="1052" actId="478"/>
          <ac:spMkLst>
            <pc:docMk/>
            <pc:sldMk cId="2678303692" sldId="289"/>
            <ac:spMk id="7" creationId="{1F045F7E-3D49-AD42-0EFA-4BECF35AF747}"/>
          </ac:spMkLst>
        </pc:spChg>
        <pc:spChg chg="add mod">
          <ac:chgData name="Dunfrey Pires Aragão" userId="a7272183b7b4f9fa" providerId="LiveId" clId="{59918799-9268-47A3-8BDE-2BEE066F332C}" dt="2025-09-03T23:05:40.941" v="1443" actId="20577"/>
          <ac:spMkLst>
            <pc:docMk/>
            <pc:sldMk cId="2678303692" sldId="289"/>
            <ac:spMk id="7" creationId="{80F1F6E1-E65D-1278-BB0D-F68A1CD73CC9}"/>
          </ac:spMkLst>
        </pc:spChg>
        <pc:spChg chg="add del mod">
          <ac:chgData name="Dunfrey Pires Aragão" userId="a7272183b7b4f9fa" providerId="LiveId" clId="{59918799-9268-47A3-8BDE-2BEE066F332C}" dt="2025-09-03T19:25:14.970" v="852" actId="478"/>
          <ac:spMkLst>
            <pc:docMk/>
            <pc:sldMk cId="2678303692" sldId="289"/>
            <ac:spMk id="7" creationId="{89371F88-E8E9-E7AF-7DFE-FBF72F165A92}"/>
          </ac:spMkLst>
        </pc:spChg>
        <pc:spChg chg="add del mod">
          <ac:chgData name="Dunfrey Pires Aragão" userId="a7272183b7b4f9fa" providerId="LiveId" clId="{59918799-9268-47A3-8BDE-2BEE066F332C}" dt="2025-09-03T20:03:49.794" v="1054" actId="478"/>
          <ac:spMkLst>
            <pc:docMk/>
            <pc:sldMk cId="2678303692" sldId="289"/>
            <ac:spMk id="8" creationId="{5C230D9C-4D1B-7B3B-CCDC-6E17880E83FA}"/>
          </ac:spMkLst>
        </pc:spChg>
        <pc:spChg chg="add del mod">
          <ac:chgData name="Dunfrey Pires Aragão" userId="a7272183b7b4f9fa" providerId="LiveId" clId="{59918799-9268-47A3-8BDE-2BEE066F332C}" dt="2025-09-03T20:03:41.551" v="1052" actId="478"/>
          <ac:spMkLst>
            <pc:docMk/>
            <pc:sldMk cId="2678303692" sldId="289"/>
            <ac:spMk id="9" creationId="{51E11755-A708-BFE5-8F8F-D6CB45C5578E}"/>
          </ac:spMkLst>
        </pc:spChg>
        <pc:spChg chg="add del">
          <ac:chgData name="Dunfrey Pires Aragão" userId="a7272183b7b4f9fa" providerId="LiveId" clId="{59918799-9268-47A3-8BDE-2BEE066F332C}" dt="2025-09-03T20:03:49.794" v="1054" actId="478"/>
          <ac:spMkLst>
            <pc:docMk/>
            <pc:sldMk cId="2678303692" sldId="289"/>
            <ac:spMk id="10" creationId="{083F65BA-58B9-9BBE-61DE-13DA57A01CCF}"/>
          </ac:spMkLst>
        </pc:spChg>
        <pc:spChg chg="add del mod">
          <ac:chgData name="Dunfrey Pires Aragão" userId="a7272183b7b4f9fa" providerId="LiveId" clId="{59918799-9268-47A3-8BDE-2BEE066F332C}" dt="2025-09-03T23:04:43.880" v="1427" actId="478"/>
          <ac:spMkLst>
            <pc:docMk/>
            <pc:sldMk cId="2678303692" sldId="289"/>
            <ac:spMk id="11" creationId="{CA894C35-B37C-4E37-7BE1-FBE9286C6CD2}"/>
          </ac:spMkLst>
        </pc:spChg>
        <pc:spChg chg="add del mod">
          <ac:chgData name="Dunfrey Pires Aragão" userId="a7272183b7b4f9fa" providerId="LiveId" clId="{59918799-9268-47A3-8BDE-2BEE066F332C}" dt="2025-09-03T23:04:43.880" v="1427" actId="478"/>
          <ac:spMkLst>
            <pc:docMk/>
            <pc:sldMk cId="2678303692" sldId="289"/>
            <ac:spMk id="13" creationId="{064CD93F-58C0-5256-AF87-F9B73B557568}"/>
          </ac:spMkLst>
        </pc:spChg>
        <pc:spChg chg="add del mod">
          <ac:chgData name="Dunfrey Pires Aragão" userId="a7272183b7b4f9fa" providerId="LiveId" clId="{59918799-9268-47A3-8BDE-2BEE066F332C}" dt="2025-09-03T23:04:43.880" v="1427" actId="478"/>
          <ac:spMkLst>
            <pc:docMk/>
            <pc:sldMk cId="2678303692" sldId="289"/>
            <ac:spMk id="15" creationId="{DFC1056E-5375-51C5-14B6-CBFC0AE04BC2}"/>
          </ac:spMkLst>
        </pc:spChg>
        <pc:spChg chg="add mod">
          <ac:chgData name="Dunfrey Pires Aragão" userId="a7272183b7b4f9fa" providerId="LiveId" clId="{59918799-9268-47A3-8BDE-2BEE066F332C}" dt="2025-09-03T23:08:51.158" v="1536" actId="20577"/>
          <ac:spMkLst>
            <pc:docMk/>
            <pc:sldMk cId="2678303692" sldId="289"/>
            <ac:spMk id="16" creationId="{47FCE620-95E3-F5AD-268C-1A5ECC1C5478}"/>
          </ac:spMkLst>
        </pc:spChg>
        <pc:spChg chg="add mod">
          <ac:chgData name="Dunfrey Pires Aragão" userId="a7272183b7b4f9fa" providerId="LiveId" clId="{59918799-9268-47A3-8BDE-2BEE066F332C}" dt="2025-09-03T23:04:59.968" v="1432" actId="1076"/>
          <ac:spMkLst>
            <pc:docMk/>
            <pc:sldMk cId="2678303692" sldId="289"/>
            <ac:spMk id="18" creationId="{26D3BE72-900F-7405-FAF2-D5F5A0D27DEB}"/>
          </ac:spMkLst>
        </pc:spChg>
        <pc:spChg chg="add mod">
          <ac:chgData name="Dunfrey Pires Aragão" userId="a7272183b7b4f9fa" providerId="LiveId" clId="{59918799-9268-47A3-8BDE-2BEE066F332C}" dt="2025-09-03T23:04:59.968" v="1432" actId="1076"/>
          <ac:spMkLst>
            <pc:docMk/>
            <pc:sldMk cId="2678303692" sldId="289"/>
            <ac:spMk id="20" creationId="{D51CCE0D-3868-46A5-41C4-76F63DA72C08}"/>
          </ac:spMkLst>
        </pc:spChg>
        <pc:spChg chg="add mod">
          <ac:chgData name="Dunfrey Pires Aragão" userId="a7272183b7b4f9fa" providerId="LiveId" clId="{59918799-9268-47A3-8BDE-2BEE066F332C}" dt="2025-09-03T23:04:59.968" v="1432" actId="1076"/>
          <ac:spMkLst>
            <pc:docMk/>
            <pc:sldMk cId="2678303692" sldId="289"/>
            <ac:spMk id="22" creationId="{86D68473-0925-D33E-A784-B0700CA68CBE}"/>
          </ac:spMkLst>
        </pc:spChg>
        <pc:spChg chg="add mod">
          <ac:chgData name="Dunfrey Pires Aragão" userId="a7272183b7b4f9fa" providerId="LiveId" clId="{59918799-9268-47A3-8BDE-2BEE066F332C}" dt="2025-09-03T23:04:59.968" v="1432" actId="1076"/>
          <ac:spMkLst>
            <pc:docMk/>
            <pc:sldMk cId="2678303692" sldId="289"/>
            <ac:spMk id="24" creationId="{14BDE287-9537-18A9-95F9-6614B4CF49C8}"/>
          </ac:spMkLst>
        </pc:spChg>
        <pc:spChg chg="mod">
          <ac:chgData name="Dunfrey Pires Aragão" userId="a7272183b7b4f9fa" providerId="LiveId" clId="{59918799-9268-47A3-8BDE-2BEE066F332C}" dt="2025-09-03T23:06:08.836" v="1444"/>
          <ac:spMkLst>
            <pc:docMk/>
            <pc:sldMk cId="2678303692" sldId="289"/>
            <ac:spMk id="112" creationId="{8BF68201-3576-6D0B-A1C4-DB0C7FDC31BD}"/>
          </ac:spMkLst>
        </pc:spChg>
        <pc:picChg chg="del">
          <ac:chgData name="Dunfrey Pires Aragão" userId="a7272183b7b4f9fa" providerId="LiveId" clId="{59918799-9268-47A3-8BDE-2BEE066F332C}" dt="2025-09-03T19:24:41.531" v="837" actId="478"/>
          <ac:picMkLst>
            <pc:docMk/>
            <pc:sldMk cId="2678303692" sldId="289"/>
            <ac:picMk id="6" creationId="{DF7CD7EE-E24B-BF4E-4625-78326E798EE0}"/>
          </ac:picMkLst>
        </pc:picChg>
        <pc:picChg chg="mod">
          <ac:chgData name="Dunfrey Pires Aragão" userId="a7272183b7b4f9fa" providerId="LiveId" clId="{59918799-9268-47A3-8BDE-2BEE066F332C}" dt="2025-09-03T23:05:11.188" v="1438" actId="1076"/>
          <ac:picMkLst>
            <pc:docMk/>
            <pc:sldMk cId="2678303692" sldId="289"/>
            <ac:picMk id="110" creationId="{BE39E9BE-BC25-3B70-9394-EE7363AE2A44}"/>
          </ac:picMkLst>
        </pc:picChg>
      </pc:sldChg>
      <pc:sldChg chg="addSp delSp modSp add mod ord">
        <pc:chgData name="Dunfrey Pires Aragão" userId="a7272183b7b4f9fa" providerId="LiveId" clId="{59918799-9268-47A3-8BDE-2BEE066F332C}" dt="2025-09-03T23:03:59.837" v="1410" actId="1076"/>
        <pc:sldMkLst>
          <pc:docMk/>
          <pc:sldMk cId="697412201" sldId="290"/>
        </pc:sldMkLst>
        <pc:spChg chg="add mod">
          <ac:chgData name="Dunfrey Pires Aragão" userId="a7272183b7b4f9fa" providerId="LiveId" clId="{59918799-9268-47A3-8BDE-2BEE066F332C}" dt="2025-09-03T23:03:29.265" v="1395" actId="20577"/>
          <ac:spMkLst>
            <pc:docMk/>
            <pc:sldMk cId="697412201" sldId="290"/>
            <ac:spMk id="2" creationId="{DBAB6F86-0F1B-C841-F890-9A1CA7484B00}"/>
          </ac:spMkLst>
        </pc:spChg>
        <pc:spChg chg="del">
          <ac:chgData name="Dunfrey Pires Aragão" userId="a7272183b7b4f9fa" providerId="LiveId" clId="{59918799-9268-47A3-8BDE-2BEE066F332C}" dt="2025-09-03T23:02:49.436" v="1383" actId="478"/>
          <ac:spMkLst>
            <pc:docMk/>
            <pc:sldMk cId="697412201" sldId="290"/>
            <ac:spMk id="3" creationId="{56BA2F4D-4050-BD37-527F-1059508EC644}"/>
          </ac:spMkLst>
        </pc:spChg>
        <pc:spChg chg="mod">
          <ac:chgData name="Dunfrey Pires Aragão" userId="a7272183b7b4f9fa" providerId="LiveId" clId="{59918799-9268-47A3-8BDE-2BEE066F332C}" dt="2025-09-03T23:02:54.007" v="1384" actId="1076"/>
          <ac:spMkLst>
            <pc:docMk/>
            <pc:sldMk cId="697412201" sldId="290"/>
            <ac:spMk id="4" creationId="{FB31FEC7-B225-13B9-A3A8-63D43F72FAC1}"/>
          </ac:spMkLst>
        </pc:spChg>
        <pc:spChg chg="del">
          <ac:chgData name="Dunfrey Pires Aragão" userId="a7272183b7b4f9fa" providerId="LiveId" clId="{59918799-9268-47A3-8BDE-2BEE066F332C}" dt="2025-09-03T23:02:49.436" v="1383" actId="478"/>
          <ac:spMkLst>
            <pc:docMk/>
            <pc:sldMk cId="697412201" sldId="290"/>
            <ac:spMk id="5" creationId="{310B178A-27B5-8666-E5B2-9BCFF5AFF4B3}"/>
          </ac:spMkLst>
        </pc:spChg>
        <pc:spChg chg="del">
          <ac:chgData name="Dunfrey Pires Aragão" userId="a7272183b7b4f9fa" providerId="LiveId" clId="{59918799-9268-47A3-8BDE-2BEE066F332C}" dt="2025-09-03T23:02:49.436" v="1383" actId="478"/>
          <ac:spMkLst>
            <pc:docMk/>
            <pc:sldMk cId="697412201" sldId="290"/>
            <ac:spMk id="7" creationId="{49AA55CC-EF28-097C-4EBF-F0A00A644ECC}"/>
          </ac:spMkLst>
        </pc:spChg>
        <pc:spChg chg="mod">
          <ac:chgData name="Dunfrey Pires Aragão" userId="a7272183b7b4f9fa" providerId="LiveId" clId="{59918799-9268-47A3-8BDE-2BEE066F332C}" dt="2025-09-03T23:02:54.007" v="1384" actId="1076"/>
          <ac:spMkLst>
            <pc:docMk/>
            <pc:sldMk cId="697412201" sldId="290"/>
            <ac:spMk id="8" creationId="{DEDD4F3A-09AC-B986-B714-7D6DFF01C4B0}"/>
          </ac:spMkLst>
        </pc:spChg>
        <pc:spChg chg="del">
          <ac:chgData name="Dunfrey Pires Aragão" userId="a7272183b7b4f9fa" providerId="LiveId" clId="{59918799-9268-47A3-8BDE-2BEE066F332C}" dt="2025-09-03T23:02:49.436" v="1383" actId="478"/>
          <ac:spMkLst>
            <pc:docMk/>
            <pc:sldMk cId="697412201" sldId="290"/>
            <ac:spMk id="9" creationId="{7DE9C8B6-F943-A8CC-9E38-D2D2B0AC4516}"/>
          </ac:spMkLst>
        </pc:spChg>
        <pc:spChg chg="add mod">
          <ac:chgData name="Dunfrey Pires Aragão" userId="a7272183b7b4f9fa" providerId="LiveId" clId="{59918799-9268-47A3-8BDE-2BEE066F332C}" dt="2025-09-03T23:03:40.763" v="1401" actId="403"/>
          <ac:spMkLst>
            <pc:docMk/>
            <pc:sldMk cId="697412201" sldId="290"/>
            <ac:spMk id="10" creationId="{25B8C7D4-EB6E-0EEA-CEFE-5779E6914EE6}"/>
          </ac:spMkLst>
        </pc:spChg>
        <pc:spChg chg="add mod">
          <ac:chgData name="Dunfrey Pires Aragão" userId="a7272183b7b4f9fa" providerId="LiveId" clId="{59918799-9268-47A3-8BDE-2BEE066F332C}" dt="2025-09-03T23:03:59.837" v="1410" actId="1076"/>
          <ac:spMkLst>
            <pc:docMk/>
            <pc:sldMk cId="697412201" sldId="290"/>
            <ac:spMk id="12" creationId="{9C899C3B-81BC-B66D-00D7-053119DBEA8F}"/>
          </ac:spMkLst>
        </pc:spChg>
        <pc:spChg chg="mod">
          <ac:chgData name="Dunfrey Pires Aragão" userId="a7272183b7b4f9fa" providerId="LiveId" clId="{59918799-9268-47A3-8BDE-2BEE066F332C}" dt="2025-09-03T20:03:27.966" v="1049" actId="20577"/>
          <ac:spMkLst>
            <pc:docMk/>
            <pc:sldMk cId="697412201" sldId="290"/>
            <ac:spMk id="112" creationId="{97CE1759-7526-3F19-7689-72C8B05DC35C}"/>
          </ac:spMkLst>
        </pc:spChg>
        <pc:picChg chg="mod">
          <ac:chgData name="Dunfrey Pires Aragão" userId="a7272183b7b4f9fa" providerId="LiveId" clId="{59918799-9268-47A3-8BDE-2BEE066F332C}" dt="2025-09-03T23:03:19.182" v="1387" actId="1076"/>
          <ac:picMkLst>
            <pc:docMk/>
            <pc:sldMk cId="697412201" sldId="290"/>
            <ac:picMk id="110" creationId="{D62395BD-A098-B8B7-EABB-BCAD36FEDED2}"/>
          </ac:picMkLst>
        </pc:picChg>
      </pc:sldChg>
      <pc:sldChg chg="addSp delSp modSp add mod">
        <pc:chgData name="Dunfrey Pires Aragão" userId="a7272183b7b4f9fa" providerId="LiveId" clId="{59918799-9268-47A3-8BDE-2BEE066F332C}" dt="2025-09-03T23:14:06.871" v="1641" actId="114"/>
        <pc:sldMkLst>
          <pc:docMk/>
          <pc:sldMk cId="2456576403" sldId="291"/>
        </pc:sldMkLst>
        <pc:spChg chg="add">
          <ac:chgData name="Dunfrey Pires Aragão" userId="a7272183b7b4f9fa" providerId="LiveId" clId="{59918799-9268-47A3-8BDE-2BEE066F332C}" dt="2025-09-03T20:14:36.859" v="1170"/>
          <ac:spMkLst>
            <pc:docMk/>
            <pc:sldMk cId="2456576403" sldId="291"/>
            <ac:spMk id="2" creationId="{1C7126B8-532E-1553-F390-A26F4A51BCD9}"/>
          </ac:spMkLst>
        </pc:spChg>
        <pc:spChg chg="add mod">
          <ac:chgData name="Dunfrey Pires Aragão" userId="a7272183b7b4f9fa" providerId="LiveId" clId="{59918799-9268-47A3-8BDE-2BEE066F332C}" dt="2025-09-03T23:08:37.202" v="1528" actId="1076"/>
          <ac:spMkLst>
            <pc:docMk/>
            <pc:sldMk cId="2456576403" sldId="291"/>
            <ac:spMk id="2" creationId="{6B5C0FA0-C0F8-669C-5E4F-DA3DB54CC076}"/>
          </ac:spMkLst>
        </pc:spChg>
        <pc:spChg chg="add del mod">
          <ac:chgData name="Dunfrey Pires Aragão" userId="a7272183b7b4f9fa" providerId="LiveId" clId="{59918799-9268-47A3-8BDE-2BEE066F332C}" dt="2025-09-03T23:05:07.970" v="1435" actId="21"/>
          <ac:spMkLst>
            <pc:docMk/>
            <pc:sldMk cId="2456576403" sldId="291"/>
            <ac:spMk id="4" creationId="{A60568C4-726E-6D95-06E2-AED3F81DC656}"/>
          </ac:spMkLst>
        </pc:spChg>
        <pc:spChg chg="add del mod">
          <ac:chgData name="Dunfrey Pires Aragão" userId="a7272183b7b4f9fa" providerId="LiveId" clId="{59918799-9268-47A3-8BDE-2BEE066F332C}" dt="2025-09-03T23:05:07.970" v="1435" actId="21"/>
          <ac:spMkLst>
            <pc:docMk/>
            <pc:sldMk cId="2456576403" sldId="291"/>
            <ac:spMk id="5" creationId="{87B6FE82-0F8E-D77C-551F-060225ACB3A7}"/>
          </ac:spMkLst>
        </pc:spChg>
        <pc:spChg chg="add del mod">
          <ac:chgData name="Dunfrey Pires Aragão" userId="a7272183b7b4f9fa" providerId="LiveId" clId="{59918799-9268-47A3-8BDE-2BEE066F332C}" dt="2025-09-03T20:18:31.620" v="1357" actId="478"/>
          <ac:spMkLst>
            <pc:docMk/>
            <pc:sldMk cId="2456576403" sldId="291"/>
            <ac:spMk id="6" creationId="{352763CC-D5F2-0FDB-0E2D-4C057F6CA23C}"/>
          </ac:spMkLst>
        </pc:spChg>
        <pc:spChg chg="add mod">
          <ac:chgData name="Dunfrey Pires Aragão" userId="a7272183b7b4f9fa" providerId="LiveId" clId="{59918799-9268-47A3-8BDE-2BEE066F332C}" dt="2025-09-03T23:08:37.202" v="1528" actId="1076"/>
          <ac:spMkLst>
            <pc:docMk/>
            <pc:sldMk cId="2456576403" sldId="291"/>
            <ac:spMk id="6" creationId="{D71D618C-3063-365B-477D-A843B288FD4D}"/>
          </ac:spMkLst>
        </pc:spChg>
        <pc:spChg chg="add del mod">
          <ac:chgData name="Dunfrey Pires Aragão" userId="a7272183b7b4f9fa" providerId="LiveId" clId="{59918799-9268-47A3-8BDE-2BEE066F332C}" dt="2025-09-03T20:18:37.594" v="1361" actId="478"/>
          <ac:spMkLst>
            <pc:docMk/>
            <pc:sldMk cId="2456576403" sldId="291"/>
            <ac:spMk id="7" creationId="{68B5102D-6AFC-F43E-8550-93640DD6011A}"/>
          </ac:spMkLst>
        </pc:spChg>
        <pc:spChg chg="add mod">
          <ac:chgData name="Dunfrey Pires Aragão" userId="a7272183b7b4f9fa" providerId="LiveId" clId="{59918799-9268-47A3-8BDE-2BEE066F332C}" dt="2025-09-03T23:08:37.202" v="1528" actId="1076"/>
          <ac:spMkLst>
            <pc:docMk/>
            <pc:sldMk cId="2456576403" sldId="291"/>
            <ac:spMk id="8" creationId="{1282BFA4-1BB9-B3F6-953A-CC94BC36AC36}"/>
          </ac:spMkLst>
        </pc:spChg>
        <pc:spChg chg="add del mod">
          <ac:chgData name="Dunfrey Pires Aragão" userId="a7272183b7b4f9fa" providerId="LiveId" clId="{59918799-9268-47A3-8BDE-2BEE066F332C}" dt="2025-09-03T20:18:36.497" v="1360" actId="478"/>
          <ac:spMkLst>
            <pc:docMk/>
            <pc:sldMk cId="2456576403" sldId="291"/>
            <ac:spMk id="8" creationId="{E6746073-63E9-E578-DDDC-33BA6EBC1858}"/>
          </ac:spMkLst>
        </pc:spChg>
        <pc:spChg chg="add del mod">
          <ac:chgData name="Dunfrey Pires Aragão" userId="a7272183b7b4f9fa" providerId="LiveId" clId="{59918799-9268-47A3-8BDE-2BEE066F332C}" dt="2025-09-03T23:11:44.635" v="1550" actId="478"/>
          <ac:spMkLst>
            <pc:docMk/>
            <pc:sldMk cId="2456576403" sldId="291"/>
            <ac:spMk id="9" creationId="{F912E2A3-3BCD-B282-66C8-AC77C12F15FC}"/>
          </ac:spMkLst>
        </pc:spChg>
        <pc:spChg chg="add mod">
          <ac:chgData name="Dunfrey Pires Aragão" userId="a7272183b7b4f9fa" providerId="LiveId" clId="{59918799-9268-47A3-8BDE-2BEE066F332C}" dt="2025-09-03T23:13:59.001" v="1638" actId="6549"/>
          <ac:spMkLst>
            <pc:docMk/>
            <pc:sldMk cId="2456576403" sldId="291"/>
            <ac:spMk id="10" creationId="{6F982F95-4A65-29ED-71B0-B91CF54621AF}"/>
          </ac:spMkLst>
        </pc:spChg>
        <pc:spChg chg="del">
          <ac:chgData name="Dunfrey Pires Aragão" userId="a7272183b7b4f9fa" providerId="LiveId" clId="{59918799-9268-47A3-8BDE-2BEE066F332C}" dt="2025-09-03T20:14:04.026" v="1164" actId="478"/>
          <ac:spMkLst>
            <pc:docMk/>
            <pc:sldMk cId="2456576403" sldId="291"/>
            <ac:spMk id="11" creationId="{717397E9-1FE9-5F65-5ABE-23821182D97F}"/>
          </ac:spMkLst>
        </pc:spChg>
        <pc:spChg chg="add mod">
          <ac:chgData name="Dunfrey Pires Aragão" userId="a7272183b7b4f9fa" providerId="LiveId" clId="{59918799-9268-47A3-8BDE-2BEE066F332C}" dt="2025-09-03T23:12:39.753" v="1629" actId="14100"/>
          <ac:spMkLst>
            <pc:docMk/>
            <pc:sldMk cId="2456576403" sldId="291"/>
            <ac:spMk id="12" creationId="{2F106BDD-1F97-81CF-3290-CDBE9E863DD5}"/>
          </ac:spMkLst>
        </pc:spChg>
        <pc:spChg chg="del">
          <ac:chgData name="Dunfrey Pires Aragão" userId="a7272183b7b4f9fa" providerId="LiveId" clId="{59918799-9268-47A3-8BDE-2BEE066F332C}" dt="2025-09-03T20:14:04.026" v="1164" actId="478"/>
          <ac:spMkLst>
            <pc:docMk/>
            <pc:sldMk cId="2456576403" sldId="291"/>
            <ac:spMk id="13" creationId="{4D04E98C-CC4B-520A-FF06-A3C7B4B2E367}"/>
          </ac:spMkLst>
        </pc:spChg>
        <pc:spChg chg="add mod">
          <ac:chgData name="Dunfrey Pires Aragão" userId="a7272183b7b4f9fa" providerId="LiveId" clId="{59918799-9268-47A3-8BDE-2BEE066F332C}" dt="2025-09-03T23:14:06.871" v="1641" actId="114"/>
          <ac:spMkLst>
            <pc:docMk/>
            <pc:sldMk cId="2456576403" sldId="291"/>
            <ac:spMk id="13" creationId="{D8611F9E-FC3E-68B7-CD23-150D425D68F3}"/>
          </ac:spMkLst>
        </pc:spChg>
        <pc:spChg chg="del">
          <ac:chgData name="Dunfrey Pires Aragão" userId="a7272183b7b4f9fa" providerId="LiveId" clId="{59918799-9268-47A3-8BDE-2BEE066F332C}" dt="2025-09-03T20:14:04.026" v="1164" actId="478"/>
          <ac:spMkLst>
            <pc:docMk/>
            <pc:sldMk cId="2456576403" sldId="291"/>
            <ac:spMk id="15" creationId="{21F3A5F1-1788-34BB-7DCF-9BB0A49DA840}"/>
          </ac:spMkLst>
        </pc:spChg>
        <pc:spChg chg="del mod">
          <ac:chgData name="Dunfrey Pires Aragão" userId="a7272183b7b4f9fa" providerId="LiveId" clId="{59918799-9268-47A3-8BDE-2BEE066F332C}" dt="2025-09-03T23:05:07.970" v="1435" actId="21"/>
          <ac:spMkLst>
            <pc:docMk/>
            <pc:sldMk cId="2456576403" sldId="291"/>
            <ac:spMk id="16" creationId="{54EEDA1A-BC6D-4986-5266-75DB04D8614C}"/>
          </ac:spMkLst>
        </pc:spChg>
        <pc:spChg chg="del">
          <ac:chgData name="Dunfrey Pires Aragão" userId="a7272183b7b4f9fa" providerId="LiveId" clId="{59918799-9268-47A3-8BDE-2BEE066F332C}" dt="2025-09-03T20:14:12.908" v="1165" actId="478"/>
          <ac:spMkLst>
            <pc:docMk/>
            <pc:sldMk cId="2456576403" sldId="291"/>
            <ac:spMk id="18" creationId="{AC293ABC-0C43-2FD6-EA4C-27D08A886D29}"/>
          </ac:spMkLst>
        </pc:spChg>
        <pc:spChg chg="del">
          <ac:chgData name="Dunfrey Pires Aragão" userId="a7272183b7b4f9fa" providerId="LiveId" clId="{59918799-9268-47A3-8BDE-2BEE066F332C}" dt="2025-09-03T20:14:12.908" v="1165" actId="478"/>
          <ac:spMkLst>
            <pc:docMk/>
            <pc:sldMk cId="2456576403" sldId="291"/>
            <ac:spMk id="20" creationId="{1618D0FD-6D6D-FBAB-4136-13D48017B7E1}"/>
          </ac:spMkLst>
        </pc:spChg>
        <pc:spChg chg="del">
          <ac:chgData name="Dunfrey Pires Aragão" userId="a7272183b7b4f9fa" providerId="LiveId" clId="{59918799-9268-47A3-8BDE-2BEE066F332C}" dt="2025-09-03T20:14:12.908" v="1165" actId="478"/>
          <ac:spMkLst>
            <pc:docMk/>
            <pc:sldMk cId="2456576403" sldId="291"/>
            <ac:spMk id="22" creationId="{38C642C4-0E9A-11EF-09F6-B4E9E48760B6}"/>
          </ac:spMkLst>
        </pc:spChg>
        <pc:spChg chg="del">
          <ac:chgData name="Dunfrey Pires Aragão" userId="a7272183b7b4f9fa" providerId="LiveId" clId="{59918799-9268-47A3-8BDE-2BEE066F332C}" dt="2025-09-03T20:14:12.908" v="1165" actId="478"/>
          <ac:spMkLst>
            <pc:docMk/>
            <pc:sldMk cId="2456576403" sldId="291"/>
            <ac:spMk id="24" creationId="{012117B7-10A8-6CAD-C102-3AA1DE7ACFB7}"/>
          </ac:spMkLst>
        </pc:spChg>
        <pc:spChg chg="mod">
          <ac:chgData name="Dunfrey Pires Aragão" userId="a7272183b7b4f9fa" providerId="LiveId" clId="{59918799-9268-47A3-8BDE-2BEE066F332C}" dt="2025-09-03T23:06:11.920" v="1445"/>
          <ac:spMkLst>
            <pc:docMk/>
            <pc:sldMk cId="2456576403" sldId="291"/>
            <ac:spMk id="112" creationId="{E5891CB6-2334-4849-40FC-E483E56435B3}"/>
          </ac:spMkLst>
        </pc:spChg>
        <pc:picChg chg="add del">
          <ac:chgData name="Dunfrey Pires Aragão" userId="a7272183b7b4f9fa" providerId="LiveId" clId="{59918799-9268-47A3-8BDE-2BEE066F332C}" dt="2025-09-03T20:18:34.471" v="1359" actId="478"/>
          <ac:picMkLst>
            <pc:docMk/>
            <pc:sldMk cId="2456576403" sldId="291"/>
            <ac:picMk id="110" creationId="{A5EE3B58-FE9C-1636-BD54-8FAD855FC600}"/>
          </ac:picMkLst>
        </pc:picChg>
      </pc:sldChg>
      <pc:sldChg chg="delSp modSp add mod">
        <pc:chgData name="Dunfrey Pires Aragão" userId="a7272183b7b4f9fa" providerId="LiveId" clId="{59918799-9268-47A3-8BDE-2BEE066F332C}" dt="2025-09-03T23:04:33.674" v="1426" actId="20577"/>
        <pc:sldMkLst>
          <pc:docMk/>
          <pc:sldMk cId="1222577279" sldId="292"/>
        </pc:sldMkLst>
        <pc:spChg chg="mod">
          <ac:chgData name="Dunfrey Pires Aragão" userId="a7272183b7b4f9fa" providerId="LiveId" clId="{59918799-9268-47A3-8BDE-2BEE066F332C}" dt="2025-09-03T23:02:37.090" v="1381" actId="1076"/>
          <ac:spMkLst>
            <pc:docMk/>
            <pc:sldMk cId="1222577279" sldId="292"/>
            <ac:spMk id="3" creationId="{BCFD1D1C-BF9F-FA1F-E338-506F9108B883}"/>
          </ac:spMkLst>
        </pc:spChg>
        <pc:spChg chg="del mod">
          <ac:chgData name="Dunfrey Pires Aragão" userId="a7272183b7b4f9fa" providerId="LiveId" clId="{59918799-9268-47A3-8BDE-2BEE066F332C}" dt="2025-09-03T23:02:21.036" v="1378" actId="478"/>
          <ac:spMkLst>
            <pc:docMk/>
            <pc:sldMk cId="1222577279" sldId="292"/>
            <ac:spMk id="4" creationId="{3548A36C-6C6E-5E62-1762-E1E94B70199E}"/>
          </ac:spMkLst>
        </pc:spChg>
        <pc:spChg chg="mod">
          <ac:chgData name="Dunfrey Pires Aragão" userId="a7272183b7b4f9fa" providerId="LiveId" clId="{59918799-9268-47A3-8BDE-2BEE066F332C}" dt="2025-09-03T23:02:37.090" v="1381" actId="1076"/>
          <ac:spMkLst>
            <pc:docMk/>
            <pc:sldMk cId="1222577279" sldId="292"/>
            <ac:spMk id="5" creationId="{F522329D-D3C3-5621-6DAB-0E42EEBE57D2}"/>
          </ac:spMkLst>
        </pc:spChg>
        <pc:spChg chg="mod">
          <ac:chgData name="Dunfrey Pires Aragão" userId="a7272183b7b4f9fa" providerId="LiveId" clId="{59918799-9268-47A3-8BDE-2BEE066F332C}" dt="2025-09-03T23:02:42.180" v="1382" actId="1076"/>
          <ac:spMkLst>
            <pc:docMk/>
            <pc:sldMk cId="1222577279" sldId="292"/>
            <ac:spMk id="7" creationId="{0BADD631-3535-91A9-779D-9369A9DAD6A9}"/>
          </ac:spMkLst>
        </pc:spChg>
        <pc:spChg chg="del mod">
          <ac:chgData name="Dunfrey Pires Aragão" userId="a7272183b7b4f9fa" providerId="LiveId" clId="{59918799-9268-47A3-8BDE-2BEE066F332C}" dt="2025-09-03T23:02:19.983" v="1377" actId="478"/>
          <ac:spMkLst>
            <pc:docMk/>
            <pc:sldMk cId="1222577279" sldId="292"/>
            <ac:spMk id="8" creationId="{53882B78-5291-18E8-714F-1532D14E0300}"/>
          </ac:spMkLst>
        </pc:spChg>
        <pc:spChg chg="mod">
          <ac:chgData name="Dunfrey Pires Aragão" userId="a7272183b7b4f9fa" providerId="LiveId" clId="{59918799-9268-47A3-8BDE-2BEE066F332C}" dt="2025-09-03T23:04:33.674" v="1426" actId="20577"/>
          <ac:spMkLst>
            <pc:docMk/>
            <pc:sldMk cId="1222577279" sldId="292"/>
            <ac:spMk id="9" creationId="{476185D4-42E1-0140-1963-839DAEC6CB55}"/>
          </ac:spMkLst>
        </pc:spChg>
      </pc:sldChg>
      <pc:sldChg chg="addSp delSp modSp add mod">
        <pc:chgData name="Dunfrey Pires Aragão" userId="a7272183b7b4f9fa" providerId="LiveId" clId="{59918799-9268-47A3-8BDE-2BEE066F332C}" dt="2025-09-03T23:17:28" v="1732" actId="1076"/>
        <pc:sldMkLst>
          <pc:docMk/>
          <pc:sldMk cId="237962840" sldId="293"/>
        </pc:sldMkLst>
        <pc:spChg chg="del">
          <ac:chgData name="Dunfrey Pires Aragão" userId="a7272183b7b4f9fa" providerId="LiveId" clId="{59918799-9268-47A3-8BDE-2BEE066F332C}" dt="2025-09-03T23:14:55.329" v="1644" actId="478"/>
          <ac:spMkLst>
            <pc:docMk/>
            <pc:sldMk cId="237962840" sldId="293"/>
            <ac:spMk id="2" creationId="{2BD2125F-F40F-1BE0-5F0D-0B200432B77D}"/>
          </ac:spMkLst>
        </pc:spChg>
        <pc:spChg chg="add mod">
          <ac:chgData name="Dunfrey Pires Aragão" userId="a7272183b7b4f9fa" providerId="LiveId" clId="{59918799-9268-47A3-8BDE-2BEE066F332C}" dt="2025-09-03T23:15:20.581" v="1654" actId="14100"/>
          <ac:spMkLst>
            <pc:docMk/>
            <pc:sldMk cId="237962840" sldId="293"/>
            <ac:spMk id="3" creationId="{22FB0429-994A-0F54-B742-C06F6BE047D6}"/>
          </ac:spMkLst>
        </pc:spChg>
        <pc:spChg chg="add mod">
          <ac:chgData name="Dunfrey Pires Aragão" userId="a7272183b7b4f9fa" providerId="LiveId" clId="{59918799-9268-47A3-8BDE-2BEE066F332C}" dt="2025-09-03T23:16:30.186" v="1723" actId="20577"/>
          <ac:spMkLst>
            <pc:docMk/>
            <pc:sldMk cId="237962840" sldId="293"/>
            <ac:spMk id="5" creationId="{7D19D8F3-69A6-D378-E543-D705B312C7D2}"/>
          </ac:spMkLst>
        </pc:spChg>
        <pc:spChg chg="del">
          <ac:chgData name="Dunfrey Pires Aragão" userId="a7272183b7b4f9fa" providerId="LiveId" clId="{59918799-9268-47A3-8BDE-2BEE066F332C}" dt="2025-09-03T23:14:56.688" v="1645" actId="478"/>
          <ac:spMkLst>
            <pc:docMk/>
            <pc:sldMk cId="237962840" sldId="293"/>
            <ac:spMk id="6" creationId="{E097826F-2FFE-7A49-1A71-DD8A455BDBC9}"/>
          </ac:spMkLst>
        </pc:spChg>
        <pc:spChg chg="del">
          <ac:chgData name="Dunfrey Pires Aragão" userId="a7272183b7b4f9fa" providerId="LiveId" clId="{59918799-9268-47A3-8BDE-2BEE066F332C}" dt="2025-09-03T23:14:52.303" v="1643" actId="478"/>
          <ac:spMkLst>
            <pc:docMk/>
            <pc:sldMk cId="237962840" sldId="293"/>
            <ac:spMk id="8" creationId="{C6B5A25C-82D0-E2CB-310A-9FBA390708AC}"/>
          </ac:spMkLst>
        </pc:spChg>
        <pc:spChg chg="add mod">
          <ac:chgData name="Dunfrey Pires Aragão" userId="a7272183b7b4f9fa" providerId="LiveId" clId="{59918799-9268-47A3-8BDE-2BEE066F332C}" dt="2025-09-03T23:17:28" v="1732" actId="1076"/>
          <ac:spMkLst>
            <pc:docMk/>
            <pc:sldMk cId="237962840" sldId="293"/>
            <ac:spMk id="9" creationId="{20EE199E-F97B-268A-5509-02D82A8609EC}"/>
          </ac:spMkLst>
        </pc:spChg>
        <pc:spChg chg="del">
          <ac:chgData name="Dunfrey Pires Aragão" userId="a7272183b7b4f9fa" providerId="LiveId" clId="{59918799-9268-47A3-8BDE-2BEE066F332C}" dt="2025-09-03T23:14:52.303" v="1643" actId="478"/>
          <ac:spMkLst>
            <pc:docMk/>
            <pc:sldMk cId="237962840" sldId="293"/>
            <ac:spMk id="10" creationId="{84D982D7-C3C9-E0A4-569C-504ED8FF056E}"/>
          </ac:spMkLst>
        </pc:spChg>
        <pc:spChg chg="del">
          <ac:chgData name="Dunfrey Pires Aragão" userId="a7272183b7b4f9fa" providerId="LiveId" clId="{59918799-9268-47A3-8BDE-2BEE066F332C}" dt="2025-09-03T23:14:52.303" v="1643" actId="478"/>
          <ac:spMkLst>
            <pc:docMk/>
            <pc:sldMk cId="237962840" sldId="293"/>
            <ac:spMk id="12" creationId="{762164C5-7D9E-44BE-89A0-B15EFB16FA44}"/>
          </ac:spMkLst>
        </pc:spChg>
        <pc:spChg chg="del">
          <ac:chgData name="Dunfrey Pires Aragão" userId="a7272183b7b4f9fa" providerId="LiveId" clId="{59918799-9268-47A3-8BDE-2BEE066F332C}" dt="2025-09-03T23:14:52.303" v="1643" actId="478"/>
          <ac:spMkLst>
            <pc:docMk/>
            <pc:sldMk cId="237962840" sldId="293"/>
            <ac:spMk id="13" creationId="{41495ED2-E295-249B-736A-CC4C154D0F92}"/>
          </ac:spMkLst>
        </pc:spChg>
      </pc:sldChg>
      <pc:sldChg chg="addSp delSp modSp add mod">
        <pc:chgData name="Dunfrey Pires Aragão" userId="a7272183b7b4f9fa" providerId="LiveId" clId="{59918799-9268-47A3-8BDE-2BEE066F332C}" dt="2025-09-03T23:43:23.953" v="1887" actId="403"/>
        <pc:sldMkLst>
          <pc:docMk/>
          <pc:sldMk cId="2976434699" sldId="294"/>
        </pc:sldMkLst>
        <pc:spChg chg="add mod">
          <ac:chgData name="Dunfrey Pires Aragão" userId="a7272183b7b4f9fa" providerId="LiveId" clId="{59918799-9268-47A3-8BDE-2BEE066F332C}" dt="2025-09-03T23:35:00.900" v="1751" actId="6549"/>
          <ac:spMkLst>
            <pc:docMk/>
            <pc:sldMk cId="2976434699" sldId="294"/>
            <ac:spMk id="2" creationId="{F28075B1-CCDF-223A-4261-D9E0811895F6}"/>
          </ac:spMkLst>
        </pc:spChg>
        <pc:spChg chg="del">
          <ac:chgData name="Dunfrey Pires Aragão" userId="a7272183b7b4f9fa" providerId="LiveId" clId="{59918799-9268-47A3-8BDE-2BEE066F332C}" dt="2025-09-03T23:34:33.348" v="1735" actId="478"/>
          <ac:spMkLst>
            <pc:docMk/>
            <pc:sldMk cId="2976434699" sldId="294"/>
            <ac:spMk id="3" creationId="{90C3112D-BD8B-E679-4A94-C3C24559538E}"/>
          </ac:spMkLst>
        </pc:spChg>
        <pc:spChg chg="del">
          <ac:chgData name="Dunfrey Pires Aragão" userId="a7272183b7b4f9fa" providerId="LiveId" clId="{59918799-9268-47A3-8BDE-2BEE066F332C}" dt="2025-09-03T23:34:31.102" v="1734" actId="478"/>
          <ac:spMkLst>
            <pc:docMk/>
            <pc:sldMk cId="2976434699" sldId="294"/>
            <ac:spMk id="5" creationId="{C1AB7069-5C1F-002A-5D34-3B3BF3136970}"/>
          </ac:spMkLst>
        </pc:spChg>
        <pc:spChg chg="add mod">
          <ac:chgData name="Dunfrey Pires Aragão" userId="a7272183b7b4f9fa" providerId="LiveId" clId="{59918799-9268-47A3-8BDE-2BEE066F332C}" dt="2025-09-03T23:35:40.241" v="1823" actId="20577"/>
          <ac:spMkLst>
            <pc:docMk/>
            <pc:sldMk cId="2976434699" sldId="294"/>
            <ac:spMk id="6" creationId="{B1385B2A-ED8F-97EE-E29C-94CD512A90D6}"/>
          </ac:spMkLst>
        </pc:spChg>
        <pc:spChg chg="add del mod">
          <ac:chgData name="Dunfrey Pires Aragão" userId="a7272183b7b4f9fa" providerId="LiveId" clId="{59918799-9268-47A3-8BDE-2BEE066F332C}" dt="2025-09-03T23:42:33.947" v="1871" actId="478"/>
          <ac:spMkLst>
            <pc:docMk/>
            <pc:sldMk cId="2976434699" sldId="294"/>
            <ac:spMk id="7" creationId="{4D14E2F8-46EF-94DB-F4BC-777372CB5439}"/>
          </ac:spMkLst>
        </pc:spChg>
        <pc:spChg chg="del">
          <ac:chgData name="Dunfrey Pires Aragão" userId="a7272183b7b4f9fa" providerId="LiveId" clId="{59918799-9268-47A3-8BDE-2BEE066F332C}" dt="2025-09-03T23:34:31.102" v="1734" actId="478"/>
          <ac:spMkLst>
            <pc:docMk/>
            <pc:sldMk cId="2976434699" sldId="294"/>
            <ac:spMk id="9" creationId="{DD2909D3-12C0-E824-C7F7-32A496C02B31}"/>
          </ac:spMkLst>
        </pc:spChg>
        <pc:spChg chg="add del mod">
          <ac:chgData name="Dunfrey Pires Aragão" userId="a7272183b7b4f9fa" providerId="LiveId" clId="{59918799-9268-47A3-8BDE-2BEE066F332C}" dt="2025-09-03T23:42:33.947" v="1871" actId="478"/>
          <ac:spMkLst>
            <pc:docMk/>
            <pc:sldMk cId="2976434699" sldId="294"/>
            <ac:spMk id="10" creationId="{F680BBCC-3964-D1F8-83CC-EABCDD344306}"/>
          </ac:spMkLst>
        </pc:spChg>
        <pc:spChg chg="add del mod">
          <ac:chgData name="Dunfrey Pires Aragão" userId="a7272183b7b4f9fa" providerId="LiveId" clId="{59918799-9268-47A3-8BDE-2BEE066F332C}" dt="2025-09-03T23:41:55.494" v="1869" actId="478"/>
          <ac:spMkLst>
            <pc:docMk/>
            <pc:sldMk cId="2976434699" sldId="294"/>
            <ac:spMk id="11" creationId="{A40C0A43-EFEF-9B61-6D9F-1BDF0530D283}"/>
          </ac:spMkLst>
        </pc:spChg>
        <pc:spChg chg="add mod">
          <ac:chgData name="Dunfrey Pires Aragão" userId="a7272183b7b4f9fa" providerId="LiveId" clId="{59918799-9268-47A3-8BDE-2BEE066F332C}" dt="2025-09-03T23:43:11.167" v="1881" actId="6549"/>
          <ac:spMkLst>
            <pc:docMk/>
            <pc:sldMk cId="2976434699" sldId="294"/>
            <ac:spMk id="12" creationId="{9B6DEBED-79AF-F550-9271-4F0B927ACA33}"/>
          </ac:spMkLst>
        </pc:spChg>
        <pc:spChg chg="add mod">
          <ac:chgData name="Dunfrey Pires Aragão" userId="a7272183b7b4f9fa" providerId="LiveId" clId="{59918799-9268-47A3-8BDE-2BEE066F332C}" dt="2025-09-03T23:43:23.953" v="1887" actId="403"/>
          <ac:spMkLst>
            <pc:docMk/>
            <pc:sldMk cId="2976434699" sldId="294"/>
            <ac:spMk id="14" creationId="{A607F492-31CF-EE48-875C-CCD981A7FF65}"/>
          </ac:spMkLst>
        </pc:spChg>
      </pc:sldChg>
      <pc:sldChg chg="add">
        <pc:chgData name="Dunfrey Pires Aragão" userId="a7272183b7b4f9fa" providerId="LiveId" clId="{59918799-9268-47A3-8BDE-2BEE066F332C}" dt="2025-09-03T23:43:43.445" v="1888" actId="2890"/>
        <pc:sldMkLst>
          <pc:docMk/>
          <pc:sldMk cId="2679003917" sldId="295"/>
        </pc:sldMkLst>
      </pc:sldChg>
      <pc:sldChg chg="addSp delSp modSp add mod">
        <pc:chgData name="Dunfrey Pires Aragão" userId="a7272183b7b4f9fa" providerId="LiveId" clId="{59918799-9268-47A3-8BDE-2BEE066F332C}" dt="2025-09-04T00:28:15.191" v="1928" actId="20577"/>
        <pc:sldMkLst>
          <pc:docMk/>
          <pc:sldMk cId="370282640" sldId="296"/>
        </pc:sldMkLst>
        <pc:spChg chg="del">
          <ac:chgData name="Dunfrey Pires Aragão" userId="a7272183b7b4f9fa" providerId="LiveId" clId="{59918799-9268-47A3-8BDE-2BEE066F332C}" dt="2025-09-04T00:25:30.134" v="1915" actId="478"/>
          <ac:spMkLst>
            <pc:docMk/>
            <pc:sldMk cId="370282640" sldId="296"/>
            <ac:spMk id="2" creationId="{FC93169D-B3C0-5908-70B4-7F639D46983A}"/>
          </ac:spMkLst>
        </pc:spChg>
        <pc:spChg chg="del">
          <ac:chgData name="Dunfrey Pires Aragão" userId="a7272183b7b4f9fa" providerId="LiveId" clId="{59918799-9268-47A3-8BDE-2BEE066F332C}" dt="2025-09-04T00:25:26.618" v="1914" actId="478"/>
          <ac:spMkLst>
            <pc:docMk/>
            <pc:sldMk cId="370282640" sldId="296"/>
            <ac:spMk id="6" creationId="{F9C424B4-71D7-6613-2FB3-A465865CDB2A}"/>
          </ac:spMkLst>
        </pc:spChg>
        <pc:spChg chg="del">
          <ac:chgData name="Dunfrey Pires Aragão" userId="a7272183b7b4f9fa" providerId="LiveId" clId="{59918799-9268-47A3-8BDE-2BEE066F332C}" dt="2025-09-04T00:25:26.618" v="1914" actId="478"/>
          <ac:spMkLst>
            <pc:docMk/>
            <pc:sldMk cId="370282640" sldId="296"/>
            <ac:spMk id="12" creationId="{3771F245-6761-E6C8-6F98-D708345A612D}"/>
          </ac:spMkLst>
        </pc:spChg>
        <pc:spChg chg="del">
          <ac:chgData name="Dunfrey Pires Aragão" userId="a7272183b7b4f9fa" providerId="LiveId" clId="{59918799-9268-47A3-8BDE-2BEE066F332C}" dt="2025-09-04T00:25:26.618" v="1914" actId="478"/>
          <ac:spMkLst>
            <pc:docMk/>
            <pc:sldMk cId="370282640" sldId="296"/>
            <ac:spMk id="14" creationId="{2C7681C7-B4F0-F097-107A-ABBF61E44E37}"/>
          </ac:spMkLst>
        </pc:spChg>
        <pc:spChg chg="mod">
          <ac:chgData name="Dunfrey Pires Aragão" userId="a7272183b7b4f9fa" providerId="LiveId" clId="{59918799-9268-47A3-8BDE-2BEE066F332C}" dt="2025-09-04T00:28:15.191" v="1928" actId="20577"/>
          <ac:spMkLst>
            <pc:docMk/>
            <pc:sldMk cId="370282640" sldId="296"/>
            <ac:spMk id="112" creationId="{A67839DD-3740-6E72-67DC-5E0766718EA6}"/>
          </ac:spMkLst>
        </pc:spChg>
        <pc:picChg chg="add mod">
          <ac:chgData name="Dunfrey Pires Aragão" userId="a7272183b7b4f9fa" providerId="LiveId" clId="{59918799-9268-47A3-8BDE-2BEE066F332C}" dt="2025-09-04T00:25:34.824" v="1917" actId="1076"/>
          <ac:picMkLst>
            <pc:docMk/>
            <pc:sldMk cId="370282640" sldId="296"/>
            <ac:picMk id="4" creationId="{4ED68E43-E3EF-8B0B-1143-B361A57B7FEA}"/>
          </ac:picMkLst>
        </pc:picChg>
      </pc:sldChg>
      <pc:sldChg chg="new del">
        <pc:chgData name="Dunfrey Pires Aragão" userId="a7272183b7b4f9fa" providerId="LiveId" clId="{59918799-9268-47A3-8BDE-2BEE066F332C}" dt="2025-09-04T00:25:12.157" v="1894" actId="47"/>
        <pc:sldMkLst>
          <pc:docMk/>
          <pc:sldMk cId="3545195987" sldId="296"/>
        </pc:sldMkLst>
      </pc:sldChg>
      <pc:sldChg chg="addSp delSp modSp add mod ord">
        <pc:chgData name="Dunfrey Pires Aragão" userId="a7272183b7b4f9fa" providerId="LiveId" clId="{59918799-9268-47A3-8BDE-2BEE066F332C}" dt="2025-09-04T00:28:19.966" v="1930"/>
        <pc:sldMkLst>
          <pc:docMk/>
          <pc:sldMk cId="1992999150" sldId="297"/>
        </pc:sldMkLst>
        <pc:spChg chg="mod">
          <ac:chgData name="Dunfrey Pires Aragão" userId="a7272183b7b4f9fa" providerId="LiveId" clId="{59918799-9268-47A3-8BDE-2BEE066F332C}" dt="2025-09-04T00:28:09.744" v="1926" actId="20577"/>
          <ac:spMkLst>
            <pc:docMk/>
            <pc:sldMk cId="1992999150" sldId="297"/>
            <ac:spMk id="112" creationId="{3AB47CA8-1BBC-EAAA-44B9-39C185C1F744}"/>
          </ac:spMkLst>
        </pc:spChg>
        <pc:picChg chg="add mod">
          <ac:chgData name="Dunfrey Pires Aragão" userId="a7272183b7b4f9fa" providerId="LiveId" clId="{59918799-9268-47A3-8BDE-2BEE066F332C}" dt="2025-09-04T00:28:06.981" v="1924" actId="1076"/>
          <ac:picMkLst>
            <pc:docMk/>
            <pc:sldMk cId="1992999150" sldId="297"/>
            <ac:picMk id="3" creationId="{E9AF06B3-33E7-1ADB-8F76-6BFAF6F86BEB}"/>
          </ac:picMkLst>
        </pc:picChg>
        <pc:picChg chg="del">
          <ac:chgData name="Dunfrey Pires Aragão" userId="a7272183b7b4f9fa" providerId="LiveId" clId="{59918799-9268-47A3-8BDE-2BEE066F332C}" dt="2025-09-04T00:26:01.283" v="1921" actId="478"/>
          <ac:picMkLst>
            <pc:docMk/>
            <pc:sldMk cId="1992999150" sldId="297"/>
            <ac:picMk id="4" creationId="{4EC5ECB9-1D37-7ADE-D422-DCEE56315477}"/>
          </ac:picMkLst>
        </pc:picChg>
      </pc:sldChg>
      <pc:sldMasterChg chg="delSldLayout">
        <pc:chgData name="Dunfrey Pires Aragão" userId="a7272183b7b4f9fa" providerId="LiveId" clId="{59918799-9268-47A3-8BDE-2BEE066F332C}" dt="2025-09-04T00:25:12.157" v="1894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59918799-9268-47A3-8BDE-2BEE066F332C}" dt="2025-09-04T00:25:12.157" v="1894" actId="47"/>
          <pc:sldLayoutMkLst>
            <pc:docMk/>
            <pc:sldMasterMk cId="0" sldId="2147483648"/>
            <pc:sldLayoutMk cId="0" sldId="2147483656"/>
          </pc:sldLayoutMkLst>
        </pc:sldLayoutChg>
      </pc:sldMasterChg>
    </pc:docChg>
  </pc:docChgLst>
  <pc:docChgLst>
    <pc:chgData name="Dunfrey Pires Aragão" userId="a7272183b7b4f9fa" providerId="LiveId" clId="{F9F79645-5E0D-4161-A30B-F7BD5AF5CA3E}"/>
    <pc:docChg chg="undo custSel addSld delSld modSld sldOrd">
      <pc:chgData name="Dunfrey Pires Aragão" userId="a7272183b7b4f9fa" providerId="LiveId" clId="{F9F79645-5E0D-4161-A30B-F7BD5AF5CA3E}" dt="2025-08-30T17:54:39.236" v="1459" actId="1076"/>
      <pc:docMkLst>
        <pc:docMk/>
      </pc:docMkLst>
      <pc:sldChg chg="modSp mod">
        <pc:chgData name="Dunfrey Pires Aragão" userId="a7272183b7b4f9fa" providerId="LiveId" clId="{F9F79645-5E0D-4161-A30B-F7BD5AF5CA3E}" dt="2025-08-28T15:36:42.471" v="850" actId="20577"/>
        <pc:sldMkLst>
          <pc:docMk/>
          <pc:sldMk cId="2693772875" sldId="272"/>
        </pc:sldMkLst>
        <pc:spChg chg="mod">
          <ac:chgData name="Dunfrey Pires Aragão" userId="a7272183b7b4f9fa" providerId="LiveId" clId="{F9F79645-5E0D-4161-A30B-F7BD5AF5CA3E}" dt="2025-08-28T15:36:42.471" v="850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F9F79645-5E0D-4161-A30B-F7BD5AF5CA3E}" dt="2025-08-28T14:05:59.461" v="32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modSp add mod">
        <pc:chgData name="Dunfrey Pires Aragão" userId="a7272183b7b4f9fa" providerId="LiveId" clId="{F9F79645-5E0D-4161-A30B-F7BD5AF5CA3E}" dt="2025-08-28T14:09:32.640" v="145" actId="403"/>
        <pc:sldMkLst>
          <pc:docMk/>
          <pc:sldMk cId="516040122" sldId="27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903808442" sldId="273"/>
        </pc:sldMkLst>
      </pc:sldChg>
      <pc:sldChg chg="modSp add mod">
        <pc:chgData name="Dunfrey Pires Aragão" userId="a7272183b7b4f9fa" providerId="LiveId" clId="{F9F79645-5E0D-4161-A30B-F7BD5AF5CA3E}" dt="2025-08-30T17:43:51.609" v="1406" actId="20577"/>
        <pc:sldMkLst>
          <pc:docMk/>
          <pc:sldMk cId="3357835207" sldId="274"/>
        </pc:sldMkLst>
      </pc:sldChg>
      <pc:sldChg chg="modSp add mod">
        <pc:chgData name="Dunfrey Pires Aragão" userId="a7272183b7b4f9fa" providerId="LiveId" clId="{F9F79645-5E0D-4161-A30B-F7BD5AF5CA3E}" dt="2025-08-28T14:12:49.554" v="253" actId="1076"/>
        <pc:sldMkLst>
          <pc:docMk/>
          <pc:sldMk cId="2019241113" sldId="275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036805717" sldId="275"/>
        </pc:sldMkLst>
      </pc:sldChg>
      <pc:sldChg chg="modSp add mod">
        <pc:chgData name="Dunfrey Pires Aragão" userId="a7272183b7b4f9fa" providerId="LiveId" clId="{F9F79645-5E0D-4161-A30B-F7BD5AF5CA3E}" dt="2025-08-30T17:40:08.065" v="1350" actId="403"/>
        <pc:sldMkLst>
          <pc:docMk/>
          <pc:sldMk cId="185182782" sldId="27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276371994" sldId="27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002624183" sldId="277"/>
        </pc:sldMkLst>
      </pc:sldChg>
      <pc:sldChg chg="modSp add mod">
        <pc:chgData name="Dunfrey Pires Aragão" userId="a7272183b7b4f9fa" providerId="LiveId" clId="{F9F79645-5E0D-4161-A30B-F7BD5AF5CA3E}" dt="2025-08-30T17:36:58.982" v="1314" actId="14100"/>
        <pc:sldMkLst>
          <pc:docMk/>
          <pc:sldMk cId="4235190758" sldId="277"/>
        </pc:sldMkLst>
      </pc:sldChg>
      <pc:sldChg chg="modSp add mod ord">
        <pc:chgData name="Dunfrey Pires Aragão" userId="a7272183b7b4f9fa" providerId="LiveId" clId="{F9F79645-5E0D-4161-A30B-F7BD5AF5CA3E}" dt="2025-08-30T17:38:37.624" v="1332" actId="403"/>
        <pc:sldMkLst>
          <pc:docMk/>
          <pc:sldMk cId="96040751" sldId="27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571451691" sldId="278"/>
        </pc:sldMkLst>
      </pc:sldChg>
      <pc:sldChg chg="modSp add mod">
        <pc:chgData name="Dunfrey Pires Aragão" userId="a7272183b7b4f9fa" providerId="LiveId" clId="{F9F79645-5E0D-4161-A30B-F7BD5AF5CA3E}" dt="2025-08-30T17:42:11.234" v="1377" actId="20577"/>
        <pc:sldMkLst>
          <pc:docMk/>
          <pc:sldMk cId="3071921603" sldId="27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980039042" sldId="27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5713392" sldId="280"/>
        </pc:sldMkLst>
      </pc:sldChg>
      <pc:sldChg chg="modSp add mod">
        <pc:chgData name="Dunfrey Pires Aragão" userId="a7272183b7b4f9fa" providerId="LiveId" clId="{F9F79645-5E0D-4161-A30B-F7BD5AF5CA3E}" dt="2025-08-30T17:42:07.946" v="1376" actId="20577"/>
        <pc:sldMkLst>
          <pc:docMk/>
          <pc:sldMk cId="786340363" sldId="280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941205668" sldId="281"/>
        </pc:sldMkLst>
      </pc:sldChg>
      <pc:sldChg chg="modSp add mod">
        <pc:chgData name="Dunfrey Pires Aragão" userId="a7272183b7b4f9fa" providerId="LiveId" clId="{F9F79645-5E0D-4161-A30B-F7BD5AF5CA3E}" dt="2025-08-30T17:43:19.050" v="1400" actId="403"/>
        <pc:sldMkLst>
          <pc:docMk/>
          <pc:sldMk cId="2245862389" sldId="281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449549412" sldId="282"/>
        </pc:sldMkLst>
      </pc:sldChg>
      <pc:sldChg chg="modSp add mod">
        <pc:chgData name="Dunfrey Pires Aragão" userId="a7272183b7b4f9fa" providerId="LiveId" clId="{F9F79645-5E0D-4161-A30B-F7BD5AF5CA3E}" dt="2025-08-30T17:29:20.901" v="1074" actId="20577"/>
        <pc:sldMkLst>
          <pc:docMk/>
          <pc:sldMk cId="2152344955" sldId="282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90847051" sldId="283"/>
        </pc:sldMkLst>
      </pc:sldChg>
      <pc:sldChg chg="modSp add mod ord">
        <pc:chgData name="Dunfrey Pires Aragão" userId="a7272183b7b4f9fa" providerId="LiveId" clId="{F9F79645-5E0D-4161-A30B-F7BD5AF5CA3E}" dt="2025-08-30T17:36:34.927" v="1303"/>
        <pc:sldMkLst>
          <pc:docMk/>
          <pc:sldMk cId="1078725783" sldId="28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894141429" sldId="284"/>
        </pc:sldMkLst>
      </pc:sldChg>
      <pc:sldChg chg="modSp add mod">
        <pc:chgData name="Dunfrey Pires Aragão" userId="a7272183b7b4f9fa" providerId="LiveId" clId="{F9F79645-5E0D-4161-A30B-F7BD5AF5CA3E}" dt="2025-08-30T17:37:40.097" v="1326" actId="113"/>
        <pc:sldMkLst>
          <pc:docMk/>
          <pc:sldMk cId="2422203827" sldId="284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2293359" sldId="285"/>
        </pc:sldMkLst>
      </pc:sldChg>
      <pc:sldChg chg="modSp add mod">
        <pc:chgData name="Dunfrey Pires Aragão" userId="a7272183b7b4f9fa" providerId="LiveId" clId="{F9F79645-5E0D-4161-A30B-F7BD5AF5CA3E}" dt="2025-08-30T17:46:11.655" v="1452" actId="14100"/>
        <pc:sldMkLst>
          <pc:docMk/>
          <pc:sldMk cId="4090453237" sldId="285"/>
        </pc:sldMkLst>
      </pc:sldChg>
      <pc:sldChg chg="addSp delSp modSp add mod">
        <pc:chgData name="Dunfrey Pires Aragão" userId="a7272183b7b4f9fa" providerId="LiveId" clId="{F9F79645-5E0D-4161-A30B-F7BD5AF5CA3E}" dt="2025-08-30T17:54:39.236" v="1459" actId="1076"/>
        <pc:sldMkLst>
          <pc:docMk/>
          <pc:sldMk cId="121371844" sldId="28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064109615" sldId="28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772939263" sldId="287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941658418" sldId="28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953123072" sldId="28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865094116" sldId="290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84692086" sldId="291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10806387" sldId="292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235346850" sldId="29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926228093" sldId="294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43770334" sldId="295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043352155" sldId="29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732980767" sldId="297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758867100" sldId="29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143167015" sldId="299"/>
        </pc:sldMkLst>
      </pc:sldChg>
    </pc:docChg>
  </pc:docChgLst>
  <pc:docChgLst>
    <pc:chgData name="Dunfrey Pires Aragão" userId="a7272183b7b4f9fa" providerId="LiveId" clId="{BEBF720F-E34B-4E5A-9A0F-E29D0FE7B0FF}"/>
    <pc:docChg chg="undo redo custSel addSld delSld modSld sldOrd">
      <pc:chgData name="Dunfrey Pires Aragão" userId="a7272183b7b4f9fa" providerId="LiveId" clId="{BEBF720F-E34B-4E5A-9A0F-E29D0FE7B0FF}" dt="2025-08-05T18:34:44.692" v="3157" actId="14100"/>
      <pc:docMkLst>
        <pc:docMk/>
      </pc:docMkLst>
      <pc:sldChg chg="addSp delSp modSp mod modAnim">
        <pc:chgData name="Dunfrey Pires Aragão" userId="a7272183b7b4f9fa" providerId="LiveId" clId="{BEBF720F-E34B-4E5A-9A0F-E29D0FE7B0FF}" dt="2025-08-03T00:26:24.519" v="195" actId="1076"/>
        <pc:sldMkLst>
          <pc:docMk/>
          <pc:sldMk cId="0" sldId="257"/>
        </pc:sldMkLst>
      </pc:sldChg>
      <pc:sldChg chg="addSp modSp del mod ord">
        <pc:chgData name="Dunfrey Pires Aragão" userId="a7272183b7b4f9fa" providerId="LiveId" clId="{BEBF720F-E34B-4E5A-9A0F-E29D0FE7B0FF}" dt="2025-08-04T20:13:42.839" v="1814" actId="47"/>
        <pc:sldMkLst>
          <pc:docMk/>
          <pc:sldMk cId="0" sldId="258"/>
        </pc:sldMkLst>
      </pc:sldChg>
      <pc:sldChg chg="addSp modSp mod">
        <pc:chgData name="Dunfrey Pires Aragão" userId="a7272183b7b4f9fa" providerId="LiveId" clId="{BEBF720F-E34B-4E5A-9A0F-E29D0FE7B0FF}" dt="2025-08-03T23:37:13.899" v="706" actId="1076"/>
        <pc:sldMkLst>
          <pc:docMk/>
          <pc:sldMk cId="0" sldId="259"/>
        </pc:sldMkLst>
      </pc:sldChg>
      <pc:sldChg chg="addSp modSp mod modAnim">
        <pc:chgData name="Dunfrey Pires Aragão" userId="a7272183b7b4f9fa" providerId="LiveId" clId="{BEBF720F-E34B-4E5A-9A0F-E29D0FE7B0FF}" dt="2025-08-03T23:26:12.389" v="615"/>
        <pc:sldMkLst>
          <pc:docMk/>
          <pc:sldMk cId="0" sldId="260"/>
        </pc:sldMkLst>
      </pc:sldChg>
      <pc:sldChg chg="new del">
        <pc:chgData name="Dunfrey Pires Aragão" userId="a7272183b7b4f9fa" providerId="LiveId" clId="{BEBF720F-E34B-4E5A-9A0F-E29D0FE7B0FF}" dt="2025-08-02T19:52:11.856" v="1" actId="2696"/>
        <pc:sldMkLst>
          <pc:docMk/>
          <pc:sldMk cId="1450792625" sldId="262"/>
        </pc:sldMkLst>
      </pc:sldChg>
      <pc:sldChg chg="addSp delSp modSp add mod ord">
        <pc:chgData name="Dunfrey Pires Aragão" userId="a7272183b7b4f9fa" providerId="LiveId" clId="{BEBF720F-E34B-4E5A-9A0F-E29D0FE7B0FF}" dt="2025-08-03T23:37:28.969" v="708"/>
        <pc:sldMkLst>
          <pc:docMk/>
          <pc:sldMk cId="1458883685" sldId="262"/>
        </pc:sldMkLst>
      </pc:sldChg>
      <pc:sldChg chg="addSp modSp add mod modAnim">
        <pc:chgData name="Dunfrey Pires Aragão" userId="a7272183b7b4f9fa" providerId="LiveId" clId="{BEBF720F-E34B-4E5A-9A0F-E29D0FE7B0FF}" dt="2025-08-03T23:36:31.601" v="692"/>
        <pc:sldMkLst>
          <pc:docMk/>
          <pc:sldMk cId="4060919478" sldId="263"/>
        </pc:sldMkLst>
      </pc:sldChg>
      <pc:sldChg chg="addSp delSp modSp add mod ord">
        <pc:chgData name="Dunfrey Pires Aragão" userId="a7272183b7b4f9fa" providerId="LiveId" clId="{BEBF720F-E34B-4E5A-9A0F-E29D0FE7B0FF}" dt="2025-08-03T23:34:30.344" v="682" actId="1076"/>
        <pc:sldMkLst>
          <pc:docMk/>
          <pc:sldMk cId="2480116363" sldId="264"/>
        </pc:sldMkLst>
      </pc:sldChg>
      <pc:sldChg chg="addSp modSp add mod modAnim">
        <pc:chgData name="Dunfrey Pires Aragão" userId="a7272183b7b4f9fa" providerId="LiveId" clId="{BEBF720F-E34B-4E5A-9A0F-E29D0FE7B0FF}" dt="2025-08-03T23:41:13.713" v="766"/>
        <pc:sldMkLst>
          <pc:docMk/>
          <pc:sldMk cId="85031420" sldId="265"/>
        </pc:sldMkLst>
      </pc:sldChg>
      <pc:sldChg chg="addSp delSp modSp add mod modAnim">
        <pc:chgData name="Dunfrey Pires Aragão" userId="a7272183b7b4f9fa" providerId="LiveId" clId="{BEBF720F-E34B-4E5A-9A0F-E29D0FE7B0FF}" dt="2025-08-04T19:22:22.579" v="1619" actId="1076"/>
        <pc:sldMkLst>
          <pc:docMk/>
          <pc:sldMk cId="1611498639" sldId="266"/>
        </pc:sldMkLst>
      </pc:sldChg>
      <pc:sldChg chg="addSp delSp modSp add del mod">
        <pc:chgData name="Dunfrey Pires Aragão" userId="a7272183b7b4f9fa" providerId="LiveId" clId="{BEBF720F-E34B-4E5A-9A0F-E29D0FE7B0FF}" dt="2025-08-04T19:22:01.421" v="1617" actId="47"/>
        <pc:sldMkLst>
          <pc:docMk/>
          <pc:sldMk cId="1595534256" sldId="267"/>
        </pc:sldMkLst>
      </pc:sldChg>
      <pc:sldChg chg="addSp delSp modSp add mod">
        <pc:chgData name="Dunfrey Pires Aragão" userId="a7272183b7b4f9fa" providerId="LiveId" clId="{BEBF720F-E34B-4E5A-9A0F-E29D0FE7B0FF}" dt="2025-08-05T14:47:32.155" v="2832" actId="255"/>
        <pc:sldMkLst>
          <pc:docMk/>
          <pc:sldMk cId="2697673226" sldId="268"/>
        </pc:sldMkLst>
      </pc:sldChg>
      <pc:sldChg chg="new del">
        <pc:chgData name="Dunfrey Pires Aragão" userId="a7272183b7b4f9fa" providerId="LiveId" clId="{BEBF720F-E34B-4E5A-9A0F-E29D0FE7B0FF}" dt="2025-08-03T23:28:28.126" v="617" actId="47"/>
        <pc:sldMkLst>
          <pc:docMk/>
          <pc:sldMk cId="2739562512" sldId="268"/>
        </pc:sldMkLst>
      </pc:sldChg>
      <pc:sldChg chg="addSp delSp modSp add mod modAnim">
        <pc:chgData name="Dunfrey Pires Aragão" userId="a7272183b7b4f9fa" providerId="LiveId" clId="{BEBF720F-E34B-4E5A-9A0F-E29D0FE7B0FF}" dt="2025-08-04T19:34:43.735" v="1813" actId="1038"/>
        <pc:sldMkLst>
          <pc:docMk/>
          <pc:sldMk cId="2316104281" sldId="269"/>
        </pc:sldMkLst>
      </pc:sldChg>
      <pc:sldChg chg="addSp delSp modSp add mod">
        <pc:chgData name="Dunfrey Pires Aragão" userId="a7272183b7b4f9fa" providerId="LiveId" clId="{BEBF720F-E34B-4E5A-9A0F-E29D0FE7B0FF}" dt="2025-08-04T19:04:19.079" v="1555" actId="1076"/>
        <pc:sldMkLst>
          <pc:docMk/>
          <pc:sldMk cId="2115306864" sldId="270"/>
        </pc:sldMkLst>
      </pc:sldChg>
      <pc:sldChg chg="new del">
        <pc:chgData name="Dunfrey Pires Aragão" userId="a7272183b7b4f9fa" providerId="LiveId" clId="{BEBF720F-E34B-4E5A-9A0F-E29D0FE7B0FF}" dt="2025-08-04T20:13:51.259" v="1816" actId="47"/>
        <pc:sldMkLst>
          <pc:docMk/>
          <pc:sldMk cId="2085091797" sldId="271"/>
        </pc:sldMkLst>
      </pc:sldChg>
      <pc:sldChg chg="addSp modSp add mod">
        <pc:chgData name="Dunfrey Pires Aragão" userId="a7272183b7b4f9fa" providerId="LiveId" clId="{BEBF720F-E34B-4E5A-9A0F-E29D0FE7B0FF}" dt="2025-08-05T14:26:52.275" v="2327" actId="14100"/>
        <pc:sldMkLst>
          <pc:docMk/>
          <pc:sldMk cId="2301139209" sldId="271"/>
        </pc:sldMkLst>
      </pc:sldChg>
      <pc:sldChg chg="addSp modSp add mod">
        <pc:chgData name="Dunfrey Pires Aragão" userId="a7272183b7b4f9fa" providerId="LiveId" clId="{BEBF720F-E34B-4E5A-9A0F-E29D0FE7B0FF}" dt="2025-08-05T14:34:37.699" v="2566" actId="1076"/>
        <pc:sldMkLst>
          <pc:docMk/>
          <pc:sldMk cId="2693772875" sldId="272"/>
        </pc:sldMkLst>
        <pc:spChg chg="mod">
          <ac:chgData name="Dunfrey Pires Aragão" userId="a7272183b7b4f9fa" providerId="LiveId" clId="{BEBF720F-E34B-4E5A-9A0F-E29D0FE7B0FF}" dt="2025-08-05T14:27:50.354" v="2341" actId="20577"/>
          <ac:spMkLst>
            <pc:docMk/>
            <pc:sldMk cId="2693772875" sldId="272"/>
            <ac:spMk id="112" creationId="{BE948C0D-5CF7-1E55-F219-F6129DAB92D5}"/>
          </ac:spMkLst>
        </pc:spChg>
        <pc:picChg chg="mod">
          <ac:chgData name="Dunfrey Pires Aragão" userId="a7272183b7b4f9fa" providerId="LiveId" clId="{BEBF720F-E34B-4E5A-9A0F-E29D0FE7B0FF}" dt="2025-08-05T14:27:45.677" v="2330" actId="1076"/>
          <ac:picMkLst>
            <pc:docMk/>
            <pc:sldMk cId="2693772875" sldId="272"/>
            <ac:picMk id="110" creationId="{2874A6B9-94B0-057E-B30C-C9ADD914F5B7}"/>
          </ac:picMkLst>
        </pc:picChg>
        <pc:picChg chg="mod">
          <ac:chgData name="Dunfrey Pires Aragão" userId="a7272183b7b4f9fa" providerId="LiveId" clId="{BEBF720F-E34B-4E5A-9A0F-E29D0FE7B0FF}" dt="2025-08-05T14:27:46.082" v="2331" actId="1076"/>
          <ac:picMkLst>
            <pc:docMk/>
            <pc:sldMk cId="2693772875" sldId="272"/>
            <ac:picMk id="111" creationId="{5EBA16AA-4218-1A8E-6D6D-B0ED6BC05053}"/>
          </ac:picMkLst>
        </pc:picChg>
      </pc:sldChg>
      <pc:sldChg chg="addSp delSp modSp add mod">
        <pc:chgData name="Dunfrey Pires Aragão" userId="a7272183b7b4f9fa" providerId="LiveId" clId="{BEBF720F-E34B-4E5A-9A0F-E29D0FE7B0FF}" dt="2025-08-05T14:36:10.462" v="2616" actId="12"/>
        <pc:sldMkLst>
          <pc:docMk/>
          <pc:sldMk cId="872432489" sldId="273"/>
        </pc:sldMkLst>
      </pc:sldChg>
      <pc:sldChg chg="addSp modSp add mod">
        <pc:chgData name="Dunfrey Pires Aragão" userId="a7272183b7b4f9fa" providerId="LiveId" clId="{BEBF720F-E34B-4E5A-9A0F-E29D0FE7B0FF}" dt="2025-08-05T15:38:07.010" v="2930" actId="167"/>
        <pc:sldMkLst>
          <pc:docMk/>
          <pc:sldMk cId="2941323628" sldId="274"/>
        </pc:sldMkLst>
      </pc:sldChg>
      <pc:sldChg chg="delSp modSp add del mod">
        <pc:chgData name="Dunfrey Pires Aragão" userId="a7272183b7b4f9fa" providerId="LiveId" clId="{BEBF720F-E34B-4E5A-9A0F-E29D0FE7B0FF}" dt="2025-08-05T14:41:46.260" v="2730" actId="1076"/>
        <pc:sldMkLst>
          <pc:docMk/>
          <pc:sldMk cId="1906933139" sldId="275"/>
        </pc:sldMkLst>
      </pc:sldChg>
      <pc:sldChg chg="addSp modSp add mod ord">
        <pc:chgData name="Dunfrey Pires Aragão" userId="a7272183b7b4f9fa" providerId="LiveId" clId="{BEBF720F-E34B-4E5A-9A0F-E29D0FE7B0FF}" dt="2025-08-05T14:38:25.112" v="2687" actId="20577"/>
        <pc:sldMkLst>
          <pc:docMk/>
          <pc:sldMk cId="2610903633" sldId="276"/>
        </pc:sldMkLst>
      </pc:sldChg>
      <pc:sldChg chg="addSp modSp add mod">
        <pc:chgData name="Dunfrey Pires Aragão" userId="a7272183b7b4f9fa" providerId="LiveId" clId="{BEBF720F-E34B-4E5A-9A0F-E29D0FE7B0FF}" dt="2025-08-05T17:28:47.324" v="2997"/>
        <pc:sldMkLst>
          <pc:docMk/>
          <pc:sldMk cId="513384730" sldId="277"/>
        </pc:sldMkLst>
      </pc:sldChg>
      <pc:sldChg chg="new del">
        <pc:chgData name="Dunfrey Pires Aragão" userId="a7272183b7b4f9fa" providerId="LiveId" clId="{BEBF720F-E34B-4E5A-9A0F-E29D0FE7B0FF}" dt="2025-08-05T15:45:04.082" v="2932" actId="680"/>
        <pc:sldMkLst>
          <pc:docMk/>
          <pc:sldMk cId="3280849938" sldId="277"/>
        </pc:sldMkLst>
      </pc:sldChg>
      <pc:sldChg chg="addSp delSp modSp add mod">
        <pc:chgData name="Dunfrey Pires Aragão" userId="a7272183b7b4f9fa" providerId="LiveId" clId="{BEBF720F-E34B-4E5A-9A0F-E29D0FE7B0FF}" dt="2025-08-05T17:39:46.146" v="3023" actId="14100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BEBF720F-E34B-4E5A-9A0F-E29D0FE7B0FF}" dt="2025-08-05T17:42:55.307" v="3036" actId="1076"/>
        <pc:sldMkLst>
          <pc:docMk/>
          <pc:sldMk cId="4276310836" sldId="279"/>
        </pc:sldMkLst>
      </pc:sldChg>
      <pc:sldChg chg="addSp delSp modSp add mod">
        <pc:chgData name="Dunfrey Pires Aragão" userId="a7272183b7b4f9fa" providerId="LiveId" clId="{BEBF720F-E34B-4E5A-9A0F-E29D0FE7B0FF}" dt="2025-08-05T18:31:02.711" v="3137" actId="1076"/>
        <pc:sldMkLst>
          <pc:docMk/>
          <pc:sldMk cId="833210588" sldId="280"/>
        </pc:sldMkLst>
      </pc:sldChg>
      <pc:sldChg chg="new del">
        <pc:chgData name="Dunfrey Pires Aragão" userId="a7272183b7b4f9fa" providerId="LiveId" clId="{BEBF720F-E34B-4E5A-9A0F-E29D0FE7B0FF}" dt="2025-08-05T18:32:41.638" v="3140" actId="47"/>
        <pc:sldMkLst>
          <pc:docMk/>
          <pc:sldMk cId="3312444262" sldId="281"/>
        </pc:sldMkLst>
      </pc:sldChg>
      <pc:sldChg chg="addSp delSp modSp add mod">
        <pc:chgData name="Dunfrey Pires Aragão" userId="a7272183b7b4f9fa" providerId="LiveId" clId="{BEBF720F-E34B-4E5A-9A0F-E29D0FE7B0FF}" dt="2025-08-05T18:34:44.692" v="3157" actId="14100"/>
        <pc:sldMkLst>
          <pc:docMk/>
          <pc:sldMk cId="2037166137" sldId="282"/>
        </pc:sldMkLst>
      </pc:sldChg>
      <pc:sldChg chg="add del">
        <pc:chgData name="Dunfrey Pires Aragão" userId="a7272183b7b4f9fa" providerId="LiveId" clId="{BEBF720F-E34B-4E5A-9A0F-E29D0FE7B0FF}" dt="2025-08-05T18:32:54.693" v="3144"/>
        <pc:sldMkLst>
          <pc:docMk/>
          <pc:sldMk cId="224136690" sldId="283"/>
        </pc:sldMkLst>
      </pc:sldChg>
      <pc:sldMasterChg chg="delSldLayout">
        <pc:chgData name="Dunfrey Pires Aragão" userId="a7272183b7b4f9fa" providerId="LiveId" clId="{BEBF720F-E34B-4E5A-9A0F-E29D0FE7B0FF}" dt="2025-08-05T18:32:41.638" v="3140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BEBF720F-E34B-4E5A-9A0F-E29D0FE7B0FF}" dt="2025-08-02T19:52:11.856" v="1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unfrey Pires Aragão" userId="a7272183b7b4f9fa" providerId="LiveId" clId="{BEBF720F-E34B-4E5A-9A0F-E29D0FE7B0FF}" dt="2025-08-03T23:28:28.126" v="617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unfrey Pires Aragão" userId="a7272183b7b4f9fa" providerId="LiveId" clId="{BEBF720F-E34B-4E5A-9A0F-E29D0FE7B0FF}" dt="2025-08-04T20:13:51.259" v="1816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unfrey Pires Aragão" userId="a7272183b7b4f9fa" providerId="LiveId" clId="{BEBF720F-E34B-4E5A-9A0F-E29D0FE7B0FF}" dt="2025-08-05T18:32:41.638" v="314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  <pc:docChgLst>
    <pc:chgData name="Dunfrey Pires Aragão" userId="a7272183b7b4f9fa" providerId="LiveId" clId="{C5A2FD75-C252-4619-88C8-ACAA7B112D69}"/>
    <pc:docChg chg="undo custSel addSld delSld modSld sldOrd">
      <pc:chgData name="Dunfrey Pires Aragão" userId="a7272183b7b4f9fa" providerId="LiveId" clId="{C5A2FD75-C252-4619-88C8-ACAA7B112D69}" dt="2025-08-14T00:28:58.513" v="4541"/>
      <pc:docMkLst>
        <pc:docMk/>
      </pc:docMkLst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7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60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458883685" sldId="26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060919478" sldId="26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80116363" sldId="26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5031420" sldId="265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611498639" sldId="26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697673226" sldId="26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316104281" sldId="26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115306864" sldId="270"/>
        </pc:sldMkLst>
      </pc:sldChg>
      <pc:sldChg chg="modSp mod">
        <pc:chgData name="Dunfrey Pires Aragão" userId="a7272183b7b4f9fa" providerId="LiveId" clId="{C5A2FD75-C252-4619-88C8-ACAA7B112D69}" dt="2025-08-06T18:57:31.341" v="302" actId="15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C5A2FD75-C252-4619-88C8-ACAA7B112D69}" dt="2025-08-08T19:28:25.535" v="917"/>
        <pc:sldMkLst>
          <pc:docMk/>
          <pc:sldMk cId="2693772875" sldId="272"/>
        </pc:sldMkLst>
        <pc:spChg chg="add mod">
          <ac:chgData name="Dunfrey Pires Aragão" userId="a7272183b7b4f9fa" providerId="LiveId" clId="{C5A2FD75-C252-4619-88C8-ACAA7B112D69}" dt="2025-08-08T19:18:57.199" v="912" actId="1076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C5A2FD75-C252-4619-88C8-ACAA7B112D69}" dt="2025-08-08T19:08:46.299" v="817" actId="20577"/>
          <ac:spMkLst>
            <pc:docMk/>
            <pc:sldMk cId="2693772875" sldId="272"/>
            <ac:spMk id="112" creationId="{BE948C0D-5CF7-1E55-F219-F6129DAB92D5}"/>
          </ac:spMkLst>
        </pc:spChg>
        <pc:picChg chg="add del">
          <ac:chgData name="Dunfrey Pires Aragão" userId="a7272183b7b4f9fa" providerId="LiveId" clId="{C5A2FD75-C252-4619-88C8-ACAA7B112D69}" dt="2025-08-08T19:08:19.882" v="766" actId="478"/>
          <ac:picMkLst>
            <pc:docMk/>
            <pc:sldMk cId="2693772875" sldId="272"/>
            <ac:picMk id="110" creationId="{2874A6B9-94B0-057E-B30C-C9ADD914F5B7}"/>
          </ac:picMkLst>
        </pc:pic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72432489" sldId="27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941323628" sldId="27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906933139" sldId="275"/>
        </pc:sldMkLst>
      </pc:sldChg>
      <pc:sldChg chg="modSp mod">
        <pc:chgData name="Dunfrey Pires Aragão" userId="a7272183b7b4f9fa" providerId="LiveId" clId="{C5A2FD75-C252-4619-88C8-ACAA7B112D69}" dt="2025-08-06T18:27:14.213" v="43" actId="20577"/>
        <pc:sldMkLst>
          <pc:docMk/>
          <pc:sldMk cId="2610903633" sldId="27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513384730" sldId="277"/>
        </pc:sldMkLst>
      </pc:sldChg>
      <pc:sldChg chg="modSp add mod">
        <pc:chgData name="Dunfrey Pires Aragão" userId="a7272183b7b4f9fa" providerId="LiveId" clId="{C5A2FD75-C252-4619-88C8-ACAA7B112D69}" dt="2025-08-08T19:28:58.848" v="929" actId="1076"/>
        <pc:sldMkLst>
          <pc:docMk/>
          <pc:sldMk cId="1289493354" sldId="277"/>
        </pc:sldMkLst>
      </pc:sldChg>
      <pc:sldChg chg="addSp delSp modSp add mod ord">
        <pc:chgData name="Dunfrey Pires Aragão" userId="a7272183b7b4f9fa" providerId="LiveId" clId="{C5A2FD75-C252-4619-88C8-ACAA7B112D69}" dt="2025-08-11T18:53:18.055" v="1853" actId="20577"/>
        <pc:sldMkLst>
          <pc:docMk/>
          <pc:sldMk cId="1209825020" sldId="27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C5A2FD75-C252-4619-88C8-ACAA7B112D69}" dt="2025-08-11T18:51:12.776" v="1791" actId="1076"/>
        <pc:sldMkLst>
          <pc:docMk/>
          <pc:sldMk cId="816410113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276310836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33210588" sldId="280"/>
        </pc:sldMkLst>
      </pc:sldChg>
      <pc:sldChg chg="addSp delSp modSp add mod">
        <pc:chgData name="Dunfrey Pires Aragão" userId="a7272183b7b4f9fa" providerId="LiveId" clId="{C5A2FD75-C252-4619-88C8-ACAA7B112D69}" dt="2025-08-11T19:01:03.826" v="1864" actId="14100"/>
        <pc:sldMkLst>
          <pc:docMk/>
          <pc:sldMk cId="4275640942" sldId="280"/>
        </pc:sldMkLst>
      </pc:sldChg>
      <pc:sldChg chg="add del">
        <pc:chgData name="Dunfrey Pires Aragão" userId="a7272183b7b4f9fa" providerId="LiveId" clId="{C5A2FD75-C252-4619-88C8-ACAA7B112D69}" dt="2025-08-11T19:01:08.105" v="1865" actId="47"/>
        <pc:sldMkLst>
          <pc:docMk/>
          <pc:sldMk cId="4121033361" sldId="281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037166137" sldId="282"/>
        </pc:sldMkLst>
      </pc:sldChg>
      <pc:sldChg chg="add del">
        <pc:chgData name="Dunfrey Pires Aragão" userId="a7272183b7b4f9fa" providerId="LiveId" clId="{C5A2FD75-C252-4619-88C8-ACAA7B112D69}" dt="2025-08-11T19:01:08.737" v="1866" actId="47"/>
        <pc:sldMkLst>
          <pc:docMk/>
          <pc:sldMk cId="3379580487" sldId="282"/>
        </pc:sldMkLst>
      </pc:sldChg>
      <pc:sldChg chg="addSp delSp modSp add mod ord">
        <pc:chgData name="Dunfrey Pires Aragão" userId="a7272183b7b4f9fa" providerId="LiveId" clId="{C5A2FD75-C252-4619-88C8-ACAA7B112D69}" dt="2025-08-11T18:50:26.214" v="1785" actId="20577"/>
        <pc:sldMkLst>
          <pc:docMk/>
          <pc:sldMk cId="2577570395" sldId="283"/>
        </pc:sldMkLst>
      </pc:sldChg>
      <pc:sldChg chg="new del">
        <pc:chgData name="Dunfrey Pires Aragão" userId="a7272183b7b4f9fa" providerId="LiveId" clId="{C5A2FD75-C252-4619-88C8-ACAA7B112D69}" dt="2025-08-08T19:29:11.212" v="931" actId="680"/>
        <pc:sldMkLst>
          <pc:docMk/>
          <pc:sldMk cId="413737103" sldId="284"/>
        </pc:sldMkLst>
      </pc:sldChg>
      <pc:sldChg chg="delSp modSp add mod ord">
        <pc:chgData name="Dunfrey Pires Aragão" userId="a7272183b7b4f9fa" providerId="LiveId" clId="{C5A2FD75-C252-4619-88C8-ACAA7B112D69}" dt="2025-08-11T19:30:42.511" v="2317" actId="103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C5A2FD75-C252-4619-88C8-ACAA7B112D69}" dt="2025-08-11T19:38:08.147" v="2426" actId="1076"/>
        <pc:sldMkLst>
          <pc:docMk/>
          <pc:sldMk cId="2437489870" sldId="285"/>
        </pc:sldMkLst>
      </pc:sldChg>
      <pc:sldChg chg="addSp delSp modSp add mod">
        <pc:chgData name="Dunfrey Pires Aragão" userId="a7272183b7b4f9fa" providerId="LiveId" clId="{C5A2FD75-C252-4619-88C8-ACAA7B112D69}" dt="2025-08-11T19:37:22.016" v="2421" actId="1076"/>
        <pc:sldMkLst>
          <pc:docMk/>
          <pc:sldMk cId="3805043110" sldId="286"/>
        </pc:sldMkLst>
      </pc:sldChg>
      <pc:sldChg chg="new del">
        <pc:chgData name="Dunfrey Pires Aragão" userId="a7272183b7b4f9fa" providerId="LiveId" clId="{C5A2FD75-C252-4619-88C8-ACAA7B112D69}" dt="2025-08-12T00:00:59.426" v="2428" actId="2696"/>
        <pc:sldMkLst>
          <pc:docMk/>
          <pc:sldMk cId="1402331715" sldId="287"/>
        </pc:sldMkLst>
      </pc:sldChg>
      <pc:sldChg chg="addSp delSp modSp add mod">
        <pc:chgData name="Dunfrey Pires Aragão" userId="a7272183b7b4f9fa" providerId="LiveId" clId="{C5A2FD75-C252-4619-88C8-ACAA7B112D69}" dt="2025-08-12T00:53:20.308" v="2881" actId="20577"/>
        <pc:sldMkLst>
          <pc:docMk/>
          <pc:sldMk cId="2308817509" sldId="287"/>
        </pc:sldMkLst>
      </pc:sldChg>
      <pc:sldChg chg="modSp add mod">
        <pc:chgData name="Dunfrey Pires Aragão" userId="a7272183b7b4f9fa" providerId="LiveId" clId="{C5A2FD75-C252-4619-88C8-ACAA7B112D69}" dt="2025-08-12T13:32:46.704" v="3162" actId="20577"/>
        <pc:sldMkLst>
          <pc:docMk/>
          <pc:sldMk cId="1132781362" sldId="288"/>
        </pc:sldMkLst>
      </pc:sldChg>
      <pc:sldChg chg="add del">
        <pc:chgData name="Dunfrey Pires Aragão" userId="a7272183b7b4f9fa" providerId="LiveId" clId="{C5A2FD75-C252-4619-88C8-ACAA7B112D69}" dt="2025-08-12T00:45:05.509" v="2872" actId="47"/>
        <pc:sldMkLst>
          <pc:docMk/>
          <pc:sldMk cId="1538180366" sldId="288"/>
        </pc:sldMkLst>
      </pc:sldChg>
      <pc:sldChg chg="addSp modSp add mod ord">
        <pc:chgData name="Dunfrey Pires Aragão" userId="a7272183b7b4f9fa" providerId="LiveId" clId="{C5A2FD75-C252-4619-88C8-ACAA7B112D69}" dt="2025-08-12T00:57:53.017" v="3126" actId="1076"/>
        <pc:sldMkLst>
          <pc:docMk/>
          <pc:sldMk cId="96054855" sldId="289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939929158" sldId="290"/>
        </pc:sldMkLst>
      </pc:sldChg>
      <pc:sldChg chg="addSp modSp add mod">
        <pc:chgData name="Dunfrey Pires Aragão" userId="a7272183b7b4f9fa" providerId="LiveId" clId="{C5A2FD75-C252-4619-88C8-ACAA7B112D69}" dt="2025-08-12T16:21:37.699" v="3604" actId="20577"/>
        <pc:sldMkLst>
          <pc:docMk/>
          <pc:sldMk cId="2370906923" sldId="290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1001297686" sldId="291"/>
        </pc:sldMkLst>
      </pc:sldChg>
      <pc:sldChg chg="addSp delSp modSp add mod ord">
        <pc:chgData name="Dunfrey Pires Aragão" userId="a7272183b7b4f9fa" providerId="LiveId" clId="{C5A2FD75-C252-4619-88C8-ACAA7B112D69}" dt="2025-08-12T13:48:02.858" v="3508" actId="113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C5A2FD75-C252-4619-88C8-ACAA7B112D69}" dt="2025-08-12T16:29:26.500" v="3887" actId="1076"/>
        <pc:sldMkLst>
          <pc:docMk/>
          <pc:sldMk cId="1195363776" sldId="292"/>
        </pc:sldMkLst>
      </pc:sldChg>
      <pc:sldChg chg="addSp modSp add mod ord">
        <pc:chgData name="Dunfrey Pires Aragão" userId="a7272183b7b4f9fa" providerId="LiveId" clId="{C5A2FD75-C252-4619-88C8-ACAA7B112D69}" dt="2025-08-14T00:28:58.513" v="4541"/>
        <pc:sldMkLst>
          <pc:docMk/>
          <pc:sldMk cId="427134615" sldId="293"/>
        </pc:sldMkLst>
      </pc:sldChg>
      <pc:sldChg chg="addSp delSp modSp add mod ord">
        <pc:chgData name="Dunfrey Pires Aragão" userId="a7272183b7b4f9fa" providerId="LiveId" clId="{C5A2FD75-C252-4619-88C8-ACAA7B112D69}" dt="2025-08-14T00:28:36.648" v="4539"/>
        <pc:sldMkLst>
          <pc:docMk/>
          <pc:sldMk cId="3967285722" sldId="294"/>
        </pc:sldMkLst>
      </pc:sldChg>
      <pc:sldChg chg="addSp delSp modSp add mod ord">
        <pc:chgData name="Dunfrey Pires Aragão" userId="a7272183b7b4f9fa" providerId="LiveId" clId="{C5A2FD75-C252-4619-88C8-ACAA7B112D69}" dt="2025-08-14T00:28:30.502" v="4537"/>
        <pc:sldMkLst>
          <pc:docMk/>
          <pc:sldMk cId="2381364848" sldId="295"/>
        </pc:sldMkLst>
      </pc:sldChg>
      <pc:sldChg chg="new del">
        <pc:chgData name="Dunfrey Pires Aragão" userId="a7272183b7b4f9fa" providerId="LiveId" clId="{C5A2FD75-C252-4619-88C8-ACAA7B112D69}" dt="2025-08-14T00:12:50" v="4208" actId="47"/>
        <pc:sldMkLst>
          <pc:docMk/>
          <pc:sldMk cId="259556705" sldId="296"/>
        </pc:sldMkLst>
      </pc:sldChg>
      <pc:sldChg chg="addSp modSp add mod">
        <pc:chgData name="Dunfrey Pires Aragão" userId="a7272183b7b4f9fa" providerId="LiveId" clId="{C5A2FD75-C252-4619-88C8-ACAA7B112D69}" dt="2025-08-14T00:20:41.181" v="4533" actId="1076"/>
        <pc:sldMkLst>
          <pc:docMk/>
          <pc:sldMk cId="1102862243" sldId="296"/>
        </pc:sldMkLst>
      </pc:sldChg>
      <pc:sldMasterChg chg="delSldLayout">
        <pc:chgData name="Dunfrey Pires Aragão" userId="a7272183b7b4f9fa" providerId="LiveId" clId="{C5A2FD75-C252-4619-88C8-ACAA7B112D69}" dt="2025-08-14T00:12:50" v="4208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C5A2FD75-C252-4619-88C8-ACAA7B112D69}" dt="2025-08-12T00:00:59.426" v="2428" actId="2696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unfrey Pires Aragão" userId="a7272183b7b4f9fa" providerId="LiveId" clId="{C5A2FD75-C252-4619-88C8-ACAA7B112D69}" dt="2025-08-14T00:12:50" v="4208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Dunfrey Pires Aragão" userId="a7272183b7b4f9fa" providerId="LiveId" clId="{AF0DBD31-B8D2-47FF-A3D2-71D5A8072E7E}"/>
    <pc:docChg chg="undo redo custSel addSld delSld modSld sldOrd">
      <pc:chgData name="Dunfrey Pires Aragão" userId="a7272183b7b4f9fa" providerId="LiveId" clId="{AF0DBD31-B8D2-47FF-A3D2-71D5A8072E7E}" dt="2025-08-26T16:10:28.750" v="1749" actId="1037"/>
      <pc:docMkLst>
        <pc:docMk/>
      </pc:docMkLst>
      <pc:sldChg chg="addSp delSp modSp mod">
        <pc:chgData name="Dunfrey Pires Aragão" userId="a7272183b7b4f9fa" providerId="LiveId" clId="{AF0DBD31-B8D2-47FF-A3D2-71D5A8072E7E}" dt="2025-08-25T22:54:14.090" v="41" actId="20577"/>
        <pc:sldMkLst>
          <pc:docMk/>
          <pc:sldMk cId="2693772875" sldId="272"/>
        </pc:sldMkLst>
        <pc:spChg chg="mod">
          <ac:chgData name="Dunfrey Pires Aragão" userId="a7272183b7b4f9fa" providerId="LiveId" clId="{AF0DBD31-B8D2-47FF-A3D2-71D5A8072E7E}" dt="2025-08-25T22:54:14.090" v="41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AF0DBD31-B8D2-47FF-A3D2-71D5A8072E7E}" dt="2025-08-25T22:53:12.126" v="26"/>
          <ac:spMkLst>
            <pc:docMk/>
            <pc:sldMk cId="2693772875" sldId="272"/>
            <ac:spMk id="112" creationId="{BE948C0D-5CF7-1E55-F219-F6129DAB92D5}"/>
          </ac:spMkLst>
        </pc:spChg>
      </pc:sldChg>
      <pc:sldChg chg="addSp modSp add mod">
        <pc:chgData name="Dunfrey Pires Aragão" userId="a7272183b7b4f9fa" providerId="LiveId" clId="{AF0DBD31-B8D2-47FF-A3D2-71D5A8072E7E}" dt="2025-08-25T22:56:21.723" v="91" actId="1076"/>
        <pc:sldMkLst>
          <pc:docMk/>
          <pc:sldMk cId="2777992100" sldId="273"/>
        </pc:sldMkLst>
      </pc:sldChg>
      <pc:sldChg chg="addSp delSp modSp add del mod">
        <pc:chgData name="Dunfrey Pires Aragão" userId="a7272183b7b4f9fa" providerId="LiveId" clId="{AF0DBD31-B8D2-47FF-A3D2-71D5A8072E7E}" dt="2025-08-26T16:07:12.851" v="1736" actId="47"/>
        <pc:sldMkLst>
          <pc:docMk/>
          <pc:sldMk cId="1809379589" sldId="274"/>
        </pc:sldMkLst>
      </pc:sldChg>
      <pc:sldChg chg="addSp modSp add mod">
        <pc:chgData name="Dunfrey Pires Aragão" userId="a7272183b7b4f9fa" providerId="LiveId" clId="{AF0DBD31-B8D2-47FF-A3D2-71D5A8072E7E}" dt="2025-08-25T22:57:22.961" v="115" actId="403"/>
        <pc:sldMkLst>
          <pc:docMk/>
          <pc:sldMk cId="1785984796" sldId="275"/>
        </pc:sldMkLst>
      </pc:sldChg>
      <pc:sldChg chg="addSp delSp modSp add mod">
        <pc:chgData name="Dunfrey Pires Aragão" userId="a7272183b7b4f9fa" providerId="LiveId" clId="{AF0DBD31-B8D2-47FF-A3D2-71D5A8072E7E}" dt="2025-08-25T22:59:26.011" v="154" actId="1076"/>
        <pc:sldMkLst>
          <pc:docMk/>
          <pc:sldMk cId="99185344" sldId="276"/>
        </pc:sldMkLst>
      </pc:sldChg>
      <pc:sldChg chg="del">
        <pc:chgData name="Dunfrey Pires Aragão" userId="a7272183b7b4f9fa" providerId="LiveId" clId="{AF0DBD31-B8D2-47FF-A3D2-71D5A8072E7E}" dt="2025-08-25T22:48:09.564" v="1" actId="47"/>
        <pc:sldMkLst>
          <pc:docMk/>
          <pc:sldMk cId="1289493354" sldId="277"/>
        </pc:sldMkLst>
      </pc:sldChg>
      <pc:sldChg chg="addSp delSp modSp add mod">
        <pc:chgData name="Dunfrey Pires Aragão" userId="a7272183b7b4f9fa" providerId="LiveId" clId="{AF0DBD31-B8D2-47FF-A3D2-71D5A8072E7E}" dt="2025-08-25T23:01:31.709" v="199" actId="1076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AF0DBD31-B8D2-47FF-A3D2-71D5A8072E7E}" dt="2025-08-26T16:07:37.725" v="1746" actId="1036"/>
        <pc:sldMkLst>
          <pc:docMk/>
          <pc:sldMk cId="3444229016" sldId="27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83019990" sldId="278"/>
        </pc:sldMkLst>
      </pc:sldChg>
      <pc:sldChg chg="addSp delSp modSp add mod">
        <pc:chgData name="Dunfrey Pires Aragão" userId="a7272183b7b4f9fa" providerId="LiveId" clId="{AF0DBD31-B8D2-47FF-A3D2-71D5A8072E7E}" dt="2025-08-25T23:23:46.467" v="375" actId="115"/>
        <pc:sldMkLst>
          <pc:docMk/>
          <pc:sldMk cId="1213054393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67362222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742874426" sldId="280"/>
        </pc:sldMkLst>
      </pc:sldChg>
      <pc:sldChg chg="addSp delSp modSp add mod">
        <pc:chgData name="Dunfrey Pires Aragão" userId="a7272183b7b4f9fa" providerId="LiveId" clId="{AF0DBD31-B8D2-47FF-A3D2-71D5A8072E7E}" dt="2025-08-25T23:29:30.044" v="434"/>
        <pc:sldMkLst>
          <pc:docMk/>
          <pc:sldMk cId="2155939721" sldId="280"/>
        </pc:sldMkLst>
      </pc:sldChg>
      <pc:sldChg chg="addSp delSp modSp add mod">
        <pc:chgData name="Dunfrey Pires Aragão" userId="a7272183b7b4f9fa" providerId="LiveId" clId="{AF0DBD31-B8D2-47FF-A3D2-71D5A8072E7E}" dt="2025-08-25T23:40:47.755" v="532"/>
        <pc:sldMkLst>
          <pc:docMk/>
          <pc:sldMk cId="1230389461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089862149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890113241" sldId="282"/>
        </pc:sldMkLst>
      </pc:sldChg>
      <pc:sldChg chg="addSp delSp modSp add mod">
        <pc:chgData name="Dunfrey Pires Aragão" userId="a7272183b7b4f9fa" providerId="LiveId" clId="{AF0DBD31-B8D2-47FF-A3D2-71D5A8072E7E}" dt="2025-08-26T16:10:28.750" v="1749" actId="1037"/>
        <pc:sldMkLst>
          <pc:docMk/>
          <pc:sldMk cId="4075041728" sldId="282"/>
        </pc:sldMkLst>
      </pc:sldChg>
      <pc:sldChg chg="addSp modSp add mod">
        <pc:chgData name="Dunfrey Pires Aragão" userId="a7272183b7b4f9fa" providerId="LiveId" clId="{AF0DBD31-B8D2-47FF-A3D2-71D5A8072E7E}" dt="2025-08-26T00:09:00.915" v="708" actId="1035"/>
        <pc:sldMkLst>
          <pc:docMk/>
          <pc:sldMk cId="512337633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973689496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181291770" sldId="284"/>
        </pc:sldMkLst>
      </pc:sldChg>
      <pc:sldChg chg="addSp delSp modSp add mod">
        <pc:chgData name="Dunfrey Pires Aragão" userId="a7272183b7b4f9fa" providerId="LiveId" clId="{AF0DBD31-B8D2-47FF-A3D2-71D5A8072E7E}" dt="2025-08-26T00:15:47.137" v="810" actId="1076"/>
        <pc:sldMkLst>
          <pc:docMk/>
          <pc:sldMk cId="3621015451" sldId="284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48178509" sldId="285"/>
        </pc:sldMkLst>
      </pc:sldChg>
      <pc:sldChg chg="addSp modSp add mod ord">
        <pc:chgData name="Dunfrey Pires Aragão" userId="a7272183b7b4f9fa" providerId="LiveId" clId="{AF0DBD31-B8D2-47FF-A3D2-71D5A8072E7E}" dt="2025-08-26T00:13:14.010" v="765"/>
        <pc:sldMkLst>
          <pc:docMk/>
          <pc:sldMk cId="755647164" sldId="285"/>
        </pc:sldMkLst>
      </pc:sldChg>
      <pc:sldChg chg="addSp delSp modSp add mod">
        <pc:chgData name="Dunfrey Pires Aragão" userId="a7272183b7b4f9fa" providerId="LiveId" clId="{AF0DBD31-B8D2-47FF-A3D2-71D5A8072E7E}" dt="2025-08-26T01:34:01.713" v="910" actId="20577"/>
        <pc:sldMkLst>
          <pc:docMk/>
          <pc:sldMk cId="1595746387" sldId="286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130277746" sldId="286"/>
        </pc:sldMkLst>
      </pc:sldChg>
      <pc:sldChg chg="addSp modSp add mod">
        <pc:chgData name="Dunfrey Pires Aragão" userId="a7272183b7b4f9fa" providerId="LiveId" clId="{AF0DBD31-B8D2-47FF-A3D2-71D5A8072E7E}" dt="2025-08-26T01:35:34.745" v="928" actId="1076"/>
        <pc:sldMkLst>
          <pc:docMk/>
          <pc:sldMk cId="3741163756" sldId="287"/>
        </pc:sldMkLst>
      </pc:sldChg>
      <pc:sldChg chg="addSp delSp modSp add mod">
        <pc:chgData name="Dunfrey Pires Aragão" userId="a7272183b7b4f9fa" providerId="LiveId" clId="{AF0DBD31-B8D2-47FF-A3D2-71D5A8072E7E}" dt="2025-08-26T01:40:00.603" v="1001" actId="20577"/>
        <pc:sldMkLst>
          <pc:docMk/>
          <pc:sldMk cId="955532757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948615925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AF0DBD31-B8D2-47FF-A3D2-71D5A8072E7E}" dt="2025-08-26T01:46:01.301" v="1087" actId="14100"/>
        <pc:sldMkLst>
          <pc:docMk/>
          <pc:sldMk cId="3327209629" sldId="28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399810990" sldId="290"/>
        </pc:sldMkLst>
      </pc:sldChg>
      <pc:sldChg chg="addSp delSp modSp add mod">
        <pc:chgData name="Dunfrey Pires Aragão" userId="a7272183b7b4f9fa" providerId="LiveId" clId="{AF0DBD31-B8D2-47FF-A3D2-71D5A8072E7E}" dt="2025-08-26T01:49:14.357" v="1258" actId="1076"/>
        <pc:sldMkLst>
          <pc:docMk/>
          <pc:sldMk cId="2174839300" sldId="290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290488586" sldId="291"/>
        </pc:sldMkLst>
      </pc:sldChg>
      <pc:sldChg chg="addSp delSp modSp add del mod">
        <pc:chgData name="Dunfrey Pires Aragão" userId="a7272183b7b4f9fa" providerId="LiveId" clId="{AF0DBD31-B8D2-47FF-A3D2-71D5A8072E7E}" dt="2025-08-26T01:54:22.769" v="1280" actId="47"/>
        <pc:sldMkLst>
          <pc:docMk/>
          <pc:sldMk cId="3357546054" sldId="29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632184806" sldId="292"/>
        </pc:sldMkLst>
      </pc:sldChg>
      <pc:sldChg chg="addSp delSp modSp add mod">
        <pc:chgData name="Dunfrey Pires Aragão" userId="a7272183b7b4f9fa" providerId="LiveId" clId="{AF0DBD31-B8D2-47FF-A3D2-71D5A8072E7E}" dt="2025-08-26T01:55:08.347" v="1288" actId="1076"/>
        <pc:sldMkLst>
          <pc:docMk/>
          <pc:sldMk cId="1267227549" sldId="292"/>
        </pc:sldMkLst>
      </pc:sldChg>
      <pc:sldChg chg="addSp delSp modSp add mod">
        <pc:chgData name="Dunfrey Pires Aragão" userId="a7272183b7b4f9fa" providerId="LiveId" clId="{AF0DBD31-B8D2-47FF-A3D2-71D5A8072E7E}" dt="2025-08-26T02:05:28.841" v="1322" actId="1076"/>
        <pc:sldMkLst>
          <pc:docMk/>
          <pc:sldMk cId="1960935585" sldId="293"/>
        </pc:sldMkLst>
      </pc:sldChg>
      <pc:sldChg chg="del">
        <pc:chgData name="Dunfrey Pires Aragão" userId="a7272183b7b4f9fa" providerId="LiveId" clId="{AF0DBD31-B8D2-47FF-A3D2-71D5A8072E7E}" dt="2025-08-25T22:48:04.441" v="0" actId="47"/>
        <pc:sldMkLst>
          <pc:docMk/>
          <pc:sldMk cId="3624316801" sldId="293"/>
        </pc:sldMkLst>
      </pc:sldChg>
      <pc:sldChg chg="addSp delSp modSp add mod">
        <pc:chgData name="Dunfrey Pires Aragão" userId="a7272183b7b4f9fa" providerId="LiveId" clId="{AF0DBD31-B8D2-47FF-A3D2-71D5A8072E7E}" dt="2025-08-26T02:08:37.592" v="1364" actId="1076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AF0DBD31-B8D2-47FF-A3D2-71D5A8072E7E}" dt="2025-08-26T02:15:29.557" v="1411" actId="1076"/>
        <pc:sldMkLst>
          <pc:docMk/>
          <pc:sldMk cId="3521384937" sldId="295"/>
        </pc:sldMkLst>
      </pc:sldChg>
      <pc:sldChg chg="addSp delSp modSp add mod">
        <pc:chgData name="Dunfrey Pires Aragão" userId="a7272183b7b4f9fa" providerId="LiveId" clId="{AF0DBD31-B8D2-47FF-A3D2-71D5A8072E7E}" dt="2025-08-26T15:50:56.463" v="1534" actId="1076"/>
        <pc:sldMkLst>
          <pc:docMk/>
          <pc:sldMk cId="934565050" sldId="296"/>
        </pc:sldMkLst>
      </pc:sldChg>
      <pc:sldChg chg="delSp modSp add mod">
        <pc:chgData name="Dunfrey Pires Aragão" userId="a7272183b7b4f9fa" providerId="LiveId" clId="{AF0DBD31-B8D2-47FF-A3D2-71D5A8072E7E}" dt="2025-08-26T15:58:13.365" v="1632" actId="20577"/>
        <pc:sldMkLst>
          <pc:docMk/>
          <pc:sldMk cId="577453922" sldId="297"/>
        </pc:sldMkLst>
      </pc:sldChg>
      <pc:sldChg chg="addSp modSp add del mod">
        <pc:chgData name="Dunfrey Pires Aragão" userId="a7272183b7b4f9fa" providerId="LiveId" clId="{AF0DBD31-B8D2-47FF-A3D2-71D5A8072E7E}" dt="2025-08-26T16:01:57.904" v="1686" actId="47"/>
        <pc:sldMkLst>
          <pc:docMk/>
          <pc:sldMk cId="264067451" sldId="298"/>
        </pc:sldMkLst>
      </pc:sldChg>
      <pc:sldChg chg="addSp modSp add mod">
        <pc:chgData name="Dunfrey Pires Aragão" userId="a7272183b7b4f9fa" providerId="LiveId" clId="{AF0DBD31-B8D2-47FF-A3D2-71D5A8072E7E}" dt="2025-08-26T16:00:24.230" v="1666" actId="1076"/>
        <pc:sldMkLst>
          <pc:docMk/>
          <pc:sldMk cId="872351133" sldId="299"/>
        </pc:sldMkLst>
      </pc:sldChg>
      <pc:sldChg chg="addSp delSp modSp add mod">
        <pc:chgData name="Dunfrey Pires Aragão" userId="a7272183b7b4f9fa" providerId="LiveId" clId="{AF0DBD31-B8D2-47FF-A3D2-71D5A8072E7E}" dt="2025-08-26T16:02:23.199" v="1693" actId="1076"/>
        <pc:sldMkLst>
          <pc:docMk/>
          <pc:sldMk cId="3010182672" sldId="300"/>
        </pc:sldMkLst>
      </pc:sldChg>
      <pc:sldChg chg="add">
        <pc:chgData name="Dunfrey Pires Aragão" userId="a7272183b7b4f9fa" providerId="LiveId" clId="{AF0DBD31-B8D2-47FF-A3D2-71D5A8072E7E}" dt="2025-08-26T16:02:25.017" v="1694"/>
        <pc:sldMkLst>
          <pc:docMk/>
          <pc:sldMk cId="2837892893" sldId="301"/>
        </pc:sldMkLst>
      </pc:sldChg>
      <pc:sldChg chg="addSp delSp modSp add mod">
        <pc:chgData name="Dunfrey Pires Aragão" userId="a7272183b7b4f9fa" providerId="LiveId" clId="{AF0DBD31-B8D2-47FF-A3D2-71D5A8072E7E}" dt="2025-08-26T16:04:16.428" v="1715" actId="14100"/>
        <pc:sldMkLst>
          <pc:docMk/>
          <pc:sldMk cId="2346775664" sldId="302"/>
        </pc:sldMkLst>
      </pc:sldChg>
      <pc:sldChg chg="modSp add mod">
        <pc:chgData name="Dunfrey Pires Aragão" userId="a7272183b7b4f9fa" providerId="LiveId" clId="{AF0DBD31-B8D2-47FF-A3D2-71D5A8072E7E}" dt="2025-08-26T16:06:35.591" v="1735" actId="20577"/>
        <pc:sldMkLst>
          <pc:docMk/>
          <pc:sldMk cId="1834463686" sldId="303"/>
        </pc:sldMkLst>
      </pc:sldChg>
    </pc:docChg>
  </pc:docChgLst>
  <pc:docChgLst>
    <pc:chgData name="Dunfrey Pires Aragão" userId="a7272183b7b4f9fa" providerId="LiveId" clId="{119D3A0F-34EA-4DBD-8450-C2532E0436A1}"/>
    <pc:docChg chg="undo custSel addSld delSld modSld sldOrd">
      <pc:chgData name="Dunfrey Pires Aragão" userId="a7272183b7b4f9fa" providerId="LiveId" clId="{119D3A0F-34EA-4DBD-8450-C2532E0436A1}" dt="2025-08-28T14:00:34.284" v="3318" actId="14100"/>
      <pc:docMkLst>
        <pc:docMk/>
      </pc:docMkLst>
      <pc:sldChg chg="modSp add del mod">
        <pc:chgData name="Dunfrey Pires Aragão" userId="a7272183b7b4f9fa" providerId="LiveId" clId="{119D3A0F-34EA-4DBD-8450-C2532E0436A1}" dt="2025-08-27T23:03:24.211" v="122" actId="20577"/>
        <pc:sldMkLst>
          <pc:docMk/>
          <pc:sldMk cId="2693772875" sldId="272"/>
        </pc:sldMkLst>
        <pc:spChg chg="mod">
          <ac:chgData name="Dunfrey Pires Aragão" userId="a7272183b7b4f9fa" providerId="LiveId" clId="{119D3A0F-34EA-4DBD-8450-C2532E0436A1}" dt="2025-08-27T23:03:24.211" v="122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119D3A0F-34EA-4DBD-8450-C2532E0436A1}" dt="2025-08-27T22:58:59.414" v="2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777992100" sldId="273"/>
        </pc:sldMkLst>
      </pc:sldChg>
      <pc:sldChg chg="modSp add mod">
        <pc:chgData name="Dunfrey Pires Aragão" userId="a7272183b7b4f9fa" providerId="LiveId" clId="{119D3A0F-34EA-4DBD-8450-C2532E0436A1}" dt="2025-08-27T23:06:32.412" v="274" actId="113"/>
        <pc:sldMkLst>
          <pc:docMk/>
          <pc:sldMk cId="3903808442" sldId="273"/>
        </pc:sldMkLst>
      </pc:sldChg>
      <pc:sldChg chg="addSp modSp add del mod ord">
        <pc:chgData name="Dunfrey Pires Aragão" userId="a7272183b7b4f9fa" providerId="LiveId" clId="{119D3A0F-34EA-4DBD-8450-C2532E0436A1}" dt="2025-08-27T23:12:28.663" v="472" actId="47"/>
        <pc:sldMkLst>
          <pc:docMk/>
          <pc:sldMk cId="3797725400" sldId="27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785984796" sldId="275"/>
        </pc:sldMkLst>
      </pc:sldChg>
      <pc:sldChg chg="addSp modSp add mod">
        <pc:chgData name="Dunfrey Pires Aragão" userId="a7272183b7b4f9fa" providerId="LiveId" clId="{119D3A0F-34EA-4DBD-8450-C2532E0436A1}" dt="2025-08-27T23:28:38.399" v="780" actId="20577"/>
        <pc:sldMkLst>
          <pc:docMk/>
          <pc:sldMk cId="4036805717" sldId="27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9185344" sldId="276"/>
        </pc:sldMkLst>
      </pc:sldChg>
      <pc:sldChg chg="addSp delSp modSp add mod setBg">
        <pc:chgData name="Dunfrey Pires Aragão" userId="a7272183b7b4f9fa" providerId="LiveId" clId="{119D3A0F-34EA-4DBD-8450-C2532E0436A1}" dt="2025-08-27T23:16:21.619" v="512" actId="20577"/>
        <pc:sldMkLst>
          <pc:docMk/>
          <pc:sldMk cId="2276371994" sldId="276"/>
        </pc:sldMkLst>
      </pc:sldChg>
      <pc:sldChg chg="addSp modSp add mod">
        <pc:chgData name="Dunfrey Pires Aragão" userId="a7272183b7b4f9fa" providerId="LiveId" clId="{119D3A0F-34EA-4DBD-8450-C2532E0436A1}" dt="2025-08-27T23:19:04.591" v="569" actId="20577"/>
        <pc:sldMkLst>
          <pc:docMk/>
          <pc:sldMk cId="2002624183" sldId="27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119D3A0F-34EA-4DBD-8450-C2532E0436A1}" dt="2025-08-27T23:30:02.129" v="788" actId="20577"/>
        <pc:sldMkLst>
          <pc:docMk/>
          <pc:sldMk cId="1571451691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444229016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13054393" sldId="279"/>
        </pc:sldMkLst>
      </pc:sldChg>
      <pc:sldChg chg="addSp delSp modSp add mod">
        <pc:chgData name="Dunfrey Pires Aragão" userId="a7272183b7b4f9fa" providerId="LiveId" clId="{119D3A0F-34EA-4DBD-8450-C2532E0436A1}" dt="2025-08-27T23:23:31.343" v="701" actId="20577"/>
        <pc:sldMkLst>
          <pc:docMk/>
          <pc:sldMk cId="3980039042" sldId="279"/>
        </pc:sldMkLst>
      </pc:sldChg>
      <pc:sldChg chg="addSp delSp modSp add mod setBg">
        <pc:chgData name="Dunfrey Pires Aragão" userId="a7272183b7b4f9fa" providerId="LiveId" clId="{119D3A0F-34EA-4DBD-8450-C2532E0436A1}" dt="2025-08-27T23:25:15.530" v="774" actId="20577"/>
        <pc:sldMkLst>
          <pc:docMk/>
          <pc:sldMk cId="45713392" sldId="28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55939721" sldId="280"/>
        </pc:sldMkLst>
      </pc:sldChg>
      <pc:sldChg chg="new del">
        <pc:chgData name="Dunfrey Pires Aragão" userId="a7272183b7b4f9fa" providerId="LiveId" clId="{119D3A0F-34EA-4DBD-8450-C2532E0436A1}" dt="2025-08-27T23:28:57.629" v="782" actId="680"/>
        <pc:sldMkLst>
          <pc:docMk/>
          <pc:sldMk cId="543530440" sldId="281"/>
        </pc:sldMkLst>
      </pc:sldChg>
      <pc:sldChg chg="addSp delSp modSp add mod setBg">
        <pc:chgData name="Dunfrey Pires Aragão" userId="a7272183b7b4f9fa" providerId="LiveId" clId="{119D3A0F-34EA-4DBD-8450-C2532E0436A1}" dt="2025-08-27T23:35:19.230" v="946" actId="1036"/>
        <pc:sldMkLst>
          <pc:docMk/>
          <pc:sldMk cId="941205668" sldId="28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30389461" sldId="281"/>
        </pc:sldMkLst>
      </pc:sldChg>
      <pc:sldChg chg="addSp delSp modSp add mod setBg">
        <pc:chgData name="Dunfrey Pires Aragão" userId="a7272183b7b4f9fa" providerId="LiveId" clId="{119D3A0F-34EA-4DBD-8450-C2532E0436A1}" dt="2025-08-27T23:37:39.632" v="979" actId="1076"/>
        <pc:sldMkLst>
          <pc:docMk/>
          <pc:sldMk cId="1449549412" sldId="28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4075041728" sldId="282"/>
        </pc:sldMkLst>
      </pc:sldChg>
      <pc:sldChg chg="delSp modSp add mod ord">
        <pc:chgData name="Dunfrey Pires Aragão" userId="a7272183b7b4f9fa" providerId="LiveId" clId="{119D3A0F-34EA-4DBD-8450-C2532E0436A1}" dt="2025-08-27T23:39:57.542" v="1005" actId="20577"/>
        <pc:sldMkLst>
          <pc:docMk/>
          <pc:sldMk cId="290847051" sldId="283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12337633" sldId="283"/>
        </pc:sldMkLst>
      </pc:sldChg>
      <pc:sldChg chg="addSp delSp modSp add mod setBg">
        <pc:chgData name="Dunfrey Pires Aragão" userId="a7272183b7b4f9fa" providerId="LiveId" clId="{119D3A0F-34EA-4DBD-8450-C2532E0436A1}" dt="2025-08-28T13:25:03.298" v="2406" actId="403"/>
        <pc:sldMkLst>
          <pc:docMk/>
          <pc:sldMk cId="894141429" sldId="28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621015451" sldId="284"/>
        </pc:sldMkLst>
      </pc:sldChg>
      <pc:sldChg chg="addSp modSp add mod ord setBg">
        <pc:chgData name="Dunfrey Pires Aragão" userId="a7272183b7b4f9fa" providerId="LiveId" clId="{119D3A0F-34EA-4DBD-8450-C2532E0436A1}" dt="2025-08-28T01:24:19.281" v="1873" actId="1076"/>
        <pc:sldMkLst>
          <pc:docMk/>
          <pc:sldMk cId="242293359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755647164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5746387" sldId="286"/>
        </pc:sldMkLst>
      </pc:sldChg>
      <pc:sldChg chg="addSp delSp modSp add mod setBg">
        <pc:chgData name="Dunfrey Pires Aragão" userId="a7272183b7b4f9fa" providerId="LiveId" clId="{119D3A0F-34EA-4DBD-8450-C2532E0436A1}" dt="2025-08-27T23:56:06.346" v="1275" actId="1076"/>
        <pc:sldMkLst>
          <pc:docMk/>
          <pc:sldMk cId="2064109615" sldId="286"/>
        </pc:sldMkLst>
      </pc:sldChg>
      <pc:sldChg chg="addSp delSp modSp add mod setBg">
        <pc:chgData name="Dunfrey Pires Aragão" userId="a7272183b7b4f9fa" providerId="LiveId" clId="{119D3A0F-34EA-4DBD-8450-C2532E0436A1}" dt="2025-08-28T00:06:48.165" v="1477" actId="20577"/>
        <pc:sldMkLst>
          <pc:docMk/>
          <pc:sldMk cId="2772939263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741163756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55532757" sldId="288"/>
        </pc:sldMkLst>
      </pc:sldChg>
      <pc:sldChg chg="addSp delSp modSp add mod setBg">
        <pc:chgData name="Dunfrey Pires Aragão" userId="a7272183b7b4f9fa" providerId="LiveId" clId="{119D3A0F-34EA-4DBD-8450-C2532E0436A1}" dt="2025-08-28T01:11:29.679" v="1538" actId="403"/>
        <pc:sldMkLst>
          <pc:docMk/>
          <pc:sldMk cId="2941658418" sldId="288"/>
        </pc:sldMkLst>
      </pc:sldChg>
      <pc:sldChg chg="addSp modSp add mod setBg">
        <pc:chgData name="Dunfrey Pires Aragão" userId="a7272183b7b4f9fa" providerId="LiveId" clId="{119D3A0F-34EA-4DBD-8450-C2532E0436A1}" dt="2025-08-28T01:25:54.924" v="1934" actId="20577"/>
        <pc:sldMkLst>
          <pc:docMk/>
          <pc:sldMk cId="1953123072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327209629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74839300" sldId="290"/>
        </pc:sldMkLst>
      </pc:sldChg>
      <pc:sldChg chg="addSp delSp modSp add mod setBg">
        <pc:chgData name="Dunfrey Pires Aragão" userId="a7272183b7b4f9fa" providerId="LiveId" clId="{119D3A0F-34EA-4DBD-8450-C2532E0436A1}" dt="2025-08-28T01:25:45.625" v="1930" actId="20577"/>
        <pc:sldMkLst>
          <pc:docMk/>
          <pc:sldMk cId="3865094116" sldId="290"/>
        </pc:sldMkLst>
      </pc:sldChg>
      <pc:sldChg chg="addSp delSp modSp add mod">
        <pc:chgData name="Dunfrey Pires Aragão" userId="a7272183b7b4f9fa" providerId="LiveId" clId="{119D3A0F-34EA-4DBD-8450-C2532E0436A1}" dt="2025-08-28T01:30:47.772" v="2174"/>
        <pc:sldMkLst>
          <pc:docMk/>
          <pc:sldMk cId="2484692086" sldId="29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67227549" sldId="292"/>
        </pc:sldMkLst>
      </pc:sldChg>
      <pc:sldChg chg="addSp modSp add mod ord setBg">
        <pc:chgData name="Dunfrey Pires Aragão" userId="a7272183b7b4f9fa" providerId="LiveId" clId="{119D3A0F-34EA-4DBD-8450-C2532E0436A1}" dt="2025-08-28T01:28:27.239" v="2109"/>
        <pc:sldMkLst>
          <pc:docMk/>
          <pc:sldMk cId="2410806387" sldId="292"/>
        </pc:sldMkLst>
      </pc:sldChg>
      <pc:sldChg chg="addSp delSp modSp add mod setBg">
        <pc:chgData name="Dunfrey Pires Aragão" userId="a7272183b7b4f9fa" providerId="LiveId" clId="{119D3A0F-34EA-4DBD-8450-C2532E0436A1}" dt="2025-08-28T01:35:11.880" v="2260"/>
        <pc:sldMkLst>
          <pc:docMk/>
          <pc:sldMk cId="1235346850" sldId="293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960935585" sldId="293"/>
        </pc:sldMkLst>
      </pc:sldChg>
      <pc:sldChg chg="addSp delSp modSp add mod">
        <pc:chgData name="Dunfrey Pires Aragão" userId="a7272183b7b4f9fa" providerId="LiveId" clId="{119D3A0F-34EA-4DBD-8450-C2532E0436A1}" dt="2025-08-28T01:36:08.863" v="2280" actId="20577"/>
        <pc:sldMkLst>
          <pc:docMk/>
          <pc:sldMk cId="926228093" sldId="29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119D3A0F-34EA-4DBD-8450-C2532E0436A1}" dt="2025-08-28T01:38:03.788" v="2340" actId="20577"/>
        <pc:sldMkLst>
          <pc:docMk/>
          <pc:sldMk cId="343770334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521384937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34565050" sldId="296"/>
        </pc:sldMkLst>
      </pc:sldChg>
      <pc:sldChg chg="addSp modSp add mod">
        <pc:chgData name="Dunfrey Pires Aragão" userId="a7272183b7b4f9fa" providerId="LiveId" clId="{119D3A0F-34EA-4DBD-8450-C2532E0436A1}" dt="2025-08-28T13:28:31.108" v="2499"/>
        <pc:sldMkLst>
          <pc:docMk/>
          <pc:sldMk cId="1043352155" sldId="296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77453922" sldId="297"/>
        </pc:sldMkLst>
      </pc:sldChg>
      <pc:sldChg chg="addSp delSp modSp add mod">
        <pc:chgData name="Dunfrey Pires Aragão" userId="a7272183b7b4f9fa" providerId="LiveId" clId="{119D3A0F-34EA-4DBD-8450-C2532E0436A1}" dt="2025-08-28T13:40:58.188" v="2725"/>
        <pc:sldMkLst>
          <pc:docMk/>
          <pc:sldMk cId="732980767" sldId="297"/>
        </pc:sldMkLst>
      </pc:sldChg>
      <pc:sldChg chg="delSp modSp add mod">
        <pc:chgData name="Dunfrey Pires Aragão" userId="a7272183b7b4f9fa" providerId="LiveId" clId="{119D3A0F-34EA-4DBD-8450-C2532E0436A1}" dt="2025-08-28T14:00:34.284" v="3318" actId="14100"/>
        <pc:sldMkLst>
          <pc:docMk/>
          <pc:sldMk cId="1758867100" sldId="29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872351133" sldId="299"/>
        </pc:sldMkLst>
      </pc:sldChg>
      <pc:sldChg chg="addSp delSp modSp add mod setBg">
        <pc:chgData name="Dunfrey Pires Aragão" userId="a7272183b7b4f9fa" providerId="LiveId" clId="{119D3A0F-34EA-4DBD-8450-C2532E0436A1}" dt="2025-08-28T14:00:19.005" v="3317" actId="1076"/>
        <pc:sldMkLst>
          <pc:docMk/>
          <pc:sldMk cId="4143167015" sldId="29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010182672" sldId="30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837892893" sldId="30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346775664" sldId="30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834463686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9B4B3-7E80-A623-0406-18A36914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C1F7C58-6AA1-2D81-B988-CE0251C0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C1CC9A8-6FFE-305F-D9E5-2E9CE87DF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80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3B2C153-A092-14BE-B02E-DDCD16A3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E7D2114A-E830-FAF9-83F7-4FD5CF59C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F6FB238-DB0D-C095-E68C-22BA94A27F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5410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0B8ED0A-107B-A266-86D1-AA1C9972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03CB14B-F3EE-3728-14FB-5D38D6EC0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8713C190-2D5D-74AA-9B51-451B0BFE9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2530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1D51134-5CD8-3569-D7BB-5602E007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047AD19-96FE-950E-6B24-5AD4A04797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D129A96-41A7-8245-8049-867B8EA3B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1591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98669AC-EF7C-9A85-DD36-D09960D4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3E778674-ED6B-C98C-B2DD-4D5BA18B25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FE5C23F3-CC92-CE3C-DA9D-921789054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2069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A5B6E49-BC1C-62D6-EBDF-7001F44BF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2ADE6C28-7FA6-DD09-10E4-8FDCF87A6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402DECD-732C-C112-980C-145A852A3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6686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4CC8940-88E9-C811-2DB3-70516E6C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8B7DE27-9750-8C73-B0F0-21E32A631B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408CBEE-EC21-A45B-352A-8591FE922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6676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EA3B04E-6F8B-0DD1-F028-FF3130EB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49C15E8-6E42-9D94-749F-F64F9C560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4F5158A5-3E1C-785D-5EAD-B8E806A97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8790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ECF83A-1A79-C8BC-D24E-7F8A27E1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AE92BBF-FC01-8900-8CA6-217A103DE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5F71B24-5D85-B4F1-0182-E00F7F918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0313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CE7681C-EE3A-FA83-1260-00C4F20F1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5171426-D5A2-11A4-E207-46A6D551F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7B611CB-6B69-7557-7597-5195764F8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7892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8A1E022-450D-7937-F67E-D9FF4DCBA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33F8D938-608E-38FF-8E90-6CEEECAF4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FF6B9DF-AB86-1274-F935-02D7F713C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190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0F7934A-D04C-146B-A3E5-08903262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8A7CEBC-0103-8B6E-4211-B30EEA210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FEA5F8A-7624-3AA8-975B-BB5EFA464F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235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D74C47F-2BDB-0B17-D135-4B4B306A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350207A-42B0-0334-A636-C0978E6AF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1A00CFB-C529-B528-4878-0E8C97CE2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8988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37D7924-5E69-FD9F-30A3-87659FB7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D690D87-D897-666D-DD43-3E8B237EA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A2BD956-0B12-83B1-6F23-56898C5EA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9920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3E04BFE-56FF-5BF4-A26C-561EDE0C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87EF820-112C-E755-AB02-78762FA68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AF59C4A-BC6E-6F36-E5B2-192B392EF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44786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1E878BD-C041-D7B7-CCCC-B9CCCCDA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E4E7D92-159D-1BAC-E1A0-10580A1F8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7A8156B-3E0F-C454-B649-59C72728F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6787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F980D00-920B-D84D-5918-A74A8994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6D83360-DECE-AC74-3A31-5705DFE1B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BD4B49C-D1A7-FE85-B3DD-DD7738D0DF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0038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FB7DDCB-6C0D-0CD7-8591-539C7267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FD07381-3A77-A57B-0AE7-AD7532C51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FBAF2EC3-F807-C41E-5569-001A5C5D4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8911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86B15B1-0F2B-AE33-C355-2ED572ECF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860A5C4-A85C-4E9F-5925-8F87AC35E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415AB91-E235-E226-1088-4E7FECD08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38908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11EDEDC-57D4-CB5C-E5F8-3E487F52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CEC0A3C-D7BA-C3F7-FD46-113CE0020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4C5F83B9-6BCC-E237-7682-27150A96D9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6725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DC89761-A3DA-32AF-AA52-3EC806D6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3C4AF903-BC97-F100-E5A7-DC877F3CE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E2D7515-263C-7BF3-E7AC-E7737D278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3127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5A24019-5F08-F15A-23EA-CC08F350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C02ACCA-538D-1848-DBC1-EB7BA3766B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2934A0B-4338-4E2B-C4D2-AD66D6DC6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9115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E443016-DE89-84B9-36C9-8EA23D9E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CA3BBD2-4446-779D-ECD0-CB59891A4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E30F7DE-A39C-2EFB-413F-D24E68BA5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5757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1A0AA39-4BA7-FFDA-0EFC-D9C73BC0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52A1E70-C90D-F922-1253-84D5CF1D0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FF604287-7877-BE72-3B8C-E2BFC6D75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1938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9E3C87E-7120-192F-1ED2-5E9B9F62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C543BBE-8B9C-BF19-F1A4-260999D46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EEDAF18A-2AD8-E516-335E-B7E682E90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0373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6A8AD42-BCEC-877B-92F5-626CC2AA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6DAF7E9-A042-249A-BC5E-9F8C6FFF0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91BED07-F0E1-115C-411B-AA65087ED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4842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D422C-F617-B941-6C5C-FF3C78C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74A6B9-94B0-057E-B30C-C9ADD914F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EBA16AA-4218-1A8E-6D6D-B0ED6BC050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E948C0D-5CF7-1E55-F219-F6129DAB92D5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AFA6B6-31A9-38C5-4A6A-6E56C623DAEB}"/>
              </a:ext>
            </a:extLst>
          </p:cNvPr>
          <p:cNvSpPr txBox="1"/>
          <p:nvPr/>
        </p:nvSpPr>
        <p:spPr>
          <a:xfrm>
            <a:off x="614150" y="2330401"/>
            <a:ext cx="142619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latin typeface="Montserrat" panose="00000500000000000000" pitchFamily="2" charset="0"/>
              </a:rPr>
              <a:t>JavaScript</a:t>
            </a:r>
            <a:r>
              <a:rPr lang="pt-BR" sz="3600" dirty="0">
                <a:latin typeface="Montserrat" panose="00000500000000000000" pitchFamily="2" charset="0"/>
              </a:rPr>
              <a:t> pode "exibir" dados de diferentes maneiras: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Escrevendo em um elemento HTML, usando </a:t>
            </a:r>
            <a:r>
              <a:rPr lang="pt-BR" sz="3600" b="1" dirty="0" err="1">
                <a:latin typeface="Montserrat" panose="00000500000000000000" pitchFamily="2" charset="0"/>
              </a:rPr>
              <a:t>innerHTML</a:t>
            </a:r>
            <a:r>
              <a:rPr lang="pt-BR" sz="3600" dirty="0">
                <a:latin typeface="Montserrat" panose="00000500000000000000" pitchFamily="2" charset="0"/>
              </a:rPr>
              <a:t> ou </a:t>
            </a:r>
            <a:r>
              <a:rPr lang="pt-BR" sz="3600" b="1" dirty="0" err="1">
                <a:latin typeface="Montserrat" panose="00000500000000000000" pitchFamily="2" charset="0"/>
              </a:rPr>
              <a:t>innerText</a:t>
            </a:r>
            <a:r>
              <a:rPr lang="pt-BR" sz="3600" b="1" dirty="0">
                <a:latin typeface="Montserrat" panose="00000500000000000000" pitchFamily="2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Escrevendo na saída HTML usando </a:t>
            </a:r>
            <a:r>
              <a:rPr lang="pt-BR" sz="3600" b="1" dirty="0" err="1">
                <a:latin typeface="Montserrat" panose="00000500000000000000" pitchFamily="2" charset="0"/>
              </a:rPr>
              <a:t>document.write</a:t>
            </a:r>
            <a:r>
              <a:rPr lang="pt-BR" sz="3600" b="1" dirty="0">
                <a:latin typeface="Montserrat" panose="00000500000000000000" pitchFamily="2" charset="0"/>
              </a:rPr>
              <a:t>().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Escrevendo em uma caixa de alerta, usando </a:t>
            </a:r>
            <a:r>
              <a:rPr lang="pt-BR" sz="3600" b="1" dirty="0" err="1">
                <a:latin typeface="Montserrat" panose="00000500000000000000" pitchFamily="2" charset="0"/>
              </a:rPr>
              <a:t>window.alert</a:t>
            </a:r>
            <a:r>
              <a:rPr lang="pt-BR" sz="3600" b="1" dirty="0">
                <a:latin typeface="Montserrat" panose="00000500000000000000" pitchFamily="2" charset="0"/>
              </a:rPr>
              <a:t>().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Escrevendo no console do navegador, usando </a:t>
            </a:r>
            <a:r>
              <a:rPr lang="pt-BR" sz="3600" b="1" dirty="0">
                <a:latin typeface="Montserrat" panose="00000500000000000000" pitchFamily="2" charset="0"/>
              </a:rPr>
              <a:t>console.log().</a:t>
            </a:r>
          </a:p>
        </p:txBody>
      </p:sp>
    </p:spTree>
    <p:extLst>
      <p:ext uri="{BB962C8B-B14F-4D97-AF65-F5344CB8AC3E}">
        <p14:creationId xmlns:p14="http://schemas.microsoft.com/office/powerpoint/2010/main" val="269377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835FD49-8920-0E7D-9347-36610F3EA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85C9DE9-E385-18F3-A8D6-87781ABEC9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7157202-8F3B-7182-0446-BD5E985726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7501F47-E9F6-857C-2C30-6DB3AD4BFCB6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1835EF-F1E0-1831-115C-3A07A7EF1C83}"/>
              </a:ext>
            </a:extLst>
          </p:cNvPr>
          <p:cNvSpPr txBox="1"/>
          <p:nvPr/>
        </p:nvSpPr>
        <p:spPr>
          <a:xfrm>
            <a:off x="614150" y="2330401"/>
            <a:ext cx="69137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Para acessar um elemento HTML, você pode usar o </a:t>
            </a:r>
            <a:r>
              <a:rPr lang="pt-BR" sz="3200" dirty="0" err="1">
                <a:latin typeface="Montserrat" panose="00000500000000000000" pitchFamily="2" charset="0"/>
              </a:rPr>
              <a:t>document.getElementById</a:t>
            </a:r>
            <a:r>
              <a:rPr lang="pt-BR" sz="3200" dirty="0">
                <a:latin typeface="Montserrat" panose="00000500000000000000" pitchFamily="2" charset="0"/>
              </a:rPr>
              <a:t>(id).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Use o id atributo para identificar o elemento HTML.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Em seguida, use a </a:t>
            </a:r>
            <a:r>
              <a:rPr lang="pt-BR" sz="3200" b="1" dirty="0" err="1">
                <a:latin typeface="Montserrat" panose="00000500000000000000" pitchFamily="2" charset="0"/>
              </a:rPr>
              <a:t>innerHTML</a:t>
            </a:r>
            <a:r>
              <a:rPr lang="pt-BR" sz="3200" dirty="0">
                <a:latin typeface="Montserrat" panose="00000500000000000000" pitchFamily="2" charset="0"/>
              </a:rPr>
              <a:t> para alterar o conteúdo HTML do elemento HTML: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890EC7-F995-FF6E-75A6-92883C36B696}"/>
              </a:ext>
            </a:extLst>
          </p:cNvPr>
          <p:cNvSpPr txBox="1"/>
          <p:nvPr/>
        </p:nvSpPr>
        <p:spPr>
          <a:xfrm>
            <a:off x="8142001" y="3318856"/>
            <a:ext cx="878122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pt-BR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="demo"</a:t>
            </a: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800" dirty="0"/>
            </a:br>
            <a:br>
              <a:rPr lang="pt-BR" sz="2800" dirty="0"/>
            </a:b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pt-BR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"&lt;h2&gt;</a:t>
            </a:r>
            <a:r>
              <a:rPr lang="pt-BR" sz="2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World&lt;/h2&gt;"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/script</a:t>
            </a: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71267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AC25150-DBF6-9518-051C-B8AA4799D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3534D187-2AF7-1875-853D-0D3BB7D2CA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3903D16-4E38-C47F-669B-5DF1A319F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06C304D7-232A-44EA-F9DB-E789E339FC08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790941-C71C-75CB-66CE-9E29ABE9CAA6}"/>
              </a:ext>
            </a:extLst>
          </p:cNvPr>
          <p:cNvSpPr txBox="1"/>
          <p:nvPr/>
        </p:nvSpPr>
        <p:spPr>
          <a:xfrm>
            <a:off x="614150" y="2330401"/>
            <a:ext cx="69137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Para acessar um elemento HTML, você pode usar o </a:t>
            </a:r>
            <a:r>
              <a:rPr lang="pt-BR" sz="3200" dirty="0" err="1">
                <a:latin typeface="Montserrat" panose="00000500000000000000" pitchFamily="2" charset="0"/>
              </a:rPr>
              <a:t>document.getElementById</a:t>
            </a:r>
            <a:r>
              <a:rPr lang="pt-BR" sz="3200" dirty="0">
                <a:latin typeface="Montserrat" panose="00000500000000000000" pitchFamily="2" charset="0"/>
              </a:rPr>
              <a:t>(id).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Use o id atributo para identificar o elemento HTML.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Em seguida, use a </a:t>
            </a:r>
            <a:r>
              <a:rPr lang="pt-BR" sz="3200" b="1" dirty="0" err="1">
                <a:latin typeface="Montserrat" panose="00000500000000000000" pitchFamily="2" charset="0"/>
              </a:rPr>
              <a:t>innerText</a:t>
            </a:r>
            <a:r>
              <a:rPr lang="pt-BR" sz="3200" dirty="0">
                <a:latin typeface="Montserrat" panose="00000500000000000000" pitchFamily="2" charset="0"/>
              </a:rPr>
              <a:t> para alterar o conteúdo interno  do elemento HTML: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5B8A52-9178-671F-5652-705953CE0CBF}"/>
              </a:ext>
            </a:extLst>
          </p:cNvPr>
          <p:cNvSpPr txBox="1"/>
          <p:nvPr/>
        </p:nvSpPr>
        <p:spPr>
          <a:xfrm>
            <a:off x="8142001" y="3318856"/>
            <a:ext cx="878122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pt-BR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="demo"</a:t>
            </a: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800" dirty="0"/>
            </a:br>
            <a:br>
              <a:rPr lang="pt-BR" sz="2800" dirty="0"/>
            </a:b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innerText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pt-BR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"&lt;h2&gt;</a:t>
            </a:r>
            <a:r>
              <a:rPr lang="pt-BR" sz="2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World&lt;/h2&gt;"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/script</a:t>
            </a:r>
            <a:r>
              <a:rPr lang="pt-BR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344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C5A4386-C708-83A7-CC58-D69AD02D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6BDB60F-92C9-7E37-F32C-26D964AE3E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50CA64A-7870-84EE-AA72-1EF93051E2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00B92014-2417-D7FB-F49B-010AA28DA4F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395B64-9BC5-678F-A500-D006097D7725}"/>
              </a:ext>
            </a:extLst>
          </p:cNvPr>
          <p:cNvSpPr txBox="1"/>
          <p:nvPr/>
        </p:nvSpPr>
        <p:spPr>
          <a:xfrm>
            <a:off x="1501255" y="3872598"/>
            <a:ext cx="128015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Observação</a:t>
            </a:r>
          </a:p>
          <a:p>
            <a:endParaRPr lang="pt-BR" sz="3200" b="1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Use </a:t>
            </a:r>
            <a:r>
              <a:rPr lang="pt-BR" sz="3200" dirty="0" err="1">
                <a:latin typeface="Montserrat" panose="00000500000000000000" pitchFamily="2" charset="0"/>
              </a:rPr>
              <a:t>innerHTML</a:t>
            </a:r>
            <a:r>
              <a:rPr lang="pt-BR" sz="3200" dirty="0">
                <a:latin typeface="Montserrat" panose="00000500000000000000" pitchFamily="2" charset="0"/>
              </a:rPr>
              <a:t> quando quiser alterar um elemento HTML.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Use </a:t>
            </a:r>
            <a:r>
              <a:rPr lang="pt-BR" sz="3200" dirty="0" err="1">
                <a:latin typeface="Montserrat" panose="00000500000000000000" pitchFamily="2" charset="0"/>
              </a:rPr>
              <a:t>innerText</a:t>
            </a:r>
            <a:r>
              <a:rPr lang="pt-BR" sz="3200" dirty="0">
                <a:latin typeface="Montserrat" panose="00000500000000000000" pitchFamily="2" charset="0"/>
              </a:rPr>
              <a:t> quando quiser alterar apenas o texto simples.</a:t>
            </a:r>
          </a:p>
        </p:txBody>
      </p:sp>
    </p:spTree>
    <p:extLst>
      <p:ext uri="{BB962C8B-B14F-4D97-AF65-F5344CB8AC3E}">
        <p14:creationId xmlns:p14="http://schemas.microsoft.com/office/powerpoint/2010/main" val="1484859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F4A7AC6-E2C4-5EF4-DA2F-78A2C8FF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B237EEA-7D71-8388-D67A-FF2628E580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E03A8F1-BFBB-3080-56B9-3364596F9E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1EB84DED-C3CD-2E4A-FDBF-CE7E69C30D33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57717A-4C5D-7B49-6DC5-D1C32EB2143A}"/>
              </a:ext>
            </a:extLst>
          </p:cNvPr>
          <p:cNvSpPr txBox="1"/>
          <p:nvPr/>
        </p:nvSpPr>
        <p:spPr>
          <a:xfrm>
            <a:off x="955345" y="2662370"/>
            <a:ext cx="130199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Variáveis ​​</a:t>
            </a:r>
            <a:r>
              <a:rPr lang="pt-BR" sz="3200" dirty="0" err="1">
                <a:latin typeface="Montserrat" panose="00000500000000000000" pitchFamily="2" charset="0"/>
              </a:rPr>
              <a:t>JavaScript</a:t>
            </a:r>
            <a:r>
              <a:rPr lang="pt-BR" sz="3200" dirty="0">
                <a:latin typeface="Montserrat" panose="00000500000000000000" pitchFamily="2" charset="0"/>
              </a:rPr>
              <a:t> podem ser declaradas de 4 maneiras: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 err="1">
                <a:latin typeface="Montserrat" panose="00000500000000000000" pitchFamily="2" charset="0"/>
              </a:rPr>
              <a:t>JavaScript</a:t>
            </a:r>
            <a:r>
              <a:rPr lang="pt-BR" sz="3200" dirty="0">
                <a:latin typeface="Montserrat" panose="00000500000000000000" pitchFamily="2" charset="0"/>
              </a:rPr>
              <a:t> moderno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Usando </a:t>
            </a:r>
            <a:r>
              <a:rPr lang="pt-BR" sz="3200" b="1" dirty="0" err="1">
                <a:latin typeface="Montserrat" panose="00000500000000000000" pitchFamily="2" charset="0"/>
              </a:rPr>
              <a:t>let</a:t>
            </a:r>
            <a:endParaRPr lang="pt-BR" sz="3200" b="1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Usando </a:t>
            </a:r>
            <a:r>
              <a:rPr lang="pt-BR" sz="3200" b="1" dirty="0" err="1">
                <a:latin typeface="Montserrat" panose="00000500000000000000" pitchFamily="2" charset="0"/>
              </a:rPr>
              <a:t>const</a:t>
            </a:r>
            <a:endParaRPr lang="pt-BR" sz="3200" b="1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b="1" dirty="0">
              <a:latin typeface="Montserrat" panose="00000500000000000000" pitchFamily="2" charset="0"/>
            </a:endParaRPr>
          </a:p>
          <a:p>
            <a:r>
              <a:rPr lang="pt-BR" sz="3200" dirty="0" err="1">
                <a:latin typeface="Montserrat" panose="00000500000000000000" pitchFamily="2" charset="0"/>
              </a:rPr>
              <a:t>JavaScript</a:t>
            </a:r>
            <a:r>
              <a:rPr lang="pt-BR" sz="3200" dirty="0">
                <a:latin typeface="Montserrat" panose="00000500000000000000" pitchFamily="2" charset="0"/>
              </a:rPr>
              <a:t> mais antigo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Usando </a:t>
            </a:r>
            <a:r>
              <a:rPr lang="pt-BR" sz="3200" b="1" dirty="0">
                <a:latin typeface="Montserrat" panose="00000500000000000000" pitchFamily="2" charset="0"/>
              </a:rPr>
              <a:t>var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Automaticamente (não recomendado)</a:t>
            </a:r>
          </a:p>
        </p:txBody>
      </p:sp>
    </p:spTree>
    <p:extLst>
      <p:ext uri="{BB962C8B-B14F-4D97-AF65-F5344CB8AC3E}">
        <p14:creationId xmlns:p14="http://schemas.microsoft.com/office/powerpoint/2010/main" val="30638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DF6E03F-C106-0A26-4227-6893F8C3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C9576B26-33C1-0EF6-67BE-031AC110E6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3480C5A-B7F0-9BC2-479A-BDB45834E1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7FDB42C-B5FB-5DF8-6FD4-23742B585288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99B24F-0593-5E40-36C7-0F18B0D005AA}"/>
              </a:ext>
            </a:extLst>
          </p:cNvPr>
          <p:cNvSpPr txBox="1"/>
          <p:nvPr/>
        </p:nvSpPr>
        <p:spPr>
          <a:xfrm>
            <a:off x="955345" y="2662370"/>
            <a:ext cx="1510807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Quando usar var, </a:t>
            </a:r>
            <a:r>
              <a:rPr lang="pt-BR" sz="3200" dirty="0" err="1">
                <a:latin typeface="Montserrat" panose="00000500000000000000" pitchFamily="2" charset="0"/>
              </a:rPr>
              <a:t>let</a:t>
            </a:r>
            <a:r>
              <a:rPr lang="pt-BR" sz="3200" dirty="0">
                <a:latin typeface="Montserrat" panose="00000500000000000000" pitchFamily="2" charset="0"/>
              </a:rPr>
              <a:t> ou </a:t>
            </a:r>
            <a:r>
              <a:rPr lang="pt-BR" sz="3200" dirty="0" err="1">
                <a:latin typeface="Montserrat" panose="00000500000000000000" pitchFamily="2" charset="0"/>
              </a:rPr>
              <a:t>const</a:t>
            </a:r>
            <a:r>
              <a:rPr lang="pt-BR" sz="3200" dirty="0">
                <a:latin typeface="Montserrat" panose="00000500000000000000" pitchFamily="2" charset="0"/>
              </a:rPr>
              <a:t>?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1. Sempre declare variáveis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2. Sempre use </a:t>
            </a:r>
            <a:r>
              <a:rPr lang="pt-BR" sz="3200" dirty="0" err="1">
                <a:latin typeface="Montserrat" panose="00000500000000000000" pitchFamily="2" charset="0"/>
              </a:rPr>
              <a:t>const</a:t>
            </a:r>
            <a:r>
              <a:rPr lang="pt-BR" sz="3200" dirty="0">
                <a:latin typeface="Montserrat" panose="00000500000000000000" pitchFamily="2" charset="0"/>
              </a:rPr>
              <a:t> se o valor não deve ser alterado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3. Sempre use </a:t>
            </a:r>
            <a:r>
              <a:rPr lang="pt-BR" sz="3200" dirty="0" err="1">
                <a:latin typeface="Montserrat" panose="00000500000000000000" pitchFamily="2" charset="0"/>
              </a:rPr>
              <a:t>const</a:t>
            </a:r>
            <a:r>
              <a:rPr lang="pt-BR" sz="3200" dirty="0">
                <a:latin typeface="Montserrat" panose="00000500000000000000" pitchFamily="2" charset="0"/>
              </a:rPr>
              <a:t> se o tipo não deve ser alterado (</a:t>
            </a:r>
            <a:r>
              <a:rPr lang="pt-BR" sz="3200" dirty="0" err="1">
                <a:latin typeface="Montserrat" panose="00000500000000000000" pitchFamily="2" charset="0"/>
              </a:rPr>
              <a:t>Arrays</a:t>
            </a:r>
            <a:r>
              <a:rPr lang="pt-BR" sz="3200" dirty="0">
                <a:latin typeface="Montserrat" panose="00000500000000000000" pitchFamily="2" charset="0"/>
              </a:rPr>
              <a:t> e Objetos)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4. Use somente </a:t>
            </a:r>
            <a:r>
              <a:rPr lang="pt-BR" sz="3200" dirty="0" err="1">
                <a:latin typeface="Montserrat" panose="00000500000000000000" pitchFamily="2" charset="0"/>
              </a:rPr>
              <a:t>let</a:t>
            </a:r>
            <a:r>
              <a:rPr lang="pt-BR" sz="3200" dirty="0">
                <a:latin typeface="Montserrat" panose="00000500000000000000" pitchFamily="2" charset="0"/>
              </a:rPr>
              <a:t> se não puder usar </a:t>
            </a:r>
            <a:r>
              <a:rPr lang="pt-BR" sz="3200" dirty="0" err="1">
                <a:latin typeface="Montserrat" panose="00000500000000000000" pitchFamily="2" charset="0"/>
              </a:rPr>
              <a:t>const</a:t>
            </a:r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5. Nunca use var se você puder usar </a:t>
            </a:r>
            <a:r>
              <a:rPr lang="pt-BR" sz="3200" dirty="0" err="1">
                <a:latin typeface="Montserrat" panose="00000500000000000000" pitchFamily="2" charset="0"/>
              </a:rPr>
              <a:t>let</a:t>
            </a:r>
            <a:r>
              <a:rPr lang="pt-BR" sz="3200" dirty="0">
                <a:latin typeface="Montserrat" panose="00000500000000000000" pitchFamily="2" charset="0"/>
              </a:rPr>
              <a:t> ou const.</a:t>
            </a:r>
          </a:p>
        </p:txBody>
      </p:sp>
    </p:spTree>
    <p:extLst>
      <p:ext uri="{BB962C8B-B14F-4D97-AF65-F5344CB8AC3E}">
        <p14:creationId xmlns:p14="http://schemas.microsoft.com/office/powerpoint/2010/main" val="405276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C0A38F9-BE7D-FF03-23E5-D21D740D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3838481-A985-A75D-AB72-CF32455320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59029E2-D6EB-3561-6E8C-ED464072E5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6A14D8D-0BCF-48AF-3387-6FAF5489BB6F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9A07FF-B378-F50C-3B49-9FE66CA4BF34}"/>
              </a:ext>
            </a:extLst>
          </p:cNvPr>
          <p:cNvSpPr txBox="1"/>
          <p:nvPr/>
        </p:nvSpPr>
        <p:spPr>
          <a:xfrm>
            <a:off x="955345" y="2662370"/>
            <a:ext cx="776336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foi introduzida no ES6 (2015)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Variáveis ​​declaradas com </a:t>
            </a:r>
            <a:r>
              <a:rPr lang="pt-BR" sz="2400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têm escopo de bloco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Variáveis ​​declaradas com </a:t>
            </a:r>
            <a:r>
              <a:rPr lang="pt-BR" sz="2400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devem ser declaradas antes do uso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Variáveis ​​declaradas com </a:t>
            </a:r>
            <a:r>
              <a:rPr lang="pt-BR" sz="2400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não podem ser redeclaradas no mesmo escopo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 err="1">
                <a:latin typeface="Montserrat" panose="00000500000000000000" pitchFamily="2" charset="0"/>
              </a:rPr>
              <a:t>JavaScript</a:t>
            </a:r>
            <a:r>
              <a:rPr lang="pt-BR" sz="2400" dirty="0">
                <a:latin typeface="Montserrat" panose="00000500000000000000" pitchFamily="2" charset="0"/>
              </a:rPr>
              <a:t> tinha Escopo Global e Escopo de Função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O ES6 introduziu duas novas palavras-chave </a:t>
            </a:r>
            <a:r>
              <a:rPr lang="pt-BR" sz="2400" dirty="0" err="1">
                <a:latin typeface="Montserrat" panose="00000500000000000000" pitchFamily="2" charset="0"/>
              </a:rPr>
              <a:t>JavaScript</a:t>
            </a:r>
            <a:r>
              <a:rPr lang="pt-BR" sz="2400" dirty="0">
                <a:latin typeface="Montserrat" panose="00000500000000000000" pitchFamily="2" charset="0"/>
              </a:rPr>
              <a:t>: </a:t>
            </a:r>
            <a:r>
              <a:rPr lang="pt-BR" sz="2400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e const.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Essas duas palavras-chave forneceram o Block </a:t>
            </a:r>
            <a:r>
              <a:rPr lang="pt-BR" sz="2400" dirty="0" err="1">
                <a:latin typeface="Montserrat" panose="00000500000000000000" pitchFamily="2" charset="0"/>
              </a:rPr>
              <a:t>Scope</a:t>
            </a:r>
            <a:r>
              <a:rPr lang="pt-BR" sz="2400" dirty="0">
                <a:latin typeface="Montserrat" panose="00000500000000000000" pitchFamily="2" charset="0"/>
              </a:rPr>
              <a:t> em </a:t>
            </a:r>
            <a:r>
              <a:rPr lang="pt-BR" sz="2400" dirty="0" err="1">
                <a:latin typeface="Montserrat" panose="00000500000000000000" pitchFamily="2" charset="0"/>
              </a:rPr>
              <a:t>JavaScript</a:t>
            </a:r>
            <a:r>
              <a:rPr lang="pt-BR" sz="2400" dirty="0">
                <a:latin typeface="Montserrat" panose="00000500000000000000" pitchFamily="2" charset="0"/>
              </a:rPr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B4DC946-7B4D-CFD0-58DF-3A64C0F22C7A}"/>
              </a:ext>
            </a:extLst>
          </p:cNvPr>
          <p:cNvSpPr txBox="1"/>
          <p:nvPr/>
        </p:nvSpPr>
        <p:spPr>
          <a:xfrm>
            <a:off x="9674050" y="2866636"/>
            <a:ext cx="92395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800"/>
            </a:br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80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/>
            </a:br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800"/>
            </a:br>
            <a:r>
              <a:rPr lang="en-US" sz="28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x NÃO pode ser usada aqui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066F45-9FF7-33C9-87E8-9AEF60A420D6}"/>
              </a:ext>
            </a:extLst>
          </p:cNvPr>
          <p:cNvSpPr txBox="1"/>
          <p:nvPr/>
        </p:nvSpPr>
        <p:spPr>
          <a:xfrm>
            <a:off x="9674050" y="5604483"/>
            <a:ext cx="95056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800" dirty="0"/>
            </a:br>
            <a: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x PODE ser </a:t>
            </a:r>
            <a:r>
              <a:rPr lang="en-US" sz="2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usada</a:t>
            </a:r>
            <a: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aqui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656992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BAE1807-BE73-49B0-EB92-EE25597B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1135615-F052-3ACD-45C7-969387CECA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AC3A6BC-A923-F438-D911-9B93EDACD9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6D88ABC-81EB-AB2D-4447-DEF13D1C1284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36BD4F-2215-508D-7539-528E88FD896A}"/>
              </a:ext>
            </a:extLst>
          </p:cNvPr>
          <p:cNvSpPr txBox="1"/>
          <p:nvPr/>
        </p:nvSpPr>
        <p:spPr>
          <a:xfrm>
            <a:off x="955345" y="2662370"/>
            <a:ext cx="776336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foi introduzida no ES6 (2015)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Variáveis ​​declaradas com </a:t>
            </a:r>
            <a:r>
              <a:rPr lang="pt-BR" sz="2400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têm escopo de bloco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Variáveis ​​declaradas com </a:t>
            </a:r>
            <a:r>
              <a:rPr lang="pt-BR" sz="2400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devem ser declaradas antes do uso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Variáveis ​​declaradas com </a:t>
            </a:r>
            <a:r>
              <a:rPr lang="pt-BR" sz="2400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não podem ser redeclaradas no mesmo escopo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r>
              <a:rPr lang="pt-BR" sz="2400" dirty="0" err="1">
                <a:latin typeface="Montserrat" panose="00000500000000000000" pitchFamily="2" charset="0"/>
              </a:rPr>
              <a:t>JavaScript</a:t>
            </a:r>
            <a:r>
              <a:rPr lang="pt-BR" sz="2400" dirty="0">
                <a:latin typeface="Montserrat" panose="00000500000000000000" pitchFamily="2" charset="0"/>
              </a:rPr>
              <a:t> tinha Escopo Global e Escopo de Função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O ES6 introduziu duas novas palavras-chave </a:t>
            </a:r>
            <a:r>
              <a:rPr lang="pt-BR" sz="2400" dirty="0" err="1">
                <a:latin typeface="Montserrat" panose="00000500000000000000" pitchFamily="2" charset="0"/>
              </a:rPr>
              <a:t>JavaScript</a:t>
            </a:r>
            <a:r>
              <a:rPr lang="pt-BR" sz="2400" dirty="0">
                <a:latin typeface="Montserrat" panose="00000500000000000000" pitchFamily="2" charset="0"/>
              </a:rPr>
              <a:t>: </a:t>
            </a:r>
            <a:r>
              <a:rPr lang="pt-BR" sz="2400" dirty="0" err="1">
                <a:latin typeface="Montserrat" panose="00000500000000000000" pitchFamily="2" charset="0"/>
              </a:rPr>
              <a:t>let</a:t>
            </a:r>
            <a:r>
              <a:rPr lang="pt-BR" sz="2400" dirty="0">
                <a:latin typeface="Montserrat" panose="00000500000000000000" pitchFamily="2" charset="0"/>
              </a:rPr>
              <a:t> e const.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Essas duas palavras-chave forneceram o Block </a:t>
            </a:r>
            <a:r>
              <a:rPr lang="pt-BR" sz="2400" dirty="0" err="1">
                <a:latin typeface="Montserrat" panose="00000500000000000000" pitchFamily="2" charset="0"/>
              </a:rPr>
              <a:t>Scope</a:t>
            </a:r>
            <a:r>
              <a:rPr lang="pt-BR" sz="2400" dirty="0">
                <a:latin typeface="Montserrat" panose="00000500000000000000" pitchFamily="2" charset="0"/>
              </a:rPr>
              <a:t> em </a:t>
            </a:r>
            <a:r>
              <a:rPr lang="pt-BR" sz="2400" dirty="0" err="1">
                <a:latin typeface="Montserrat" panose="00000500000000000000" pitchFamily="2" charset="0"/>
              </a:rPr>
              <a:t>JavaScript</a:t>
            </a:r>
            <a:r>
              <a:rPr lang="pt-BR" sz="2400" dirty="0">
                <a:latin typeface="Montserrat" panose="00000500000000000000" pitchFamily="2" charset="0"/>
              </a:rPr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F0AC34-B7E0-E5B2-CCE3-91E7AE203E31}"/>
              </a:ext>
            </a:extLst>
          </p:cNvPr>
          <p:cNvSpPr txBox="1"/>
          <p:nvPr/>
        </p:nvSpPr>
        <p:spPr>
          <a:xfrm>
            <a:off x="9674050" y="2866636"/>
            <a:ext cx="92395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800"/>
            </a:br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800" b="0" i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/>
            </a:br>
            <a:r>
              <a:rPr lang="en-US" sz="28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800"/>
            </a:br>
            <a:r>
              <a:rPr lang="en-US" sz="2800" b="0" i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x NÃO pode ser usada aqui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0C42036-E24D-4FE7-55FA-7E84B95C68B9}"/>
              </a:ext>
            </a:extLst>
          </p:cNvPr>
          <p:cNvSpPr txBox="1"/>
          <p:nvPr/>
        </p:nvSpPr>
        <p:spPr>
          <a:xfrm>
            <a:off x="9674050" y="5604483"/>
            <a:ext cx="95056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800" dirty="0"/>
            </a:br>
            <a: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x PODE ser </a:t>
            </a:r>
            <a:r>
              <a:rPr lang="en-US" sz="2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usada</a:t>
            </a:r>
            <a: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aqui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569741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52E7E61-751E-A6D9-50C9-C5FB6C64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FFAE2C3-CA14-E44E-4259-88E111AD4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CBA33F4B-D237-C3D7-A079-48A4FAA84A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435CF51-470B-6B8A-F905-454D31F131CF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F55DF00-EB20-DBB2-0A95-E1185441649F}"/>
              </a:ext>
            </a:extLst>
          </p:cNvPr>
          <p:cNvSpPr txBox="1"/>
          <p:nvPr/>
        </p:nvSpPr>
        <p:spPr>
          <a:xfrm>
            <a:off x="1310183" y="2734981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Agora x </a:t>
            </a:r>
            <a: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  <a:t>é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2</a:t>
            </a:r>
            <a:b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Agora x é 3</a:t>
            </a:r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2CE730-C057-1875-F784-300F84221225}"/>
              </a:ext>
            </a:extLst>
          </p:cNvPr>
          <p:cNvSpPr txBox="1"/>
          <p:nvPr/>
        </p:nvSpPr>
        <p:spPr>
          <a:xfrm>
            <a:off x="8161363" y="3241941"/>
            <a:ext cx="923953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Permitido</a:t>
            </a:r>
            <a:b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Não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permitido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Permitido</a:t>
            </a:r>
            <a:endParaRPr lang="en-US" sz="2400" b="0" i="0" dirty="0"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Não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Permitido</a:t>
            </a:r>
            <a:b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  <a:t>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Permitido</a:t>
            </a:r>
            <a:b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Não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Permitido</a:t>
            </a:r>
            <a:endParaRPr lang="en-US" sz="2400" b="0" i="0" dirty="0"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F8FCFD0-386E-FEC2-F0F9-7D62232AFFA7}"/>
              </a:ext>
            </a:extLst>
          </p:cNvPr>
          <p:cNvSpPr txBox="1"/>
          <p:nvPr/>
        </p:nvSpPr>
        <p:spPr>
          <a:xfrm>
            <a:off x="6558860" y="2712551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Com </a:t>
            </a:r>
            <a:r>
              <a:rPr lang="pt-BR" sz="2400" dirty="0" err="1"/>
              <a:t>let</a:t>
            </a:r>
            <a:r>
              <a:rPr lang="pt-BR" sz="2400" dirty="0"/>
              <a:t>, redeclarar uma variável no mesmo bloco NÃO é permitido: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5EB1246-219F-547E-E711-225BD0AD86D1}"/>
              </a:ext>
            </a:extLst>
          </p:cNvPr>
          <p:cNvSpPr txBox="1"/>
          <p:nvPr/>
        </p:nvSpPr>
        <p:spPr>
          <a:xfrm>
            <a:off x="1262416" y="5501381"/>
            <a:ext cx="92395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dirty="0" err="1">
                <a:solidFill>
                  <a:srgbClr val="708090"/>
                </a:solidFill>
                <a:latin typeface="Consolas" panose="020B0609020204030204" pitchFamily="49" charset="0"/>
              </a:rPr>
              <a:t>Permitido</a:t>
            </a:r>
            <a:b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dirty="0" err="1">
                <a:solidFill>
                  <a:srgbClr val="708090"/>
                </a:solidFill>
                <a:latin typeface="Consolas" panose="020B0609020204030204" pitchFamily="49" charset="0"/>
              </a:rPr>
              <a:t>Permitido</a:t>
            </a:r>
            <a:b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dirty="0" err="1">
                <a:solidFill>
                  <a:srgbClr val="708090"/>
                </a:solidFill>
                <a:latin typeface="Consolas" panose="020B0609020204030204" pitchFamily="49" charset="0"/>
              </a:rPr>
              <a:t>Permitido</a:t>
            </a:r>
            <a:b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64582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8560544-B8F0-E2C2-A8A2-BD5ADADB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8DEEC0A-AB10-BA8A-3B53-CA8686D5D7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8457F7E-C343-BDF4-1F4A-E9395475927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412F810-280E-BC95-9982-19B6427D98A1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1EC111-5059-C2CC-E955-90112A30398C}"/>
              </a:ext>
            </a:extLst>
          </p:cNvPr>
          <p:cNvSpPr txBox="1"/>
          <p:nvPr/>
        </p:nvSpPr>
        <p:spPr>
          <a:xfrm>
            <a:off x="1419367" y="2688002"/>
            <a:ext cx="9144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 Código </a:t>
            </a:r>
            <a:r>
              <a:rPr lang="en-US" sz="2800" b="1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não</a:t>
            </a:r>
            <a: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consegue</a:t>
            </a:r>
            <a: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usar </a:t>
            </a:r>
            <a:r>
              <a:rPr lang="en-US" sz="2800" dirty="0" err="1">
                <a:solidFill>
                  <a:srgbClr val="708090"/>
                </a:solidFill>
                <a:latin typeface="Consolas" panose="020B0609020204030204" pitchFamily="49" charset="0"/>
              </a:rPr>
              <a:t>carName</a:t>
            </a:r>
            <a:r>
              <a:rPr lang="en-US" sz="2800" dirty="0">
                <a:solidFill>
                  <a:srgbClr val="70809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708090"/>
                </a:solidFill>
                <a:latin typeface="Consolas" panose="020B0609020204030204" pitchFamily="49" charset="0"/>
              </a:rPr>
              <a:t>aqui</a:t>
            </a:r>
            <a:endParaRPr lang="en-US" sz="28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br>
              <a:rPr lang="en-US" sz="2800" dirty="0"/>
            </a:br>
            <a:r>
              <a:rPr lang="en-US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minhaFuncao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carName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sz="2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800" dirty="0">
                <a:solidFill>
                  <a:srgbClr val="708090"/>
                </a:solidFill>
                <a:latin typeface="Consolas" panose="020B0609020204030204" pitchFamily="49" charset="0"/>
              </a:rPr>
              <a:t>o Código </a:t>
            </a:r>
            <a:r>
              <a:rPr lang="en-US" sz="2800" b="1" dirty="0" err="1">
                <a:solidFill>
                  <a:srgbClr val="708090"/>
                </a:solidFill>
                <a:latin typeface="Consolas" panose="020B0609020204030204" pitchFamily="49" charset="0"/>
              </a:rPr>
              <a:t>consegue</a:t>
            </a:r>
            <a:r>
              <a:rPr lang="en-US" sz="2800" dirty="0">
                <a:solidFill>
                  <a:srgbClr val="708090"/>
                </a:solidFill>
                <a:latin typeface="Consolas" panose="020B0609020204030204" pitchFamily="49" charset="0"/>
              </a:rPr>
              <a:t> usar </a:t>
            </a:r>
            <a:r>
              <a:rPr lang="en-US" sz="2800" dirty="0" err="1">
                <a:solidFill>
                  <a:srgbClr val="708090"/>
                </a:solidFill>
                <a:latin typeface="Consolas" panose="020B0609020204030204" pitchFamily="49" charset="0"/>
              </a:rPr>
              <a:t>carName</a:t>
            </a:r>
            <a:r>
              <a:rPr lang="en-US" sz="2800" dirty="0">
                <a:solidFill>
                  <a:srgbClr val="70809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708090"/>
                </a:solidFill>
                <a:latin typeface="Consolas" panose="020B0609020204030204" pitchFamily="49" charset="0"/>
              </a:rPr>
              <a:t>aqui</a:t>
            </a:r>
            <a:br>
              <a:rPr lang="en-US" sz="2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>
                <a:solidFill>
                  <a:srgbClr val="708090"/>
                </a:solidFill>
                <a:latin typeface="Consolas" panose="020B0609020204030204" pitchFamily="49" charset="0"/>
              </a:rPr>
              <a:t>// o Código </a:t>
            </a:r>
            <a:r>
              <a:rPr lang="en-US" sz="2800" b="1" dirty="0" err="1">
                <a:solidFill>
                  <a:srgbClr val="708090"/>
                </a:solidFill>
                <a:latin typeface="Consolas" panose="020B0609020204030204" pitchFamily="49" charset="0"/>
              </a:rPr>
              <a:t>não</a:t>
            </a:r>
            <a:r>
              <a:rPr lang="en-US" sz="2800" dirty="0">
                <a:solidFill>
                  <a:srgbClr val="70809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708090"/>
                </a:solidFill>
                <a:latin typeface="Consolas" panose="020B0609020204030204" pitchFamily="49" charset="0"/>
              </a:rPr>
              <a:t>consegue</a:t>
            </a:r>
            <a:r>
              <a:rPr lang="en-US" sz="2800" dirty="0">
                <a:solidFill>
                  <a:srgbClr val="708090"/>
                </a:solidFill>
                <a:latin typeface="Consolas" panose="020B0609020204030204" pitchFamily="49" charset="0"/>
              </a:rPr>
              <a:t> usar </a:t>
            </a:r>
            <a:r>
              <a:rPr lang="en-US" sz="2800" dirty="0" err="1">
                <a:solidFill>
                  <a:srgbClr val="708090"/>
                </a:solidFill>
                <a:latin typeface="Consolas" panose="020B0609020204030204" pitchFamily="49" charset="0"/>
              </a:rPr>
              <a:t>carName</a:t>
            </a:r>
            <a:r>
              <a:rPr lang="en-US" sz="2800" dirty="0">
                <a:solidFill>
                  <a:srgbClr val="70809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708090"/>
                </a:solidFill>
                <a:latin typeface="Consolas" panose="020B0609020204030204" pitchFamily="49" charset="0"/>
              </a:rPr>
              <a:t>aqui</a:t>
            </a:r>
            <a:endParaRPr lang="en-US" sz="2800" dirty="0">
              <a:solidFill>
                <a:srgbClr val="70809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73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610D3C5-AB13-7846-861B-93537DC6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CFE7EFF-F827-57EF-69B8-80171A1046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7BED1B7-7550-1A26-4668-68523A6100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5E99C30-3EE7-B5C4-2395-5BBA675ED62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5D3878-4E1B-C9B2-FF4E-8E1A320D113E}"/>
              </a:ext>
            </a:extLst>
          </p:cNvPr>
          <p:cNvSpPr txBox="1"/>
          <p:nvPr/>
        </p:nvSpPr>
        <p:spPr>
          <a:xfrm>
            <a:off x="955344" y="2662370"/>
            <a:ext cx="1443933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Em </a:t>
            </a:r>
            <a:r>
              <a:rPr lang="pt-BR" sz="2400" dirty="0" err="1">
                <a:latin typeface="Montserrat" panose="00000500000000000000" pitchFamily="2" charset="0"/>
              </a:rPr>
              <a:t>JavaScript</a:t>
            </a:r>
            <a:r>
              <a:rPr lang="pt-BR" sz="2400" dirty="0">
                <a:latin typeface="Montserrat" panose="00000500000000000000" pitchFamily="2" charset="0"/>
              </a:rPr>
              <a:t>, parâmetros e argumentos de função são conceitos distintos: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Parâmetros são os nomes listados na definição da função.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Parâmetros são os nomes dos valores que serão passados.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Argumentos são os valores passados ​​para a função quando ela é invocada ou chamada.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Argumentos são os valores recebidos pela função.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5F8D96-DF6C-DE96-60C3-AA2D8D5782BC}"/>
              </a:ext>
            </a:extLst>
          </p:cNvPr>
          <p:cNvSpPr txBox="1"/>
          <p:nvPr/>
        </p:nvSpPr>
        <p:spPr>
          <a:xfrm>
            <a:off x="2709080" y="4232030"/>
            <a:ext cx="9239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greet(name, age) {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FF5500"/>
                </a:solidFill>
                <a:effectLst/>
                <a:latin typeface="Consolas" panose="020B0609020204030204" pitchFamily="49" charset="0"/>
              </a:rPr>
              <a:t>`Hello $name! You are ${age} years old.`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48D9122-B241-2945-8F1F-F41735C537ED}"/>
              </a:ext>
            </a:extLst>
          </p:cNvPr>
          <p:cNvSpPr txBox="1"/>
          <p:nvPr/>
        </p:nvSpPr>
        <p:spPr>
          <a:xfrm>
            <a:off x="2709080" y="6883887"/>
            <a:ext cx="923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8569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B3502E4-53E4-E592-5802-4340C052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2FF982A-5800-7207-4275-0BEE0309FB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A1F47A7-0ACC-462A-6BC7-55E19C3D32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502A352F-9414-161F-EC60-51174A53DA09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634479-E721-2891-5191-2822AD4EFCF9}"/>
              </a:ext>
            </a:extLst>
          </p:cNvPr>
          <p:cNvSpPr txBox="1"/>
          <p:nvPr/>
        </p:nvSpPr>
        <p:spPr>
          <a:xfrm>
            <a:off x="955345" y="2662370"/>
            <a:ext cx="136204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Um objeto é uma variável que pode conter muitas variáveis.</a:t>
            </a: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Objetos são coleções de pares chave-valor , onde cada chave (conhecida como nomes de propriedade ) tem um valor.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anose="00000500000000000000" pitchFamily="2" charset="0"/>
              </a:rPr>
              <a:t>Objetos podem descrever qualquer coisa, como casas, carros, pessoas, animais ou qualquer outro assunto..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427A7A-8D98-2059-76B8-350C41647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9907" y="5143500"/>
            <a:ext cx="13707414" cy="331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643CECE-B721-3D4F-950A-C1594DD3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083BE34-7119-3BBA-C33B-19B0CF10F4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B9A50D8-F0E2-F7D3-22EE-E06CC4D53D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DCE5691-F817-5C78-E4B0-E74DFA71D77C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18FBA3-892A-932F-A994-43646B55A757}"/>
              </a:ext>
            </a:extLst>
          </p:cNvPr>
          <p:cNvSpPr txBox="1"/>
          <p:nvPr/>
        </p:nvSpPr>
        <p:spPr>
          <a:xfrm>
            <a:off x="2086913" y="3310568"/>
            <a:ext cx="1397650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Consolas" panose="020B0609020204030204" pitchFamily="49" charset="0"/>
              </a:rPr>
              <a:t>&lt;p id="demo"&gt;&lt;/p&gt;</a:t>
            </a:r>
          </a:p>
          <a:p>
            <a:endParaRPr lang="pt-BR" sz="2400" dirty="0">
              <a:latin typeface="Consolas" panose="020B0609020204030204" pitchFamily="49" charset="0"/>
            </a:endParaRPr>
          </a:p>
          <a:p>
            <a:r>
              <a:rPr lang="pt-BR" sz="2400" dirty="0">
                <a:latin typeface="Consolas" panose="020B0609020204030204" pitchFamily="49" charset="0"/>
              </a:rPr>
              <a:t>&lt;script&gt;</a:t>
            </a:r>
          </a:p>
          <a:p>
            <a:r>
              <a:rPr lang="pt-BR" sz="2400" dirty="0" err="1">
                <a:latin typeface="Consolas" panose="020B0609020204030204" pitchFamily="49" charset="0"/>
              </a:rPr>
              <a:t>const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car</a:t>
            </a:r>
            <a:r>
              <a:rPr lang="pt-BR" sz="2400" dirty="0">
                <a:latin typeface="Consolas" panose="020B0609020204030204" pitchFamily="49" charset="0"/>
              </a:rPr>
              <a:t> = {</a:t>
            </a:r>
            <a:r>
              <a:rPr lang="pt-BR" sz="2400" dirty="0" err="1">
                <a:latin typeface="Consolas" panose="020B0609020204030204" pitchFamily="49" charset="0"/>
              </a:rPr>
              <a:t>type</a:t>
            </a:r>
            <a:r>
              <a:rPr lang="pt-BR" sz="2400" dirty="0">
                <a:latin typeface="Consolas" panose="020B0609020204030204" pitchFamily="49" charset="0"/>
              </a:rPr>
              <a:t>:"Fiat", model:"500", color:"</a:t>
            </a:r>
            <a:r>
              <a:rPr lang="pt-BR" sz="2400" dirty="0" err="1">
                <a:latin typeface="Consolas" panose="020B0609020204030204" pitchFamily="49" charset="0"/>
              </a:rPr>
              <a:t>white</a:t>
            </a:r>
            <a:r>
              <a:rPr lang="pt-BR" sz="2400" dirty="0">
                <a:latin typeface="Consolas" panose="020B0609020204030204" pitchFamily="49" charset="0"/>
              </a:rPr>
              <a:t>"};</a:t>
            </a:r>
          </a:p>
          <a:p>
            <a:r>
              <a:rPr lang="pt-BR" sz="2400" dirty="0" err="1">
                <a:latin typeface="Consolas" panose="020B0609020204030204" pitchFamily="49" charset="0"/>
              </a:rPr>
              <a:t>car.type</a:t>
            </a:r>
            <a:r>
              <a:rPr lang="pt-BR" sz="2400" dirty="0">
                <a:latin typeface="Consolas" panose="020B0609020204030204" pitchFamily="49" charset="0"/>
              </a:rPr>
              <a:t> = "Renault";</a:t>
            </a:r>
          </a:p>
          <a:p>
            <a:endParaRPr lang="pt-BR" sz="2400" dirty="0">
              <a:latin typeface="Consolas" panose="020B0609020204030204" pitchFamily="49" charset="0"/>
            </a:endParaRPr>
          </a:p>
          <a:p>
            <a:r>
              <a:rPr lang="pt-BR" sz="2400" dirty="0" err="1">
                <a:latin typeface="Consolas" panose="020B0609020204030204" pitchFamily="49" charset="0"/>
              </a:rPr>
              <a:t>document.getElementById</a:t>
            </a:r>
            <a:r>
              <a:rPr lang="pt-BR" sz="2400" dirty="0">
                <a:latin typeface="Consolas" panose="020B0609020204030204" pitchFamily="49" charset="0"/>
              </a:rPr>
              <a:t>("demo").</a:t>
            </a:r>
            <a:r>
              <a:rPr lang="pt-BR" sz="2400" dirty="0" err="1">
                <a:latin typeface="Consolas" panose="020B0609020204030204" pitchFamily="49" charset="0"/>
              </a:rPr>
              <a:t>innerHTML</a:t>
            </a:r>
            <a:r>
              <a:rPr lang="pt-BR" sz="2400" dirty="0">
                <a:latin typeface="Consolas" panose="020B0609020204030204" pitchFamily="49" charset="0"/>
              </a:rPr>
              <a:t> = “o tipo do carro eh" + </a:t>
            </a:r>
            <a:r>
              <a:rPr lang="pt-BR" sz="2400" dirty="0" err="1">
                <a:latin typeface="Consolas" panose="020B0609020204030204" pitchFamily="49" charset="0"/>
              </a:rPr>
              <a:t>car.type</a:t>
            </a:r>
            <a:r>
              <a:rPr lang="pt-BR" sz="2400" dirty="0"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&lt;/script&gt;</a:t>
            </a:r>
          </a:p>
          <a:p>
            <a:endParaRPr lang="pt-BR" sz="2400" dirty="0">
              <a:latin typeface="Consolas" panose="020B0609020204030204" pitchFamily="49" charset="0"/>
            </a:endParaRPr>
          </a:p>
          <a:p>
            <a:r>
              <a:rPr lang="pt-BR" sz="2400" dirty="0">
                <a:latin typeface="Consolas" panose="020B0609020204030204" pitchFamily="49" charset="0"/>
              </a:rPr>
              <a:t>&lt;/body&gt;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&lt;/</a:t>
            </a:r>
            <a:r>
              <a:rPr lang="pt-BR" sz="2400" dirty="0" err="1">
                <a:latin typeface="Consolas" panose="020B0609020204030204" pitchFamily="49" charset="0"/>
              </a:rPr>
              <a:t>html</a:t>
            </a:r>
            <a:r>
              <a:rPr lang="pt-BR" sz="2400" dirty="0"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73909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160B891-E4FC-E7C5-0D6D-EA97FA96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6C7B7F2-B345-2024-063A-E276CDFC89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1DDE4C3-8312-9255-F707-EC829733DC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FE08F43-2423-6C35-7E3A-177CB90E1F56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48DD1AC-50F1-BD53-300D-C5F901CF916B}"/>
              </a:ext>
            </a:extLst>
          </p:cNvPr>
          <p:cNvSpPr txBox="1"/>
          <p:nvPr/>
        </p:nvSpPr>
        <p:spPr>
          <a:xfrm>
            <a:off x="2640841" y="2713592"/>
            <a:ext cx="92395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"Doe"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       : 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5566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 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.firstName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.lastName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pt-BR" sz="2400" dirty="0"/>
            </a:b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pt-BR" sz="2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EFAAC29-B858-F53C-7725-562FAF7CE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913" y="6231301"/>
            <a:ext cx="13592301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Neste segundo exemplo, 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this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refere-se ao 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objeto pessoa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usada no momento: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this.firstName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significa a propriedade 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firstName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 pessoa em especifico.</a:t>
            </a:r>
            <a:endParaRPr kumimoji="0" lang="pt-BR" altLang="pt-BR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this.lastName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significa a propriedade 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lastName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 pessoa em especifico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pt-BR" altLang="pt-B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310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ECEF15C-3168-5872-2061-343C1C91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B91F2E58-48CA-9337-BAD4-E045645B2F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7E5EA08-22B3-702A-A240-FE1A692866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58127EE9-4219-6C70-D417-70FA1DD7215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0D8201-FAC8-E387-9B13-587FDC598C47}"/>
              </a:ext>
            </a:extLst>
          </p:cNvPr>
          <p:cNvSpPr txBox="1"/>
          <p:nvPr/>
        </p:nvSpPr>
        <p:spPr>
          <a:xfrm>
            <a:off x="955345" y="2662370"/>
            <a:ext cx="65725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Às vezes precisamos criar muitos objetos do mesmo tipo 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Para criar um tipo de objeto, usamos uma função construtora de objeto 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É considerado uma boa prática nomear funções construtoras com a primeira letra maiúscula.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A82C25D-EAAC-FF0D-8761-7786E2531C2F}"/>
              </a:ext>
            </a:extLst>
          </p:cNvPr>
          <p:cNvSpPr txBox="1"/>
          <p:nvPr/>
        </p:nvSpPr>
        <p:spPr>
          <a:xfrm>
            <a:off x="8836926" y="4385919"/>
            <a:ext cx="92395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Person(first, last, age, eye) {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.firstName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first;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.lastName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last;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age;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.eyeColor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eye;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32709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4C2B47B-2D86-BB73-76F3-FC82F6689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1D769EC-FD36-65E7-3F27-18F0BC4370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017A574-0339-5F75-C025-25E4CBD3EE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061ACBC-B9E6-401F-DBCA-53515505E91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FDEFC1-85AE-C03C-6170-A38F267D1F0F}"/>
              </a:ext>
            </a:extLst>
          </p:cNvPr>
          <p:cNvSpPr txBox="1"/>
          <p:nvPr/>
        </p:nvSpPr>
        <p:spPr>
          <a:xfrm>
            <a:off x="955345" y="2662370"/>
            <a:ext cx="65725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Às vezes precisamos criar muitos objetos do mesmo tipo 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Para criar um tipo de objeto, usamos uma função construtora de objeto 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É considerado uma boa prática nomear funções construtoras com a primeira letra maiúscula.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7B1DE1-3570-373A-6E9E-C3885F73BFEE}"/>
              </a:ext>
            </a:extLst>
          </p:cNvPr>
          <p:cNvSpPr txBox="1"/>
          <p:nvPr/>
        </p:nvSpPr>
        <p:spPr>
          <a:xfrm>
            <a:off x="7799375" y="2259440"/>
            <a:ext cx="77633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Person(first, last, age, eye) {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.firstName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first;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.lastName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last;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age;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.eyeColor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eye;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9D7F93-40EC-CE3E-55B0-8B06AC24503F}"/>
              </a:ext>
            </a:extLst>
          </p:cNvPr>
          <p:cNvSpPr txBox="1"/>
          <p:nvPr/>
        </p:nvSpPr>
        <p:spPr>
          <a:xfrm>
            <a:off x="7662182" y="5124583"/>
            <a:ext cx="107615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meuPai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“Joao"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“Costa"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azul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minhaMae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“Lurdes"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“Silva"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48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verde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minhaIrma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"Anna"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Silva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verde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euMesmo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"Jon"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Silva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verde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8251C9-CA03-D0C0-06EC-0CD39FAA15D3}"/>
              </a:ext>
            </a:extLst>
          </p:cNvPr>
          <p:cNvSpPr txBox="1"/>
          <p:nvPr/>
        </p:nvSpPr>
        <p:spPr>
          <a:xfrm>
            <a:off x="4645632" y="7466505"/>
            <a:ext cx="9260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Construtores</a:t>
            </a:r>
            <a:r>
              <a:rPr lang="pt-BR" sz="3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são </a:t>
            </a:r>
            <a:r>
              <a:rPr lang="pt-BR" sz="32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protótipos de objetos.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645765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1FC1415-2765-3019-EFBE-D705A1B4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6FE7AD6-096F-FA54-41B7-C33BEB9337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7F8B3A96-F085-30CC-113E-659DA47B600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AB47CA8-1BBC-EAAA-44B9-39C185C1F744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3300"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Problema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1</a:t>
            </a:r>
            <a:endParaRPr lang="en-US" sz="3300" b="1" dirty="0">
              <a:solidFill>
                <a:srgbClr val="7EB61F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AF06B3-33E7-1ADB-8F76-6BFAF6F86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437" y="2688002"/>
            <a:ext cx="8840101" cy="562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99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EFBED9D-AF8F-0853-F5AD-7DAA2DB7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D09CB49A-69FB-6104-C4FE-78182F4BC9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79A739A4-16E3-6C6A-0C7E-FDBE3667EF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A6F7FE8-30C5-2BB8-B743-E4C98A006DE2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3300"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- String</a:t>
            </a:r>
            <a:endParaRPr lang="en-US" sz="3300" b="1" dirty="0">
              <a:solidFill>
                <a:srgbClr val="7EB61F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24080D-A6CD-636F-1E78-62110786114A}"/>
              </a:ext>
            </a:extLst>
          </p:cNvPr>
          <p:cNvSpPr txBox="1"/>
          <p:nvPr/>
        </p:nvSpPr>
        <p:spPr>
          <a:xfrm>
            <a:off x="859810" y="3235575"/>
            <a:ext cx="49541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Montserrat" panose="00000500000000000000" pitchFamily="2" charset="0"/>
              </a:rPr>
              <a:t>Métodos de </a:t>
            </a:r>
            <a:r>
              <a:rPr lang="pt-BR" sz="2800" b="1" dirty="0" err="1">
                <a:latin typeface="Montserrat" panose="00000500000000000000" pitchFamily="2" charset="0"/>
              </a:rPr>
              <a:t>String</a:t>
            </a:r>
            <a:endParaRPr lang="pt-BR" sz="2800" b="1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 err="1">
                <a:latin typeface="Montserrat" panose="00000500000000000000" pitchFamily="2" charset="0"/>
              </a:rPr>
              <a:t>Strings</a:t>
            </a:r>
            <a:r>
              <a:rPr lang="pt-BR" sz="2800" dirty="0">
                <a:latin typeface="Montserrat" panose="00000500000000000000" pitchFamily="2" charset="0"/>
              </a:rPr>
              <a:t> em Javascript são primitivas e imutáveis: todos os métodos de </a:t>
            </a:r>
            <a:r>
              <a:rPr lang="pt-BR" sz="2800" dirty="0" err="1">
                <a:latin typeface="Montserrat" panose="00000500000000000000" pitchFamily="2" charset="0"/>
              </a:rPr>
              <a:t>string</a:t>
            </a:r>
            <a:r>
              <a:rPr lang="pt-BR" sz="2800" dirty="0">
                <a:latin typeface="Montserrat" panose="00000500000000000000" pitchFamily="2" charset="0"/>
              </a:rPr>
              <a:t> </a:t>
            </a:r>
            <a:r>
              <a:rPr lang="pt-BR" sz="2800" b="1" dirty="0">
                <a:latin typeface="Montserrat" panose="00000500000000000000" pitchFamily="2" charset="0"/>
              </a:rPr>
              <a:t>produzem uma nova </a:t>
            </a:r>
            <a:r>
              <a:rPr lang="pt-BR" sz="2800" b="1" dirty="0" err="1">
                <a:latin typeface="Montserrat" panose="00000500000000000000" pitchFamily="2" charset="0"/>
              </a:rPr>
              <a:t>string</a:t>
            </a:r>
            <a:r>
              <a:rPr lang="pt-BR" sz="2800" b="1" dirty="0">
                <a:latin typeface="Montserrat" panose="00000500000000000000" pitchFamily="2" charset="0"/>
              </a:rPr>
              <a:t> </a:t>
            </a:r>
            <a:r>
              <a:rPr lang="pt-BR" sz="2800" dirty="0">
                <a:latin typeface="Montserrat" panose="00000500000000000000" pitchFamily="2" charset="0"/>
              </a:rPr>
              <a:t>sem alterar a </a:t>
            </a:r>
            <a:r>
              <a:rPr lang="pt-BR" sz="2800" dirty="0" err="1">
                <a:latin typeface="Montserrat" panose="00000500000000000000" pitchFamily="2" charset="0"/>
              </a:rPr>
              <a:t>string</a:t>
            </a:r>
            <a:r>
              <a:rPr lang="pt-BR" sz="2800" dirty="0">
                <a:latin typeface="Montserrat" panose="00000500000000000000" pitchFamily="2" charset="0"/>
              </a:rPr>
              <a:t> original.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ACDD483-2F8D-BAFB-51C4-1A24AD302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566" y="4189863"/>
            <a:ext cx="11281089" cy="438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32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B395C99-9027-8AA3-F5E5-AD88764B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D62395BD-A098-B8B7-EABB-BCAD36FEDE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FD0AB910-9385-7B92-93D6-3337ED6F51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7CE1759-7526-3F19-7689-72C8B05DC35C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- String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B31FEC7-B225-13B9-A3A8-63D43F72FAC1}"/>
              </a:ext>
            </a:extLst>
          </p:cNvPr>
          <p:cNvSpPr txBox="1"/>
          <p:nvPr/>
        </p:nvSpPr>
        <p:spPr>
          <a:xfrm>
            <a:off x="1077850" y="3612242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"ABCDEFGHIJKLMNOPQRSTUVWXYZ"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dirty="0"/>
            </a:b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text.length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EDD4F3A-09AC-B986-B714-7D6DFF01C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850" y="3128050"/>
            <a:ext cx="9144000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retorna o comprimento de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B6F86-0F1B-C841-F890-9A1CA7484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850" y="5841530"/>
            <a:ext cx="9826711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une duas ou mais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5B8C7D4-EB6E-0EEA-CEFE-5779E6914EE6}"/>
              </a:ext>
            </a:extLst>
          </p:cNvPr>
          <p:cNvSpPr txBox="1"/>
          <p:nvPr/>
        </p:nvSpPr>
        <p:spPr>
          <a:xfrm>
            <a:off x="1077850" y="6348433"/>
            <a:ext cx="9239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text1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text2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text3 = text1.concat(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text2);</a:t>
            </a:r>
            <a:endParaRPr lang="pt-BR" sz="2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C899C3B-81BC-B66D-00D7-053119DBEA8F}"/>
              </a:ext>
            </a:extLst>
          </p:cNvPr>
          <p:cNvSpPr txBox="1"/>
          <p:nvPr/>
        </p:nvSpPr>
        <p:spPr>
          <a:xfrm>
            <a:off x="8932460" y="6425818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"World!"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"World!"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97412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7690EE8-96E8-7335-085C-C8C20C57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B8354A4-51A5-F6DD-067D-F38B16FE7C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062D2FA-5DD4-F553-54C3-811B14CC1D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104789B3-3BA0-9D17-2269-8206C22DC907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- String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76185D4-42E1-0140-1963-839DAEC6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2259440"/>
            <a:ext cx="12460729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Existem </a:t>
            </a:r>
            <a:r>
              <a:rPr lang="pt-BR" altLang="pt-BR" sz="2400" dirty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métodos básicos para extrair caracteres de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mas vamos falar de 2: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O Método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Segoe UI" panose="020B0502040204020203" pitchFamily="34" charset="0"/>
              </a:rPr>
              <a:t>at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Segoe UI" panose="020B0502040204020203" pitchFamily="34" charset="0"/>
              </a:rPr>
              <a:t>posicao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Segoe UI" panose="020B0502040204020203" pitchFamily="34" charset="0"/>
              </a:rPr>
              <a:t>)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 Método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charAt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posicao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O Método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charCodeAt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posicao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Usando acesso de propriedade [ ] como em matrizes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FD1D1C-BF9F-FA1F-E338-506F9108B883}"/>
              </a:ext>
            </a:extLst>
          </p:cNvPr>
          <p:cNvSpPr txBox="1"/>
          <p:nvPr/>
        </p:nvSpPr>
        <p:spPr>
          <a:xfrm>
            <a:off x="763952" y="5022734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name =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”Jose Luiz”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letter = name.at(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22329D-D3C3-5621-6DAB-0E42EEBE5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5932555"/>
            <a:ext cx="10195200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 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método retorna o caractere em um índice especificado (posição) em uma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BADD631-3535-91A9-779D-9369A9DAD6A9}"/>
              </a:ext>
            </a:extLst>
          </p:cNvPr>
          <p:cNvSpPr txBox="1"/>
          <p:nvPr/>
        </p:nvSpPr>
        <p:spPr>
          <a:xfrm>
            <a:off x="763952" y="7296781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name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Jose Luiz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letter = name[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22577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9B74513-0537-64BB-CAD9-E8884A8A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BE39E9BE-BC25-3B70-9394-EE7363AE2A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99C39062-CA2B-4DA2-9DC5-69EB4C331F6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BF68201-3576-6D0B-A1C4-DB0C7FDC31BD}"/>
              </a:ext>
            </a:extLst>
          </p:cNvPr>
          <p:cNvSpPr txBox="1"/>
          <p:nvPr/>
        </p:nvSpPr>
        <p:spPr>
          <a:xfrm>
            <a:off x="2086913" y="1297172"/>
            <a:ext cx="544093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3300"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- String</a:t>
            </a:r>
            <a:endParaRPr lang="en-US" sz="3300" b="1" dirty="0">
              <a:solidFill>
                <a:srgbClr val="7EB61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7FCE620-95E3-F5AD-268C-1A5ECC1C5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572" y="2183870"/>
            <a:ext cx="13995941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Existem 2 métodos básicos para extrair uma parte de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slice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start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, 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: extrai uma parte de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e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Segoe UI" panose="020B0502040204020203" pitchFamily="34" charset="0"/>
              </a:rPr>
              <a:t>retorna a parte extraída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em uma nova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string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6D3BE72-900F-7405-FAF2-D5F5A0D27DEB}"/>
              </a:ext>
            </a:extLst>
          </p:cNvPr>
          <p:cNvSpPr txBox="1"/>
          <p:nvPr/>
        </p:nvSpPr>
        <p:spPr>
          <a:xfrm>
            <a:off x="1317010" y="4056972"/>
            <a:ext cx="61827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“Maca, Banana, Kiwi"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text.slice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51CCE0D-3868-46A5-41C4-76F63DA72C08}"/>
              </a:ext>
            </a:extLst>
          </p:cNvPr>
          <p:cNvSpPr txBox="1"/>
          <p:nvPr/>
        </p:nvSpPr>
        <p:spPr>
          <a:xfrm>
            <a:off x="1317010" y="5152570"/>
            <a:ext cx="63939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"Apple, Banana, Kiwi"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text.slice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6D68473-0925-D33E-A784-B0700CA68CBE}"/>
              </a:ext>
            </a:extLst>
          </p:cNvPr>
          <p:cNvSpPr txBox="1"/>
          <p:nvPr/>
        </p:nvSpPr>
        <p:spPr>
          <a:xfrm>
            <a:off x="9328245" y="4056972"/>
            <a:ext cx="5875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"Apple, Banana, Kiwi"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text.slice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4BDE287-9537-18A9-95F9-6614B4CF49C8}"/>
              </a:ext>
            </a:extLst>
          </p:cNvPr>
          <p:cNvSpPr txBox="1"/>
          <p:nvPr/>
        </p:nvSpPr>
        <p:spPr>
          <a:xfrm>
            <a:off x="9328245" y="5152570"/>
            <a:ext cx="81135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"Apple, Banana, Kiwi"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text.slice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99E23B-0DBC-E558-1F43-604B1FC9A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571" y="6487303"/>
            <a:ext cx="16629959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substring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start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, 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: semelhante ao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slice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(), porém os valores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incial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e final, se menores que 0, são tratados como 0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C60D2E-0F4E-ADD5-1074-09589B73F61F}"/>
              </a:ext>
            </a:extLst>
          </p:cNvPr>
          <p:cNvSpPr txBox="1"/>
          <p:nvPr/>
        </p:nvSpPr>
        <p:spPr>
          <a:xfrm>
            <a:off x="1875532" y="7444544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"Apple, Banana, Kiwi"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2400" dirty="0"/>
            </a:br>
            <a:r>
              <a:rPr lang="pt-BR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parte =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str.substring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F1F6E1-E65D-1278-BB0D-F68A1CD73CC9}"/>
              </a:ext>
            </a:extLst>
          </p:cNvPr>
          <p:cNvSpPr txBox="1"/>
          <p:nvPr/>
        </p:nvSpPr>
        <p:spPr>
          <a:xfrm>
            <a:off x="8338943" y="7444544"/>
            <a:ext cx="5875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"Apple, Banana, Kiwi"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text.</a:t>
            </a:r>
            <a:r>
              <a:rPr lang="pt-BR" sz="2400" dirty="0" err="1">
                <a:latin typeface="Consolas" panose="020B0609020204030204" pitchFamily="49" charset="0"/>
              </a:rPr>
              <a:t>substring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78303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AC11555-4456-8748-3176-4DECBCDE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A5EE3B58-FE9C-1636-BD54-8FAD855FC6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943BFB0-AFDF-D2E6-77AC-0F4D27F57A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5891CB6-2334-4849-40FC-E483E56435B3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3300"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- String</a:t>
            </a:r>
            <a:endParaRPr lang="en-US" sz="3300" b="1" dirty="0">
              <a:solidFill>
                <a:srgbClr val="7EB61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5C0FA0-C0F8-669C-5E4F-DA3DB54CC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5235"/>
            <a:ext cx="9758150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é convertida para maiúsculas com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toUpperCase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solidFill>
                <a:srgbClr val="DC143C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solidFill>
                <a:srgbClr val="DC143C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é convertida para minúsculas com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toLowerCase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()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1D618C-3063-365B-477D-A843B288FD4D}"/>
              </a:ext>
            </a:extLst>
          </p:cNvPr>
          <p:cNvSpPr txBox="1"/>
          <p:nvPr/>
        </p:nvSpPr>
        <p:spPr>
          <a:xfrm>
            <a:off x="2908084" y="2798499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text1 = </a:t>
            </a:r>
            <a:r>
              <a:rPr lang="en-US" sz="2400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4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/>
            </a:br>
            <a:r>
              <a:rPr lang="en-US" sz="2400" b="0" i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text2 = text1.toUpperCase();</a:t>
            </a:r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282BFA4-1BB9-B3F6-953A-CC94BC36AC36}"/>
              </a:ext>
            </a:extLst>
          </p:cNvPr>
          <p:cNvSpPr txBox="1"/>
          <p:nvPr/>
        </p:nvSpPr>
        <p:spPr>
          <a:xfrm>
            <a:off x="2908084" y="4703559"/>
            <a:ext cx="139332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text1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String</a:t>
            </a:r>
            <a:b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text2 = text1.toLowerCase();  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text2 </a:t>
            </a:r>
            <a:r>
              <a:rPr lang="en-US" sz="2400" dirty="0">
                <a:solidFill>
                  <a:srgbClr val="708090"/>
                </a:solidFill>
                <a:latin typeface="Consolas" panose="020B0609020204030204" pitchFamily="49" charset="0"/>
              </a:rPr>
              <a:t>é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text1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convertido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para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minusculas</a:t>
            </a:r>
            <a:endParaRPr lang="pt-BR" sz="24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F982F95-4A65-29ED-71B0-B91CF5462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139231"/>
            <a:ext cx="12378519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substitui um valor especificado por outro valor em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106BDD-1F97-81CF-3290-CDBE9E863DD5}"/>
              </a:ext>
            </a:extLst>
          </p:cNvPr>
          <p:cNvSpPr txBox="1"/>
          <p:nvPr/>
        </p:nvSpPr>
        <p:spPr>
          <a:xfrm>
            <a:off x="2908084" y="6775522"/>
            <a:ext cx="10794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Visite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nossa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página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BFD!"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newText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text.replace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“BFD"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“Bolsa Futuro Digital"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8611F9E-FC3E-68B7-CD23-150D425D6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084" y="7677684"/>
            <a:ext cx="826059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 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replace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()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retorna uma nova 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pt-BR" altLang="pt-BR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 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replace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()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substitui </a:t>
            </a:r>
            <a:r>
              <a:rPr kumimoji="0" lang="pt-BR" altLang="pt-BR" sz="24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apenas a primeira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correspondência</a:t>
            </a:r>
            <a:endParaRPr kumimoji="0" lang="pt-BR" altLang="pt-BR" sz="3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56576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60532C7-61DB-32D4-2DC9-20377144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DF1843B-4910-99F1-77B9-BC41084FCD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FA39650-D3AD-22B6-FD11-91E127DBBB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982E924C-F59B-84D5-AC28-868CF472C34D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3300"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- String</a:t>
            </a:r>
            <a:endParaRPr lang="en-US" sz="3300" b="1" dirty="0">
              <a:solidFill>
                <a:srgbClr val="7EB61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FB0429-994A-0F54-B742-C06F6BE04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059" y="2595670"/>
            <a:ext cx="10099344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Uma string pode ser convertida em uma matriz com o 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split()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método: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19D8F3-69A6-D378-E543-D705B312C7D2}"/>
              </a:ext>
            </a:extLst>
          </p:cNvPr>
          <p:cNvSpPr txBox="1"/>
          <p:nvPr/>
        </p:nvSpPr>
        <p:spPr>
          <a:xfrm>
            <a:off x="1357952" y="3254148"/>
            <a:ext cx="112116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text.split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","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  </a:t>
            </a:r>
            <a:r>
              <a:rPr lang="pt-BR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Separa considerando onde tem virgulas</a:t>
            </a:r>
            <a:br>
              <a:rPr lang="pt-BR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text.split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  </a:t>
            </a:r>
            <a:r>
              <a:rPr lang="pt-BR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2400" dirty="0">
                <a:solidFill>
                  <a:srgbClr val="708090"/>
                </a:solidFill>
                <a:latin typeface="Consolas" panose="020B0609020204030204" pitchFamily="49" charset="0"/>
              </a:rPr>
              <a:t>Separa considerando onde tem espaços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text.split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"|"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   </a:t>
            </a:r>
            <a:r>
              <a:rPr lang="pt-BR" sz="2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2400" dirty="0">
                <a:solidFill>
                  <a:srgbClr val="708090"/>
                </a:solidFill>
                <a:latin typeface="Consolas" panose="020B0609020204030204" pitchFamily="49" charset="0"/>
              </a:rPr>
              <a:t>Separa considerando onde tem barras</a:t>
            </a: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EE199E-F97B-268A-5509-02D82A8609EC}"/>
              </a:ext>
            </a:extLst>
          </p:cNvPr>
          <p:cNvSpPr txBox="1"/>
          <p:nvPr/>
        </p:nvSpPr>
        <p:spPr>
          <a:xfrm>
            <a:off x="3102326" y="5143500"/>
            <a:ext cx="113915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Consolas" panose="020B0609020204030204" pitchFamily="49" charset="0"/>
              </a:rPr>
              <a:t>&lt;p id="demo"&gt;&lt;/p&gt;</a:t>
            </a:r>
          </a:p>
          <a:p>
            <a:endParaRPr lang="pt-BR" sz="2400" dirty="0">
              <a:latin typeface="Consolas" panose="020B0609020204030204" pitchFamily="49" charset="0"/>
            </a:endParaRPr>
          </a:p>
          <a:p>
            <a:r>
              <a:rPr lang="pt-BR" sz="2400" dirty="0">
                <a:latin typeface="Consolas" panose="020B0609020204030204" pitchFamily="49" charset="0"/>
              </a:rPr>
              <a:t>&lt;script&gt;</a:t>
            </a:r>
          </a:p>
          <a:p>
            <a:r>
              <a:rPr lang="pt-BR" sz="2400" dirty="0" err="1">
                <a:latin typeface="Consolas" panose="020B0609020204030204" pitchFamily="49" charset="0"/>
              </a:rPr>
              <a:t>let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text</a:t>
            </a:r>
            <a:r>
              <a:rPr lang="pt-BR" sz="2400" dirty="0">
                <a:latin typeface="Consolas" panose="020B0609020204030204" pitchFamily="49" charset="0"/>
              </a:rPr>
              <a:t> = "</a:t>
            </a:r>
            <a:r>
              <a:rPr lang="pt-BR" sz="2400" dirty="0" err="1">
                <a:latin typeface="Consolas" panose="020B0609020204030204" pitchFamily="49" charset="0"/>
              </a:rPr>
              <a:t>a,b,c,d,e,f</a:t>
            </a:r>
            <a:r>
              <a:rPr lang="pt-BR" sz="2400" dirty="0">
                <a:latin typeface="Consolas" panose="020B0609020204030204" pitchFamily="49" charset="0"/>
              </a:rPr>
              <a:t>";</a:t>
            </a:r>
          </a:p>
          <a:p>
            <a:r>
              <a:rPr lang="pt-BR" sz="2400" dirty="0" err="1">
                <a:latin typeface="Consolas" panose="020B0609020204030204" pitchFamily="49" charset="0"/>
              </a:rPr>
              <a:t>const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myArray</a:t>
            </a:r>
            <a:r>
              <a:rPr lang="pt-BR" sz="2400" dirty="0">
                <a:latin typeface="Consolas" panose="020B0609020204030204" pitchFamily="49" charset="0"/>
              </a:rPr>
              <a:t> = </a:t>
            </a:r>
            <a:r>
              <a:rPr lang="pt-BR" sz="2400" dirty="0" err="1">
                <a:latin typeface="Consolas" panose="020B0609020204030204" pitchFamily="49" charset="0"/>
              </a:rPr>
              <a:t>text.split</a:t>
            </a:r>
            <a:r>
              <a:rPr lang="pt-BR" sz="2400" dirty="0">
                <a:latin typeface="Consolas" panose="020B0609020204030204" pitchFamily="49" charset="0"/>
              </a:rPr>
              <a:t>(",");</a:t>
            </a:r>
          </a:p>
          <a:p>
            <a:r>
              <a:rPr lang="pt-BR" sz="2400" dirty="0" err="1">
                <a:latin typeface="Consolas" panose="020B0609020204030204" pitchFamily="49" charset="0"/>
              </a:rPr>
              <a:t>document.getElementById</a:t>
            </a:r>
            <a:r>
              <a:rPr lang="pt-BR" sz="2400" dirty="0">
                <a:latin typeface="Consolas" panose="020B0609020204030204" pitchFamily="49" charset="0"/>
              </a:rPr>
              <a:t>("demo").</a:t>
            </a:r>
            <a:r>
              <a:rPr lang="pt-BR" sz="2400" dirty="0" err="1">
                <a:latin typeface="Consolas" panose="020B0609020204030204" pitchFamily="49" charset="0"/>
              </a:rPr>
              <a:t>innerHTML</a:t>
            </a:r>
            <a:r>
              <a:rPr lang="pt-BR" sz="2400" dirty="0">
                <a:latin typeface="Consolas" panose="020B0609020204030204" pitchFamily="49" charset="0"/>
              </a:rPr>
              <a:t> = </a:t>
            </a:r>
            <a:r>
              <a:rPr lang="pt-BR" sz="2400" dirty="0" err="1">
                <a:latin typeface="Consolas" panose="020B0609020204030204" pitchFamily="49" charset="0"/>
              </a:rPr>
              <a:t>myArray</a:t>
            </a:r>
            <a:r>
              <a:rPr lang="pt-BR" sz="2400" dirty="0">
                <a:latin typeface="Consolas" panose="020B0609020204030204" pitchFamily="49" charset="0"/>
              </a:rPr>
              <a:t>[1];</a:t>
            </a:r>
          </a:p>
          <a:p>
            <a:r>
              <a:rPr lang="pt-BR" sz="2400" dirty="0">
                <a:latin typeface="Consolas" panose="020B06090202040302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37962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CBA6775-A4DC-9FF7-9BFB-ABD99AC9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739C269A-40CE-73A2-7303-6CBEBC2ABD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45E11D1-7FE2-D1E3-62D3-1478A752D3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1BB9F105-99AC-DEEA-3962-9E0536C8152C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3300"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- String</a:t>
            </a:r>
            <a:endParaRPr lang="en-US" sz="3300" b="1" dirty="0">
              <a:solidFill>
                <a:srgbClr val="7EB61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8075B1-CCDF-223A-4261-D9E08118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2411004"/>
            <a:ext cx="14030221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retorna o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índice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(posição) da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primeira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ocorrência de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em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ou retorna -1 se 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não for encontrada: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385B2A-ED8F-97EE-E29C-94CD512A90D6}"/>
              </a:ext>
            </a:extLst>
          </p:cNvPr>
          <p:cNvSpPr txBox="1"/>
          <p:nvPr/>
        </p:nvSpPr>
        <p:spPr>
          <a:xfrm>
            <a:off x="2086913" y="3532468"/>
            <a:ext cx="105236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“Por favor localize a 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palavra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‘localize’ 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aqui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index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text.indexOf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“localize"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B6DEBED-79AF-F550-9271-4F0B927AC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5051169"/>
            <a:ext cx="1304758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includes()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retorna verdadeiro se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contiver um valor especificado.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607F492-31CF-EE48-875C-CCD981A7FF65}"/>
              </a:ext>
            </a:extLst>
          </p:cNvPr>
          <p:cNvSpPr txBox="1"/>
          <p:nvPr/>
        </p:nvSpPr>
        <p:spPr>
          <a:xfrm>
            <a:off x="2138965" y="5938928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"Hello world, welcome to the universe."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text.includes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76434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5EC6382-1659-CD10-52CB-0B287361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9AC0BB1-92CC-3AFD-38A3-D75DD61CEA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FF143390-EF12-4B37-03F0-85BFCB2192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7CD03FA-B9EF-EB6A-B957-A00157C3EBD5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3300"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Javascript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- String</a:t>
            </a:r>
            <a:endParaRPr lang="en-US" sz="3300" b="1" dirty="0">
              <a:solidFill>
                <a:srgbClr val="7EB61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4ACE79-CE2F-4231-CEB7-A975FA9D6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2411004"/>
            <a:ext cx="14030221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retorna o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índice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(posição) da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primeira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ocorrência de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em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ou retorna -1 se 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não for encontrada: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8F5036-3B25-8270-594B-2D6D4E6222C7}"/>
              </a:ext>
            </a:extLst>
          </p:cNvPr>
          <p:cNvSpPr txBox="1"/>
          <p:nvPr/>
        </p:nvSpPr>
        <p:spPr>
          <a:xfrm>
            <a:off x="2086913" y="3532468"/>
            <a:ext cx="105236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“Por favor localize a 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palavra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‘localize’ </a:t>
            </a:r>
            <a:r>
              <a:rPr lang="en-US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aqui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index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text.indexOf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“localize"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21ADEED9-1857-AF1D-1FAA-360DEF4F6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52" y="5051169"/>
            <a:ext cx="1304758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 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includes()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retorna verdadeiro se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contiver um valor especificado.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7E9F19A-AB43-502C-91FA-A29BFAC8621A}"/>
              </a:ext>
            </a:extLst>
          </p:cNvPr>
          <p:cNvSpPr txBox="1"/>
          <p:nvPr/>
        </p:nvSpPr>
        <p:spPr>
          <a:xfrm>
            <a:off x="2138965" y="5938928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text =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"Hello world, welcome to the universe."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dirty="0"/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text.includes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79003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B1AA82B-6826-605B-0CD0-9423ABF7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2628D55-5318-01A6-AB03-7C737A587F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1D72618-F676-D75E-DA06-B8B3682177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67839DD-3740-6E72-67DC-5E0766718EA6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3300"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Problema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2</a:t>
            </a:r>
            <a:endParaRPr lang="en-US" sz="3300" b="1" dirty="0">
              <a:solidFill>
                <a:srgbClr val="7EB61F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ED68E43-E3EF-8B0B-1143-B361A57B7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486" y="2449275"/>
            <a:ext cx="4934639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2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2037</Words>
  <Application>Microsoft Office PowerPoint</Application>
  <PresentationFormat>Personalizar</PresentationFormat>
  <Paragraphs>202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Segoe UI</vt:lpstr>
      <vt:lpstr>Calibri</vt:lpstr>
      <vt:lpstr>Montserrat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Dias</dc:creator>
  <cp:lastModifiedBy>Dunfrey Pires Aragão</cp:lastModifiedBy>
  <cp:revision>1</cp:revision>
  <dcterms:created xsi:type="dcterms:W3CDTF">2006-08-16T00:00:00Z</dcterms:created>
  <dcterms:modified xsi:type="dcterms:W3CDTF">2025-09-04T00:28:20Z</dcterms:modified>
</cp:coreProperties>
</file>