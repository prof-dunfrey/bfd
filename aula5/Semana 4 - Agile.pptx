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73" r:id="rId4"/>
    <p:sldId id="274" r:id="rId5"/>
    <p:sldId id="275" r:id="rId6"/>
    <p:sldId id="277" r:id="rId7"/>
    <p:sldId id="283" r:id="rId8"/>
    <p:sldId id="284" r:id="rId9"/>
    <p:sldId id="278" r:id="rId10"/>
    <p:sldId id="276" r:id="rId11"/>
    <p:sldId id="279" r:id="rId12"/>
    <p:sldId id="280" r:id="rId13"/>
    <p:sldId id="281" r:id="rId14"/>
    <p:sldId id="282" r:id="rId15"/>
    <p:sldId id="287" r:id="rId16"/>
    <p:sldId id="285" r:id="rId17"/>
    <p:sldId id="286" r:id="rId18"/>
    <p:sldId id="261" r:id="rId19"/>
  </p:sldIdLst>
  <p:sldSz cx="18288000" cy="10287000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hEaYkUcXm3CrT2V5KTSinrpT4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BE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F79645-5E0D-4161-A30B-F7BD5AF5CA3E}" v="126" dt="2025-09-02T17:07:56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frey Pires Aragão" userId="a7272183b7b4f9fa" providerId="LiveId" clId="{BC093FEF-2209-4052-BD12-23EF25E16502}"/>
    <pc:docChg chg="undo custSel addSld delSld modSld sldOrd">
      <pc:chgData name="Dunfrey Pires Aragão" userId="a7272183b7b4f9fa" providerId="LiveId" clId="{BC093FEF-2209-4052-BD12-23EF25E16502}" dt="2025-08-21T17:40:54.720" v="3038" actId="20577"/>
      <pc:docMkLst>
        <pc:docMk/>
      </pc:docMkLst>
      <pc:sldChg chg="del">
        <pc:chgData name="Dunfrey Pires Aragão" userId="a7272183b7b4f9fa" providerId="LiveId" clId="{BC093FEF-2209-4052-BD12-23EF25E16502}" dt="2025-08-17T15:47:32.243" v="1" actId="47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BC093FEF-2209-4052-BD12-23EF25E16502}" dt="2025-08-19T13:46:35.869" v="722" actId="1076"/>
        <pc:sldMkLst>
          <pc:docMk/>
          <pc:sldMk cId="2693772875" sldId="272"/>
        </pc:sldMkLst>
        <pc:spChg chg="mod">
          <ac:chgData name="Dunfrey Pires Aragão" userId="a7272183b7b4f9fa" providerId="LiveId" clId="{BC093FEF-2209-4052-BD12-23EF25E16502}" dt="2025-08-17T15:58:46.875" v="226" actId="20577"/>
          <ac:spMkLst>
            <pc:docMk/>
            <pc:sldMk cId="2693772875" sldId="272"/>
            <ac:spMk id="3" creationId="{FEAFA6B6-31A9-38C5-4A6A-6E56C623DAEB}"/>
          </ac:spMkLst>
        </pc:spChg>
      </pc:sldChg>
      <pc:sldChg chg="del">
        <pc:chgData name="Dunfrey Pires Aragão" userId="a7272183b7b4f9fa" providerId="LiveId" clId="{BC093FEF-2209-4052-BD12-23EF25E16502}" dt="2025-08-17T15:47:30.881" v="0" actId="47"/>
        <pc:sldMkLst>
          <pc:docMk/>
          <pc:sldMk cId="2610903633" sldId="276"/>
        </pc:sldMkLst>
      </pc:sldChg>
      <pc:sldChg chg="addSp delSp modSp mod ord">
        <pc:chgData name="Dunfrey Pires Aragão" userId="a7272183b7b4f9fa" providerId="LiveId" clId="{BC093FEF-2209-4052-BD12-23EF25E16502}" dt="2025-08-17T16:12:39.716" v="499" actId="20577"/>
        <pc:sldMkLst>
          <pc:docMk/>
          <pc:sldMk cId="1289493354" sldId="27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209825020" sldId="278"/>
        </pc:sldMkLst>
      </pc:sldChg>
      <pc:sldChg chg="addSp delSp modSp add mod">
        <pc:chgData name="Dunfrey Pires Aragão" userId="a7272183b7b4f9fa" providerId="LiveId" clId="{BC093FEF-2209-4052-BD12-23EF25E16502}" dt="2025-08-19T13:40:43.780" v="720" actId="14100"/>
        <pc:sldMkLst>
          <pc:docMk/>
          <pc:sldMk cId="3983019990" sldId="27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816410113" sldId="279"/>
        </pc:sldMkLst>
      </pc:sldChg>
      <pc:sldChg chg="addSp delSp modSp add mod">
        <pc:chgData name="Dunfrey Pires Aragão" userId="a7272183b7b4f9fa" providerId="LiveId" clId="{BC093FEF-2209-4052-BD12-23EF25E16502}" dt="2025-08-19T14:30:08.470" v="1411"/>
        <pc:sldMkLst>
          <pc:docMk/>
          <pc:sldMk cId="3967362222" sldId="279"/>
        </pc:sldMkLst>
      </pc:sldChg>
      <pc:sldChg chg="addSp modSp add mod">
        <pc:chgData name="Dunfrey Pires Aragão" userId="a7272183b7b4f9fa" providerId="LiveId" clId="{BC093FEF-2209-4052-BD12-23EF25E16502}" dt="2025-08-19T14:36:40.095" v="1620"/>
        <pc:sldMkLst>
          <pc:docMk/>
          <pc:sldMk cId="1742874426" sldId="28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5640942" sldId="280"/>
        </pc:sldMkLst>
      </pc:sldChg>
      <pc:sldChg chg="addSp delSp modSp add mod">
        <pc:chgData name="Dunfrey Pires Aragão" userId="a7272183b7b4f9fa" providerId="LiveId" clId="{BC093FEF-2209-4052-BD12-23EF25E16502}" dt="2025-08-19T14:56:33.326" v="2143" actId="207"/>
        <pc:sldMkLst>
          <pc:docMk/>
          <pc:sldMk cId="2089862149" sldId="281"/>
        </pc:sldMkLst>
      </pc:sldChg>
      <pc:sldChg chg="modSp add mod">
        <pc:chgData name="Dunfrey Pires Aragão" userId="a7272183b7b4f9fa" providerId="LiveId" clId="{BC093FEF-2209-4052-BD12-23EF25E16502}" dt="2025-08-19T14:56:28.402" v="2141" actId="207"/>
        <pc:sldMkLst>
          <pc:docMk/>
          <pc:sldMk cId="1890113241" sldId="28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577570395" sldId="283"/>
        </pc:sldMkLst>
      </pc:sldChg>
      <pc:sldChg chg="addSp delSp modSp add mod">
        <pc:chgData name="Dunfrey Pires Aragão" userId="a7272183b7b4f9fa" providerId="LiveId" clId="{BC093FEF-2209-4052-BD12-23EF25E16502}" dt="2025-08-19T14:56:23.079" v="2139" actId="113"/>
        <pc:sldMkLst>
          <pc:docMk/>
          <pc:sldMk cId="2973689496" sldId="283"/>
        </pc:sldMkLst>
      </pc:sldChg>
      <pc:sldChg chg="addSp delSp modSp add mod">
        <pc:chgData name="Dunfrey Pires Aragão" userId="a7272183b7b4f9fa" providerId="LiveId" clId="{BC093FEF-2209-4052-BD12-23EF25E16502}" dt="2025-08-19T14:56:13.399" v="2135" actId="113"/>
        <pc:sldMkLst>
          <pc:docMk/>
          <pc:sldMk cId="3181291770" sldId="28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BC093FEF-2209-4052-BD12-23EF25E16502}" dt="2025-08-19T14:55:57.784" v="2133" actId="20577"/>
        <pc:sldMkLst>
          <pc:docMk/>
          <pc:sldMk cId="448178509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437489870" sldId="28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805043110" sldId="286"/>
        </pc:sldMkLst>
      </pc:sldChg>
      <pc:sldChg chg="addSp delSp modSp add mod">
        <pc:chgData name="Dunfrey Pires Aragão" userId="a7272183b7b4f9fa" providerId="LiveId" clId="{BC093FEF-2209-4052-BD12-23EF25E16502}" dt="2025-08-19T14:58:28.555" v="2165" actId="1076"/>
        <pc:sldMkLst>
          <pc:docMk/>
          <pc:sldMk cId="4130277746" sldId="286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08817509" sldId="287"/>
        </pc:sldMkLst>
      </pc:sldChg>
      <pc:sldChg chg="addSp delSp modSp add del mod">
        <pc:chgData name="Dunfrey Pires Aragão" userId="a7272183b7b4f9fa" providerId="LiveId" clId="{BC093FEF-2209-4052-BD12-23EF25E16502}" dt="2025-08-21T01:07:05.213" v="2198" actId="47"/>
        <pc:sldMkLst>
          <pc:docMk/>
          <pc:sldMk cId="3274987948" sldId="287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32781362" sldId="288"/>
        </pc:sldMkLst>
      </pc:sldChg>
      <pc:sldChg chg="addSp delSp modSp add mod ord">
        <pc:chgData name="Dunfrey Pires Aragão" userId="a7272183b7b4f9fa" providerId="LiveId" clId="{BC093FEF-2209-4052-BD12-23EF25E16502}" dt="2025-08-19T15:04:31.584" v="2196"/>
        <pc:sldMkLst>
          <pc:docMk/>
          <pc:sldMk cId="1948615925" sldId="288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96054855" sldId="289"/>
        </pc:sldMkLst>
      </pc:sldChg>
      <pc:sldChg chg="addSp delSp modSp add mod">
        <pc:chgData name="Dunfrey Pires Aragão" userId="a7272183b7b4f9fa" providerId="LiveId" clId="{BC093FEF-2209-4052-BD12-23EF25E16502}" dt="2025-08-21T17:40:54.720" v="3038" actId="2057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BC093FEF-2209-4052-BD12-23EF25E16502}" dt="2025-08-21T01:46:11.290" v="2995" actId="1076"/>
        <pc:sldMkLst>
          <pc:docMk/>
          <pc:sldMk cId="1399810990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70906923" sldId="290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BC093FEF-2209-4052-BD12-23EF25E16502}" dt="2025-08-21T01:45:41.039" v="2987" actId="6549"/>
        <pc:sldMkLst>
          <pc:docMk/>
          <pc:sldMk cId="3290488586" sldId="291"/>
        </pc:sldMkLst>
      </pc:sldChg>
      <pc:sldChg chg="addSp delSp modSp add mod">
        <pc:chgData name="Dunfrey Pires Aragão" userId="a7272183b7b4f9fa" providerId="LiveId" clId="{BC093FEF-2209-4052-BD12-23EF25E16502}" dt="2025-08-21T01:45:36.613" v="2986" actId="20577"/>
        <pc:sldMkLst>
          <pc:docMk/>
          <pc:sldMk cId="63218480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95363776" sldId="292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427134615" sldId="293"/>
        </pc:sldMkLst>
      </pc:sldChg>
      <pc:sldChg chg="add del">
        <pc:chgData name="Dunfrey Pires Aragão" userId="a7272183b7b4f9fa" providerId="LiveId" clId="{BC093FEF-2209-4052-BD12-23EF25E16502}" dt="2025-08-21T01:41:23.868" v="2954"/>
        <pc:sldMkLst>
          <pc:docMk/>
          <pc:sldMk cId="1050955040" sldId="293"/>
        </pc:sldMkLst>
      </pc:sldChg>
      <pc:sldChg chg="addSp delSp modSp add mod">
        <pc:chgData name="Dunfrey Pires Aragão" userId="a7272183b7b4f9fa" providerId="LiveId" clId="{BC093FEF-2209-4052-BD12-23EF25E16502}" dt="2025-08-21T01:48:20.461" v="3037" actId="1076"/>
        <pc:sldMkLst>
          <pc:docMk/>
          <pc:sldMk cId="3624316801" sldId="293"/>
        </pc:sldMkLst>
      </pc:sldChg>
      <pc:sldChg chg="add del">
        <pc:chgData name="Dunfrey Pires Aragão" userId="a7272183b7b4f9fa" providerId="LiveId" clId="{BC093FEF-2209-4052-BD12-23EF25E16502}" dt="2025-08-21T01:41:14.737" v="2952"/>
        <pc:sldMkLst>
          <pc:docMk/>
          <pc:sldMk cId="3866261861" sldId="293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3967285722" sldId="294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2381364848" sldId="295"/>
        </pc:sldMkLst>
      </pc:sldChg>
      <pc:sldChg chg="del">
        <pc:chgData name="Dunfrey Pires Aragão" userId="a7272183b7b4f9fa" providerId="LiveId" clId="{BC093FEF-2209-4052-BD12-23EF25E16502}" dt="2025-08-17T15:47:40.256" v="2" actId="47"/>
        <pc:sldMkLst>
          <pc:docMk/>
          <pc:sldMk cId="1102862243" sldId="296"/>
        </pc:sldMkLst>
      </pc:sldChg>
    </pc:docChg>
  </pc:docChgLst>
  <pc:docChgLst>
    <pc:chgData name="Dunfrey Pires Aragão" userId="a7272183b7b4f9fa" providerId="LiveId" clId="{F9F79645-5E0D-4161-A30B-F7BD5AF5CA3E}"/>
    <pc:docChg chg="undo custSel addSld delSld modSld sldOrd">
      <pc:chgData name="Dunfrey Pires Aragão" userId="a7272183b7b4f9fa" providerId="LiveId" clId="{F9F79645-5E0D-4161-A30B-F7BD5AF5CA3E}" dt="2025-09-02T17:08:14.176" v="1472" actId="20577"/>
      <pc:docMkLst>
        <pc:docMk/>
      </pc:docMkLst>
      <pc:sldChg chg="modSp mod">
        <pc:chgData name="Dunfrey Pires Aragão" userId="a7272183b7b4f9fa" providerId="LiveId" clId="{F9F79645-5E0D-4161-A30B-F7BD5AF5CA3E}" dt="2025-08-28T15:36:42.471" v="850" actId="20577"/>
        <pc:sldMkLst>
          <pc:docMk/>
          <pc:sldMk cId="2693772875" sldId="272"/>
        </pc:sldMkLst>
        <pc:spChg chg="mod">
          <ac:chgData name="Dunfrey Pires Aragão" userId="a7272183b7b4f9fa" providerId="LiveId" clId="{F9F79645-5E0D-4161-A30B-F7BD5AF5CA3E}" dt="2025-08-28T15:36:42.471" v="850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F9F79645-5E0D-4161-A30B-F7BD5AF5CA3E}" dt="2025-08-28T14:05:59.461" v="32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modSp add mod">
        <pc:chgData name="Dunfrey Pires Aragão" userId="a7272183b7b4f9fa" providerId="LiveId" clId="{F9F79645-5E0D-4161-A30B-F7BD5AF5CA3E}" dt="2025-08-28T14:09:32.640" v="145" actId="403"/>
        <pc:sldMkLst>
          <pc:docMk/>
          <pc:sldMk cId="516040122" sldId="273"/>
        </pc:sldMkLst>
        <pc:spChg chg="mod">
          <ac:chgData name="Dunfrey Pires Aragão" userId="a7272183b7b4f9fa" providerId="LiveId" clId="{F9F79645-5E0D-4161-A30B-F7BD5AF5CA3E}" dt="2025-08-28T14:09:32.640" v="145" actId="403"/>
          <ac:spMkLst>
            <pc:docMk/>
            <pc:sldMk cId="516040122" sldId="273"/>
            <ac:spMk id="3" creationId="{DE00D1FA-D3F5-A5BE-3058-0B400F3DCBC8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903808442" sldId="273"/>
        </pc:sldMkLst>
      </pc:sldChg>
      <pc:sldChg chg="modSp add mod">
        <pc:chgData name="Dunfrey Pires Aragão" userId="a7272183b7b4f9fa" providerId="LiveId" clId="{F9F79645-5E0D-4161-A30B-F7BD5AF5CA3E}" dt="2025-08-30T17:43:51.609" v="1406" actId="20577"/>
        <pc:sldMkLst>
          <pc:docMk/>
          <pc:sldMk cId="3357835207" sldId="274"/>
        </pc:sldMkLst>
        <pc:spChg chg="mod">
          <ac:chgData name="Dunfrey Pires Aragão" userId="a7272183b7b4f9fa" providerId="LiveId" clId="{F9F79645-5E0D-4161-A30B-F7BD5AF5CA3E}" dt="2025-08-30T17:43:51.609" v="1406" actId="20577"/>
          <ac:spMkLst>
            <pc:docMk/>
            <pc:sldMk cId="3357835207" sldId="274"/>
            <ac:spMk id="3" creationId="{37198FB0-D25B-73B6-7EF4-445E48BCFFB8}"/>
          </ac:spMkLst>
        </pc:spChg>
      </pc:sldChg>
      <pc:sldChg chg="modSp add mod">
        <pc:chgData name="Dunfrey Pires Aragão" userId="a7272183b7b4f9fa" providerId="LiveId" clId="{F9F79645-5E0D-4161-A30B-F7BD5AF5CA3E}" dt="2025-08-28T14:12:49.554" v="253" actId="1076"/>
        <pc:sldMkLst>
          <pc:docMk/>
          <pc:sldMk cId="2019241113" sldId="275"/>
        </pc:sldMkLst>
        <pc:spChg chg="mod">
          <ac:chgData name="Dunfrey Pires Aragão" userId="a7272183b7b4f9fa" providerId="LiveId" clId="{F9F79645-5E0D-4161-A30B-F7BD5AF5CA3E}" dt="2025-08-28T14:12:49.554" v="253" actId="1076"/>
          <ac:spMkLst>
            <pc:docMk/>
            <pc:sldMk cId="2019241113" sldId="275"/>
            <ac:spMk id="3" creationId="{DB84DE4A-3F06-E401-D83C-2444D2B4E4F0}"/>
          </ac:spMkLst>
        </pc:spChg>
        <pc:spChg chg="mod">
          <ac:chgData name="Dunfrey Pires Aragão" userId="a7272183b7b4f9fa" providerId="LiveId" clId="{F9F79645-5E0D-4161-A30B-F7BD5AF5CA3E}" dt="2025-08-28T14:10:41.982" v="154" actId="20577"/>
          <ac:spMkLst>
            <pc:docMk/>
            <pc:sldMk cId="2019241113" sldId="275"/>
            <ac:spMk id="112" creationId="{2314A344-5688-F071-8832-BA72AC6C0000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036805717" sldId="275"/>
        </pc:sldMkLst>
      </pc:sldChg>
      <pc:sldChg chg="modSp add mod">
        <pc:chgData name="Dunfrey Pires Aragão" userId="a7272183b7b4f9fa" providerId="LiveId" clId="{F9F79645-5E0D-4161-A30B-F7BD5AF5CA3E}" dt="2025-08-30T17:40:08.065" v="1350" actId="403"/>
        <pc:sldMkLst>
          <pc:docMk/>
          <pc:sldMk cId="185182782" sldId="276"/>
        </pc:sldMkLst>
        <pc:spChg chg="mod">
          <ac:chgData name="Dunfrey Pires Aragão" userId="a7272183b7b4f9fa" providerId="LiveId" clId="{F9F79645-5E0D-4161-A30B-F7BD5AF5CA3E}" dt="2025-08-30T17:40:08.065" v="1350" actId="403"/>
          <ac:spMkLst>
            <pc:docMk/>
            <pc:sldMk cId="185182782" sldId="276"/>
            <ac:spMk id="3" creationId="{E8771E48-5116-78D9-9575-03CA199B4422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276371994" sldId="27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002624183" sldId="277"/>
        </pc:sldMkLst>
      </pc:sldChg>
      <pc:sldChg chg="modSp add mod">
        <pc:chgData name="Dunfrey Pires Aragão" userId="a7272183b7b4f9fa" providerId="LiveId" clId="{F9F79645-5E0D-4161-A30B-F7BD5AF5CA3E}" dt="2025-08-30T17:36:58.982" v="1314" actId="14100"/>
        <pc:sldMkLst>
          <pc:docMk/>
          <pc:sldMk cId="4235190758" sldId="277"/>
        </pc:sldMkLst>
        <pc:spChg chg="mod">
          <ac:chgData name="Dunfrey Pires Aragão" userId="a7272183b7b4f9fa" providerId="LiveId" clId="{F9F79645-5E0D-4161-A30B-F7BD5AF5CA3E}" dt="2025-08-30T17:36:58.982" v="1314" actId="14100"/>
          <ac:spMkLst>
            <pc:docMk/>
            <pc:sldMk cId="4235190758" sldId="277"/>
            <ac:spMk id="3" creationId="{24761C61-9644-B71F-AB81-4096BB88F68D}"/>
          </ac:spMkLst>
        </pc:spChg>
      </pc:sldChg>
      <pc:sldChg chg="modSp add mod ord">
        <pc:chgData name="Dunfrey Pires Aragão" userId="a7272183b7b4f9fa" providerId="LiveId" clId="{F9F79645-5E0D-4161-A30B-F7BD5AF5CA3E}" dt="2025-08-30T17:38:37.624" v="1332" actId="403"/>
        <pc:sldMkLst>
          <pc:docMk/>
          <pc:sldMk cId="96040751" sldId="278"/>
        </pc:sldMkLst>
        <pc:spChg chg="mod">
          <ac:chgData name="Dunfrey Pires Aragão" userId="a7272183b7b4f9fa" providerId="LiveId" clId="{F9F79645-5E0D-4161-A30B-F7BD5AF5CA3E}" dt="2025-08-30T17:38:37.624" v="1332" actId="403"/>
          <ac:spMkLst>
            <pc:docMk/>
            <pc:sldMk cId="96040751" sldId="278"/>
            <ac:spMk id="3" creationId="{42219ED5-B077-3BE2-38C1-60D3AA12E7E2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571451691" sldId="278"/>
        </pc:sldMkLst>
      </pc:sldChg>
      <pc:sldChg chg="modSp add mod">
        <pc:chgData name="Dunfrey Pires Aragão" userId="a7272183b7b4f9fa" providerId="LiveId" clId="{F9F79645-5E0D-4161-A30B-F7BD5AF5CA3E}" dt="2025-08-30T17:42:11.234" v="1377" actId="20577"/>
        <pc:sldMkLst>
          <pc:docMk/>
          <pc:sldMk cId="3071921603" sldId="279"/>
        </pc:sldMkLst>
        <pc:spChg chg="mod">
          <ac:chgData name="Dunfrey Pires Aragão" userId="a7272183b7b4f9fa" providerId="LiveId" clId="{F9F79645-5E0D-4161-A30B-F7BD5AF5CA3E}" dt="2025-08-30T17:42:11.234" v="1377" actId="20577"/>
          <ac:spMkLst>
            <pc:docMk/>
            <pc:sldMk cId="3071921603" sldId="279"/>
            <ac:spMk id="3" creationId="{9EC09254-12C3-A7D2-F424-D9AA5DD120FD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980039042" sldId="27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5713392" sldId="280"/>
        </pc:sldMkLst>
      </pc:sldChg>
      <pc:sldChg chg="modSp add mod">
        <pc:chgData name="Dunfrey Pires Aragão" userId="a7272183b7b4f9fa" providerId="LiveId" clId="{F9F79645-5E0D-4161-A30B-F7BD5AF5CA3E}" dt="2025-08-30T17:42:07.946" v="1376" actId="20577"/>
        <pc:sldMkLst>
          <pc:docMk/>
          <pc:sldMk cId="786340363" sldId="280"/>
        </pc:sldMkLst>
        <pc:spChg chg="mod">
          <ac:chgData name="Dunfrey Pires Aragão" userId="a7272183b7b4f9fa" providerId="LiveId" clId="{F9F79645-5E0D-4161-A30B-F7BD5AF5CA3E}" dt="2025-08-30T17:42:07.946" v="1376" actId="20577"/>
          <ac:spMkLst>
            <pc:docMk/>
            <pc:sldMk cId="786340363" sldId="280"/>
            <ac:spMk id="3" creationId="{7C235FC0-1872-A35C-E9C0-2A8576ECA4F5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941205668" sldId="281"/>
        </pc:sldMkLst>
      </pc:sldChg>
      <pc:sldChg chg="modSp add mod">
        <pc:chgData name="Dunfrey Pires Aragão" userId="a7272183b7b4f9fa" providerId="LiveId" clId="{F9F79645-5E0D-4161-A30B-F7BD5AF5CA3E}" dt="2025-08-30T17:43:19.050" v="1400" actId="403"/>
        <pc:sldMkLst>
          <pc:docMk/>
          <pc:sldMk cId="2245862389" sldId="281"/>
        </pc:sldMkLst>
        <pc:spChg chg="mod">
          <ac:chgData name="Dunfrey Pires Aragão" userId="a7272183b7b4f9fa" providerId="LiveId" clId="{F9F79645-5E0D-4161-A30B-F7BD5AF5CA3E}" dt="2025-08-30T17:43:19.050" v="1400" actId="403"/>
          <ac:spMkLst>
            <pc:docMk/>
            <pc:sldMk cId="2245862389" sldId="281"/>
            <ac:spMk id="3" creationId="{44E6F95D-41DA-B2D6-2352-EE8D6F5941F3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449549412" sldId="282"/>
        </pc:sldMkLst>
      </pc:sldChg>
      <pc:sldChg chg="modSp add mod">
        <pc:chgData name="Dunfrey Pires Aragão" userId="a7272183b7b4f9fa" providerId="LiveId" clId="{F9F79645-5E0D-4161-A30B-F7BD5AF5CA3E}" dt="2025-08-30T17:29:20.901" v="1074" actId="20577"/>
        <pc:sldMkLst>
          <pc:docMk/>
          <pc:sldMk cId="2152344955" sldId="282"/>
        </pc:sldMkLst>
        <pc:spChg chg="mod">
          <ac:chgData name="Dunfrey Pires Aragão" userId="a7272183b7b4f9fa" providerId="LiveId" clId="{F9F79645-5E0D-4161-A30B-F7BD5AF5CA3E}" dt="2025-08-30T17:29:20.901" v="1074" actId="20577"/>
          <ac:spMkLst>
            <pc:docMk/>
            <pc:sldMk cId="2152344955" sldId="282"/>
            <ac:spMk id="3" creationId="{DBD1B880-4363-EA46-33FB-B343E98FC794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90847051" sldId="283"/>
        </pc:sldMkLst>
      </pc:sldChg>
      <pc:sldChg chg="modSp add mod ord">
        <pc:chgData name="Dunfrey Pires Aragão" userId="a7272183b7b4f9fa" providerId="LiveId" clId="{F9F79645-5E0D-4161-A30B-F7BD5AF5CA3E}" dt="2025-08-30T17:36:34.927" v="1303"/>
        <pc:sldMkLst>
          <pc:docMk/>
          <pc:sldMk cId="1078725783" sldId="283"/>
        </pc:sldMkLst>
        <pc:spChg chg="mod">
          <ac:chgData name="Dunfrey Pires Aragão" userId="a7272183b7b4f9fa" providerId="LiveId" clId="{F9F79645-5E0D-4161-A30B-F7BD5AF5CA3E}" dt="2025-08-30T17:35:40.362" v="1301" actId="20577"/>
          <ac:spMkLst>
            <pc:docMk/>
            <pc:sldMk cId="1078725783" sldId="283"/>
            <ac:spMk id="3" creationId="{A3A25A24-0960-D486-385E-29B6A0DBC38E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894141429" sldId="284"/>
        </pc:sldMkLst>
      </pc:sldChg>
      <pc:sldChg chg="modSp add mod">
        <pc:chgData name="Dunfrey Pires Aragão" userId="a7272183b7b4f9fa" providerId="LiveId" clId="{F9F79645-5E0D-4161-A30B-F7BD5AF5CA3E}" dt="2025-08-30T17:37:40.097" v="1326" actId="113"/>
        <pc:sldMkLst>
          <pc:docMk/>
          <pc:sldMk cId="2422203827" sldId="284"/>
        </pc:sldMkLst>
        <pc:spChg chg="mod">
          <ac:chgData name="Dunfrey Pires Aragão" userId="a7272183b7b4f9fa" providerId="LiveId" clId="{F9F79645-5E0D-4161-A30B-F7BD5AF5CA3E}" dt="2025-08-30T17:37:40.097" v="1326" actId="113"/>
          <ac:spMkLst>
            <pc:docMk/>
            <pc:sldMk cId="2422203827" sldId="284"/>
            <ac:spMk id="3" creationId="{E514DC58-DE6A-BB96-4841-B1681A6FCEDE}"/>
          </ac:spMkLst>
        </pc:sp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2293359" sldId="285"/>
        </pc:sldMkLst>
      </pc:sldChg>
      <pc:sldChg chg="modSp add mod">
        <pc:chgData name="Dunfrey Pires Aragão" userId="a7272183b7b4f9fa" providerId="LiveId" clId="{F9F79645-5E0D-4161-A30B-F7BD5AF5CA3E}" dt="2025-08-30T17:46:11.655" v="1452" actId="14100"/>
        <pc:sldMkLst>
          <pc:docMk/>
          <pc:sldMk cId="4090453237" sldId="285"/>
        </pc:sldMkLst>
        <pc:spChg chg="mod">
          <ac:chgData name="Dunfrey Pires Aragão" userId="a7272183b7b4f9fa" providerId="LiveId" clId="{F9F79645-5E0D-4161-A30B-F7BD5AF5CA3E}" dt="2025-08-30T17:46:11.655" v="1452" actId="14100"/>
          <ac:spMkLst>
            <pc:docMk/>
            <pc:sldMk cId="4090453237" sldId="285"/>
            <ac:spMk id="3" creationId="{1849A2CF-0AF5-7DE5-9CDF-7FDBECAC0ABF}"/>
          </ac:spMkLst>
        </pc:spChg>
        <pc:spChg chg="mod">
          <ac:chgData name="Dunfrey Pires Aragão" userId="a7272183b7b4f9fa" providerId="LiveId" clId="{F9F79645-5E0D-4161-A30B-F7BD5AF5CA3E}" dt="2025-08-30T17:44:43.018" v="1417" actId="20577"/>
          <ac:spMkLst>
            <pc:docMk/>
            <pc:sldMk cId="4090453237" sldId="285"/>
            <ac:spMk id="112" creationId="{505AE782-FFD1-1646-BED7-A22893134053}"/>
          </ac:spMkLst>
        </pc:spChg>
        <pc:picChg chg="mod">
          <ac:chgData name="Dunfrey Pires Aragão" userId="a7272183b7b4f9fa" providerId="LiveId" clId="{F9F79645-5E0D-4161-A30B-F7BD5AF5CA3E}" dt="2025-08-30T17:46:07.846" v="1451" actId="1076"/>
          <ac:picMkLst>
            <pc:docMk/>
            <pc:sldMk cId="4090453237" sldId="285"/>
            <ac:picMk id="110" creationId="{19139CDE-A603-ABC3-BC96-8D8D96DB69A0}"/>
          </ac:picMkLst>
        </pc:picChg>
      </pc:sldChg>
      <pc:sldChg chg="addSp delSp modSp add mod">
        <pc:chgData name="Dunfrey Pires Aragão" userId="a7272183b7b4f9fa" providerId="LiveId" clId="{F9F79645-5E0D-4161-A30B-F7BD5AF5CA3E}" dt="2025-08-30T17:54:39.236" v="1459" actId="1076"/>
        <pc:sldMkLst>
          <pc:docMk/>
          <pc:sldMk cId="121371844" sldId="286"/>
        </pc:sldMkLst>
        <pc:picChg chg="add mod">
          <ac:chgData name="Dunfrey Pires Aragão" userId="a7272183b7b4f9fa" providerId="LiveId" clId="{F9F79645-5E0D-4161-A30B-F7BD5AF5CA3E}" dt="2025-08-30T17:54:39.236" v="1459" actId="1076"/>
          <ac:picMkLst>
            <pc:docMk/>
            <pc:sldMk cId="121371844" sldId="286"/>
            <ac:picMk id="4" creationId="{5B005F23-8B3E-764F-E014-9E62C83E071E}"/>
          </ac:picMkLst>
        </pc:pic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064109615" sldId="28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772939263" sldId="287"/>
        </pc:sldMkLst>
      </pc:sldChg>
      <pc:sldChg chg="addSp delSp modSp add mod ord">
        <pc:chgData name="Dunfrey Pires Aragão" userId="a7272183b7b4f9fa" providerId="LiveId" clId="{F9F79645-5E0D-4161-A30B-F7BD5AF5CA3E}" dt="2025-09-02T17:08:14.176" v="1472" actId="20577"/>
        <pc:sldMkLst>
          <pc:docMk/>
          <pc:sldMk cId="4110234550" sldId="287"/>
        </pc:sldMkLst>
        <pc:spChg chg="del">
          <ac:chgData name="Dunfrey Pires Aragão" userId="a7272183b7b4f9fa" providerId="LiveId" clId="{F9F79645-5E0D-4161-A30B-F7BD5AF5CA3E}" dt="2025-09-02T17:07:46.552" v="1461" actId="478"/>
          <ac:spMkLst>
            <pc:docMk/>
            <pc:sldMk cId="4110234550" sldId="287"/>
            <ac:spMk id="3" creationId="{24B29A40-C064-4A86-8D81-6FD323E6B2B6}"/>
          </ac:spMkLst>
        </pc:spChg>
        <pc:spChg chg="mod">
          <ac:chgData name="Dunfrey Pires Aragão" userId="a7272183b7b4f9fa" providerId="LiveId" clId="{F9F79645-5E0D-4161-A30B-F7BD5AF5CA3E}" dt="2025-09-02T17:08:14.176" v="1472" actId="20577"/>
          <ac:spMkLst>
            <pc:docMk/>
            <pc:sldMk cId="4110234550" sldId="287"/>
            <ac:spMk id="112" creationId="{3BDF5031-7C09-F7AE-F3DA-7B474FA510CE}"/>
          </ac:spMkLst>
        </pc:spChg>
        <pc:picChg chg="add mod">
          <ac:chgData name="Dunfrey Pires Aragão" userId="a7272183b7b4f9fa" providerId="LiveId" clId="{F9F79645-5E0D-4161-A30B-F7BD5AF5CA3E}" dt="2025-09-02T17:07:56.785" v="1465" actId="14100"/>
          <ac:picMkLst>
            <pc:docMk/>
            <pc:sldMk cId="4110234550" sldId="287"/>
            <ac:picMk id="1026" creationId="{8D93BDB8-ABAF-D8A5-86C9-C2EE91409A41}"/>
          </ac:picMkLst>
        </pc:picChg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941658418" sldId="28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953123072" sldId="289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865094116" sldId="290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84692086" sldId="291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2410806387" sldId="292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235346850" sldId="293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926228093" sldId="294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343770334" sldId="295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043352155" sldId="296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732980767" sldId="297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1758867100" sldId="298"/>
        </pc:sldMkLst>
      </pc:sldChg>
      <pc:sldChg chg="del">
        <pc:chgData name="Dunfrey Pires Aragão" userId="a7272183b7b4f9fa" providerId="LiveId" clId="{F9F79645-5E0D-4161-A30B-F7BD5AF5CA3E}" dt="2025-08-28T14:07:32.001" v="80" actId="47"/>
        <pc:sldMkLst>
          <pc:docMk/>
          <pc:sldMk cId="4143167015" sldId="299"/>
        </pc:sldMkLst>
      </pc:sldChg>
    </pc:docChg>
  </pc:docChgLst>
  <pc:docChgLst>
    <pc:chgData name="Dunfrey Pires Aragão" userId="a7272183b7b4f9fa" providerId="LiveId" clId="{BEBF720F-E34B-4E5A-9A0F-E29D0FE7B0FF}"/>
    <pc:docChg chg="undo redo custSel addSld delSld modSld sldOrd">
      <pc:chgData name="Dunfrey Pires Aragão" userId="a7272183b7b4f9fa" providerId="LiveId" clId="{BEBF720F-E34B-4E5A-9A0F-E29D0FE7B0FF}" dt="2025-08-05T18:34:44.692" v="3157" actId="14100"/>
      <pc:docMkLst>
        <pc:docMk/>
      </pc:docMkLst>
      <pc:sldChg chg="addSp delSp modSp mod modAnim">
        <pc:chgData name="Dunfrey Pires Aragão" userId="a7272183b7b4f9fa" providerId="LiveId" clId="{BEBF720F-E34B-4E5A-9A0F-E29D0FE7B0FF}" dt="2025-08-03T00:26:24.519" v="195" actId="1076"/>
        <pc:sldMkLst>
          <pc:docMk/>
          <pc:sldMk cId="0" sldId="257"/>
        </pc:sldMkLst>
      </pc:sldChg>
      <pc:sldChg chg="addSp modSp del mod ord">
        <pc:chgData name="Dunfrey Pires Aragão" userId="a7272183b7b4f9fa" providerId="LiveId" clId="{BEBF720F-E34B-4E5A-9A0F-E29D0FE7B0FF}" dt="2025-08-04T20:13:42.839" v="1814" actId="47"/>
        <pc:sldMkLst>
          <pc:docMk/>
          <pc:sldMk cId="0" sldId="258"/>
        </pc:sldMkLst>
      </pc:sldChg>
      <pc:sldChg chg="addSp modSp mod">
        <pc:chgData name="Dunfrey Pires Aragão" userId="a7272183b7b4f9fa" providerId="LiveId" clId="{BEBF720F-E34B-4E5A-9A0F-E29D0FE7B0FF}" dt="2025-08-03T23:37:13.899" v="706" actId="1076"/>
        <pc:sldMkLst>
          <pc:docMk/>
          <pc:sldMk cId="0" sldId="259"/>
        </pc:sldMkLst>
      </pc:sldChg>
      <pc:sldChg chg="addSp modSp mod modAnim">
        <pc:chgData name="Dunfrey Pires Aragão" userId="a7272183b7b4f9fa" providerId="LiveId" clId="{BEBF720F-E34B-4E5A-9A0F-E29D0FE7B0FF}" dt="2025-08-03T23:26:12.389" v="615"/>
        <pc:sldMkLst>
          <pc:docMk/>
          <pc:sldMk cId="0" sldId="260"/>
        </pc:sldMkLst>
      </pc:sldChg>
      <pc:sldChg chg="new del">
        <pc:chgData name="Dunfrey Pires Aragão" userId="a7272183b7b4f9fa" providerId="LiveId" clId="{BEBF720F-E34B-4E5A-9A0F-E29D0FE7B0FF}" dt="2025-08-02T19:52:11.856" v="1" actId="2696"/>
        <pc:sldMkLst>
          <pc:docMk/>
          <pc:sldMk cId="1450792625" sldId="262"/>
        </pc:sldMkLst>
      </pc:sldChg>
      <pc:sldChg chg="addSp delSp modSp add mod ord">
        <pc:chgData name="Dunfrey Pires Aragão" userId="a7272183b7b4f9fa" providerId="LiveId" clId="{BEBF720F-E34B-4E5A-9A0F-E29D0FE7B0FF}" dt="2025-08-03T23:37:28.969" v="708"/>
        <pc:sldMkLst>
          <pc:docMk/>
          <pc:sldMk cId="1458883685" sldId="262"/>
        </pc:sldMkLst>
      </pc:sldChg>
      <pc:sldChg chg="addSp modSp add mod modAnim">
        <pc:chgData name="Dunfrey Pires Aragão" userId="a7272183b7b4f9fa" providerId="LiveId" clId="{BEBF720F-E34B-4E5A-9A0F-E29D0FE7B0FF}" dt="2025-08-03T23:36:31.601" v="692"/>
        <pc:sldMkLst>
          <pc:docMk/>
          <pc:sldMk cId="4060919478" sldId="263"/>
        </pc:sldMkLst>
      </pc:sldChg>
      <pc:sldChg chg="addSp delSp modSp add mod ord">
        <pc:chgData name="Dunfrey Pires Aragão" userId="a7272183b7b4f9fa" providerId="LiveId" clId="{BEBF720F-E34B-4E5A-9A0F-E29D0FE7B0FF}" dt="2025-08-03T23:34:30.344" v="682" actId="1076"/>
        <pc:sldMkLst>
          <pc:docMk/>
          <pc:sldMk cId="2480116363" sldId="264"/>
        </pc:sldMkLst>
      </pc:sldChg>
      <pc:sldChg chg="addSp modSp add mod modAnim">
        <pc:chgData name="Dunfrey Pires Aragão" userId="a7272183b7b4f9fa" providerId="LiveId" clId="{BEBF720F-E34B-4E5A-9A0F-E29D0FE7B0FF}" dt="2025-08-03T23:41:13.713" v="766"/>
        <pc:sldMkLst>
          <pc:docMk/>
          <pc:sldMk cId="85031420" sldId="265"/>
        </pc:sldMkLst>
      </pc:sldChg>
      <pc:sldChg chg="addSp delSp modSp add mod modAnim">
        <pc:chgData name="Dunfrey Pires Aragão" userId="a7272183b7b4f9fa" providerId="LiveId" clId="{BEBF720F-E34B-4E5A-9A0F-E29D0FE7B0FF}" dt="2025-08-04T19:22:22.579" v="1619" actId="1076"/>
        <pc:sldMkLst>
          <pc:docMk/>
          <pc:sldMk cId="1611498639" sldId="266"/>
        </pc:sldMkLst>
      </pc:sldChg>
      <pc:sldChg chg="addSp delSp modSp add del mod">
        <pc:chgData name="Dunfrey Pires Aragão" userId="a7272183b7b4f9fa" providerId="LiveId" clId="{BEBF720F-E34B-4E5A-9A0F-E29D0FE7B0FF}" dt="2025-08-04T19:22:01.421" v="1617" actId="47"/>
        <pc:sldMkLst>
          <pc:docMk/>
          <pc:sldMk cId="1595534256" sldId="267"/>
        </pc:sldMkLst>
      </pc:sldChg>
      <pc:sldChg chg="addSp delSp modSp add mod">
        <pc:chgData name="Dunfrey Pires Aragão" userId="a7272183b7b4f9fa" providerId="LiveId" clId="{BEBF720F-E34B-4E5A-9A0F-E29D0FE7B0FF}" dt="2025-08-05T14:47:32.155" v="2832" actId="255"/>
        <pc:sldMkLst>
          <pc:docMk/>
          <pc:sldMk cId="2697673226" sldId="268"/>
        </pc:sldMkLst>
      </pc:sldChg>
      <pc:sldChg chg="new del">
        <pc:chgData name="Dunfrey Pires Aragão" userId="a7272183b7b4f9fa" providerId="LiveId" clId="{BEBF720F-E34B-4E5A-9A0F-E29D0FE7B0FF}" dt="2025-08-03T23:28:28.126" v="617" actId="47"/>
        <pc:sldMkLst>
          <pc:docMk/>
          <pc:sldMk cId="2739562512" sldId="268"/>
        </pc:sldMkLst>
      </pc:sldChg>
      <pc:sldChg chg="addSp delSp modSp add mod modAnim">
        <pc:chgData name="Dunfrey Pires Aragão" userId="a7272183b7b4f9fa" providerId="LiveId" clId="{BEBF720F-E34B-4E5A-9A0F-E29D0FE7B0FF}" dt="2025-08-04T19:34:43.735" v="1813" actId="1038"/>
        <pc:sldMkLst>
          <pc:docMk/>
          <pc:sldMk cId="2316104281" sldId="269"/>
        </pc:sldMkLst>
      </pc:sldChg>
      <pc:sldChg chg="addSp delSp modSp add mod">
        <pc:chgData name="Dunfrey Pires Aragão" userId="a7272183b7b4f9fa" providerId="LiveId" clId="{BEBF720F-E34B-4E5A-9A0F-E29D0FE7B0FF}" dt="2025-08-04T19:04:19.079" v="1555" actId="1076"/>
        <pc:sldMkLst>
          <pc:docMk/>
          <pc:sldMk cId="2115306864" sldId="270"/>
        </pc:sldMkLst>
      </pc:sldChg>
      <pc:sldChg chg="new del">
        <pc:chgData name="Dunfrey Pires Aragão" userId="a7272183b7b4f9fa" providerId="LiveId" clId="{BEBF720F-E34B-4E5A-9A0F-E29D0FE7B0FF}" dt="2025-08-04T20:13:51.259" v="1816" actId="47"/>
        <pc:sldMkLst>
          <pc:docMk/>
          <pc:sldMk cId="2085091797" sldId="271"/>
        </pc:sldMkLst>
      </pc:sldChg>
      <pc:sldChg chg="addSp modSp add mod">
        <pc:chgData name="Dunfrey Pires Aragão" userId="a7272183b7b4f9fa" providerId="LiveId" clId="{BEBF720F-E34B-4E5A-9A0F-E29D0FE7B0FF}" dt="2025-08-05T14:26:52.275" v="2327" actId="14100"/>
        <pc:sldMkLst>
          <pc:docMk/>
          <pc:sldMk cId="2301139209" sldId="271"/>
        </pc:sldMkLst>
      </pc:sldChg>
      <pc:sldChg chg="addSp modSp add mod">
        <pc:chgData name="Dunfrey Pires Aragão" userId="a7272183b7b4f9fa" providerId="LiveId" clId="{BEBF720F-E34B-4E5A-9A0F-E29D0FE7B0FF}" dt="2025-08-05T14:34:37.699" v="2566" actId="1076"/>
        <pc:sldMkLst>
          <pc:docMk/>
          <pc:sldMk cId="2693772875" sldId="272"/>
        </pc:sldMkLst>
        <pc:spChg chg="mod">
          <ac:chgData name="Dunfrey Pires Aragão" userId="a7272183b7b4f9fa" providerId="LiveId" clId="{BEBF720F-E34B-4E5A-9A0F-E29D0FE7B0FF}" dt="2025-08-05T14:27:50.354" v="2341" actId="20577"/>
          <ac:spMkLst>
            <pc:docMk/>
            <pc:sldMk cId="2693772875" sldId="272"/>
            <ac:spMk id="112" creationId="{BE948C0D-5CF7-1E55-F219-F6129DAB92D5}"/>
          </ac:spMkLst>
        </pc:spChg>
        <pc:picChg chg="mod">
          <ac:chgData name="Dunfrey Pires Aragão" userId="a7272183b7b4f9fa" providerId="LiveId" clId="{BEBF720F-E34B-4E5A-9A0F-E29D0FE7B0FF}" dt="2025-08-05T14:27:45.677" v="2330" actId="1076"/>
          <ac:picMkLst>
            <pc:docMk/>
            <pc:sldMk cId="2693772875" sldId="272"/>
            <ac:picMk id="110" creationId="{2874A6B9-94B0-057E-B30C-C9ADD914F5B7}"/>
          </ac:picMkLst>
        </pc:picChg>
        <pc:picChg chg="mod">
          <ac:chgData name="Dunfrey Pires Aragão" userId="a7272183b7b4f9fa" providerId="LiveId" clId="{BEBF720F-E34B-4E5A-9A0F-E29D0FE7B0FF}" dt="2025-08-05T14:27:46.082" v="2331" actId="1076"/>
          <ac:picMkLst>
            <pc:docMk/>
            <pc:sldMk cId="2693772875" sldId="272"/>
            <ac:picMk id="111" creationId="{5EBA16AA-4218-1A8E-6D6D-B0ED6BC05053}"/>
          </ac:picMkLst>
        </pc:picChg>
      </pc:sldChg>
      <pc:sldChg chg="addSp delSp modSp add mod">
        <pc:chgData name="Dunfrey Pires Aragão" userId="a7272183b7b4f9fa" providerId="LiveId" clId="{BEBF720F-E34B-4E5A-9A0F-E29D0FE7B0FF}" dt="2025-08-05T14:36:10.462" v="2616" actId="12"/>
        <pc:sldMkLst>
          <pc:docMk/>
          <pc:sldMk cId="872432489" sldId="273"/>
        </pc:sldMkLst>
      </pc:sldChg>
      <pc:sldChg chg="addSp modSp add mod">
        <pc:chgData name="Dunfrey Pires Aragão" userId="a7272183b7b4f9fa" providerId="LiveId" clId="{BEBF720F-E34B-4E5A-9A0F-E29D0FE7B0FF}" dt="2025-08-05T15:38:07.010" v="2930" actId="167"/>
        <pc:sldMkLst>
          <pc:docMk/>
          <pc:sldMk cId="2941323628" sldId="274"/>
        </pc:sldMkLst>
      </pc:sldChg>
      <pc:sldChg chg="delSp modSp add del mod">
        <pc:chgData name="Dunfrey Pires Aragão" userId="a7272183b7b4f9fa" providerId="LiveId" clId="{BEBF720F-E34B-4E5A-9A0F-E29D0FE7B0FF}" dt="2025-08-05T14:41:46.260" v="2730" actId="1076"/>
        <pc:sldMkLst>
          <pc:docMk/>
          <pc:sldMk cId="1906933139" sldId="275"/>
        </pc:sldMkLst>
      </pc:sldChg>
      <pc:sldChg chg="addSp modSp add mod ord">
        <pc:chgData name="Dunfrey Pires Aragão" userId="a7272183b7b4f9fa" providerId="LiveId" clId="{BEBF720F-E34B-4E5A-9A0F-E29D0FE7B0FF}" dt="2025-08-05T14:38:25.112" v="2687" actId="20577"/>
        <pc:sldMkLst>
          <pc:docMk/>
          <pc:sldMk cId="2610903633" sldId="276"/>
        </pc:sldMkLst>
      </pc:sldChg>
      <pc:sldChg chg="addSp modSp add mod">
        <pc:chgData name="Dunfrey Pires Aragão" userId="a7272183b7b4f9fa" providerId="LiveId" clId="{BEBF720F-E34B-4E5A-9A0F-E29D0FE7B0FF}" dt="2025-08-05T17:28:47.324" v="2997"/>
        <pc:sldMkLst>
          <pc:docMk/>
          <pc:sldMk cId="513384730" sldId="277"/>
        </pc:sldMkLst>
      </pc:sldChg>
      <pc:sldChg chg="new del">
        <pc:chgData name="Dunfrey Pires Aragão" userId="a7272183b7b4f9fa" providerId="LiveId" clId="{BEBF720F-E34B-4E5A-9A0F-E29D0FE7B0FF}" dt="2025-08-05T15:45:04.082" v="2932" actId="680"/>
        <pc:sldMkLst>
          <pc:docMk/>
          <pc:sldMk cId="3280849938" sldId="277"/>
        </pc:sldMkLst>
      </pc:sldChg>
      <pc:sldChg chg="addSp delSp modSp add mod">
        <pc:chgData name="Dunfrey Pires Aragão" userId="a7272183b7b4f9fa" providerId="LiveId" clId="{BEBF720F-E34B-4E5A-9A0F-E29D0FE7B0FF}" dt="2025-08-05T17:39:46.146" v="3023" actId="14100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BEBF720F-E34B-4E5A-9A0F-E29D0FE7B0FF}" dt="2025-08-05T17:42:55.307" v="3036" actId="1076"/>
        <pc:sldMkLst>
          <pc:docMk/>
          <pc:sldMk cId="4276310836" sldId="279"/>
        </pc:sldMkLst>
      </pc:sldChg>
      <pc:sldChg chg="addSp delSp modSp add mod">
        <pc:chgData name="Dunfrey Pires Aragão" userId="a7272183b7b4f9fa" providerId="LiveId" clId="{BEBF720F-E34B-4E5A-9A0F-E29D0FE7B0FF}" dt="2025-08-05T18:31:02.711" v="3137" actId="1076"/>
        <pc:sldMkLst>
          <pc:docMk/>
          <pc:sldMk cId="833210588" sldId="280"/>
        </pc:sldMkLst>
      </pc:sldChg>
      <pc:sldChg chg="new del">
        <pc:chgData name="Dunfrey Pires Aragão" userId="a7272183b7b4f9fa" providerId="LiveId" clId="{BEBF720F-E34B-4E5A-9A0F-E29D0FE7B0FF}" dt="2025-08-05T18:32:41.638" v="3140" actId="47"/>
        <pc:sldMkLst>
          <pc:docMk/>
          <pc:sldMk cId="3312444262" sldId="281"/>
        </pc:sldMkLst>
      </pc:sldChg>
      <pc:sldChg chg="addSp delSp modSp add mod">
        <pc:chgData name="Dunfrey Pires Aragão" userId="a7272183b7b4f9fa" providerId="LiveId" clId="{BEBF720F-E34B-4E5A-9A0F-E29D0FE7B0FF}" dt="2025-08-05T18:34:44.692" v="3157" actId="14100"/>
        <pc:sldMkLst>
          <pc:docMk/>
          <pc:sldMk cId="2037166137" sldId="282"/>
        </pc:sldMkLst>
      </pc:sldChg>
      <pc:sldChg chg="add del">
        <pc:chgData name="Dunfrey Pires Aragão" userId="a7272183b7b4f9fa" providerId="LiveId" clId="{BEBF720F-E34B-4E5A-9A0F-E29D0FE7B0FF}" dt="2025-08-05T18:32:54.693" v="3144"/>
        <pc:sldMkLst>
          <pc:docMk/>
          <pc:sldMk cId="224136690" sldId="283"/>
        </pc:sldMkLst>
      </pc:sldChg>
      <pc:sldMasterChg chg="delSldLayout">
        <pc:chgData name="Dunfrey Pires Aragão" userId="a7272183b7b4f9fa" providerId="LiveId" clId="{BEBF720F-E34B-4E5A-9A0F-E29D0FE7B0FF}" dt="2025-08-05T18:32:41.638" v="3140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BEBF720F-E34B-4E5A-9A0F-E29D0FE7B0FF}" dt="2025-08-02T19:52:11.856" v="1" actId="2696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unfrey Pires Aragão" userId="a7272183b7b4f9fa" providerId="LiveId" clId="{BEBF720F-E34B-4E5A-9A0F-E29D0FE7B0FF}" dt="2025-08-03T23:28:28.126" v="617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unfrey Pires Aragão" userId="a7272183b7b4f9fa" providerId="LiveId" clId="{BEBF720F-E34B-4E5A-9A0F-E29D0FE7B0FF}" dt="2025-08-04T20:13:51.259" v="1816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unfrey Pires Aragão" userId="a7272183b7b4f9fa" providerId="LiveId" clId="{BEBF720F-E34B-4E5A-9A0F-E29D0FE7B0FF}" dt="2025-08-05T18:32:41.638" v="3140" actId="47"/>
          <pc:sldLayoutMkLst>
            <pc:docMk/>
            <pc:sldMasterMk cId="0" sldId="2147483648"/>
            <pc:sldLayoutMk cId="0" sldId="2147483653"/>
          </pc:sldLayoutMkLst>
        </pc:sldLayoutChg>
      </pc:sldMasterChg>
    </pc:docChg>
  </pc:docChgLst>
  <pc:docChgLst>
    <pc:chgData name="Dunfrey Pires Aragão" userId="a7272183b7b4f9fa" providerId="LiveId" clId="{C5A2FD75-C252-4619-88C8-ACAA7B112D69}"/>
    <pc:docChg chg="undo custSel addSld delSld modSld sldOrd">
      <pc:chgData name="Dunfrey Pires Aragão" userId="a7272183b7b4f9fa" providerId="LiveId" clId="{C5A2FD75-C252-4619-88C8-ACAA7B112D69}" dt="2025-08-14T00:28:58.513" v="4541"/>
      <pc:docMkLst>
        <pc:docMk/>
      </pc:docMkLst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7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5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0" sldId="260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458883685" sldId="262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060919478" sldId="26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80116363" sldId="26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5031420" sldId="265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611498639" sldId="26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697673226" sldId="26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316104281" sldId="26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115306864" sldId="270"/>
        </pc:sldMkLst>
      </pc:sldChg>
      <pc:sldChg chg="modSp mod">
        <pc:chgData name="Dunfrey Pires Aragão" userId="a7272183b7b4f9fa" providerId="LiveId" clId="{C5A2FD75-C252-4619-88C8-ACAA7B112D69}" dt="2025-08-06T18:57:31.341" v="302" actId="15"/>
        <pc:sldMkLst>
          <pc:docMk/>
          <pc:sldMk cId="2301139209" sldId="271"/>
        </pc:sldMkLst>
      </pc:sldChg>
      <pc:sldChg chg="addSp delSp modSp mod">
        <pc:chgData name="Dunfrey Pires Aragão" userId="a7272183b7b4f9fa" providerId="LiveId" clId="{C5A2FD75-C252-4619-88C8-ACAA7B112D69}" dt="2025-08-08T19:28:25.535" v="917"/>
        <pc:sldMkLst>
          <pc:docMk/>
          <pc:sldMk cId="2693772875" sldId="272"/>
        </pc:sldMkLst>
        <pc:spChg chg="add mod">
          <ac:chgData name="Dunfrey Pires Aragão" userId="a7272183b7b4f9fa" providerId="LiveId" clId="{C5A2FD75-C252-4619-88C8-ACAA7B112D69}" dt="2025-08-08T19:18:57.199" v="912" actId="1076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C5A2FD75-C252-4619-88C8-ACAA7B112D69}" dt="2025-08-08T19:08:46.299" v="817" actId="20577"/>
          <ac:spMkLst>
            <pc:docMk/>
            <pc:sldMk cId="2693772875" sldId="272"/>
            <ac:spMk id="112" creationId="{BE948C0D-5CF7-1E55-F219-F6129DAB92D5}"/>
          </ac:spMkLst>
        </pc:spChg>
        <pc:picChg chg="add del">
          <ac:chgData name="Dunfrey Pires Aragão" userId="a7272183b7b4f9fa" providerId="LiveId" clId="{C5A2FD75-C252-4619-88C8-ACAA7B112D69}" dt="2025-08-08T19:08:19.882" v="766" actId="478"/>
          <ac:picMkLst>
            <pc:docMk/>
            <pc:sldMk cId="2693772875" sldId="272"/>
            <ac:picMk id="110" creationId="{2874A6B9-94B0-057E-B30C-C9ADD914F5B7}"/>
          </ac:picMkLst>
        </pc:picChg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72432489" sldId="273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941323628" sldId="274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1906933139" sldId="275"/>
        </pc:sldMkLst>
      </pc:sldChg>
      <pc:sldChg chg="modSp mod">
        <pc:chgData name="Dunfrey Pires Aragão" userId="a7272183b7b4f9fa" providerId="LiveId" clId="{C5A2FD75-C252-4619-88C8-ACAA7B112D69}" dt="2025-08-06T18:27:14.213" v="43" actId="20577"/>
        <pc:sldMkLst>
          <pc:docMk/>
          <pc:sldMk cId="2610903633" sldId="276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513384730" sldId="277"/>
        </pc:sldMkLst>
      </pc:sldChg>
      <pc:sldChg chg="modSp add mod">
        <pc:chgData name="Dunfrey Pires Aragão" userId="a7272183b7b4f9fa" providerId="LiveId" clId="{C5A2FD75-C252-4619-88C8-ACAA7B112D69}" dt="2025-08-08T19:28:58.848" v="929" actId="1076"/>
        <pc:sldMkLst>
          <pc:docMk/>
          <pc:sldMk cId="1289493354" sldId="277"/>
        </pc:sldMkLst>
      </pc:sldChg>
      <pc:sldChg chg="addSp delSp modSp add mod ord">
        <pc:chgData name="Dunfrey Pires Aragão" userId="a7272183b7b4f9fa" providerId="LiveId" clId="{C5A2FD75-C252-4619-88C8-ACAA7B112D69}" dt="2025-08-11T18:53:18.055" v="1853" actId="20577"/>
        <pc:sldMkLst>
          <pc:docMk/>
          <pc:sldMk cId="1209825020" sldId="278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462251716" sldId="278"/>
        </pc:sldMkLst>
      </pc:sldChg>
      <pc:sldChg chg="addSp delSp modSp add mod">
        <pc:chgData name="Dunfrey Pires Aragão" userId="a7272183b7b4f9fa" providerId="LiveId" clId="{C5A2FD75-C252-4619-88C8-ACAA7B112D69}" dt="2025-08-11T18:51:12.776" v="1791" actId="1076"/>
        <pc:sldMkLst>
          <pc:docMk/>
          <pc:sldMk cId="816410113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4276310836" sldId="279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833210588" sldId="280"/>
        </pc:sldMkLst>
      </pc:sldChg>
      <pc:sldChg chg="addSp delSp modSp add mod">
        <pc:chgData name="Dunfrey Pires Aragão" userId="a7272183b7b4f9fa" providerId="LiveId" clId="{C5A2FD75-C252-4619-88C8-ACAA7B112D69}" dt="2025-08-11T19:01:03.826" v="1864" actId="14100"/>
        <pc:sldMkLst>
          <pc:docMk/>
          <pc:sldMk cId="4275640942" sldId="280"/>
        </pc:sldMkLst>
      </pc:sldChg>
      <pc:sldChg chg="add del">
        <pc:chgData name="Dunfrey Pires Aragão" userId="a7272183b7b4f9fa" providerId="LiveId" clId="{C5A2FD75-C252-4619-88C8-ACAA7B112D69}" dt="2025-08-11T19:01:08.105" v="1865" actId="47"/>
        <pc:sldMkLst>
          <pc:docMk/>
          <pc:sldMk cId="4121033361" sldId="281"/>
        </pc:sldMkLst>
      </pc:sldChg>
      <pc:sldChg chg="del">
        <pc:chgData name="Dunfrey Pires Aragão" userId="a7272183b7b4f9fa" providerId="LiveId" clId="{C5A2FD75-C252-4619-88C8-ACAA7B112D69}" dt="2025-08-08T18:40:17.982" v="758" actId="47"/>
        <pc:sldMkLst>
          <pc:docMk/>
          <pc:sldMk cId="2037166137" sldId="282"/>
        </pc:sldMkLst>
      </pc:sldChg>
      <pc:sldChg chg="add del">
        <pc:chgData name="Dunfrey Pires Aragão" userId="a7272183b7b4f9fa" providerId="LiveId" clId="{C5A2FD75-C252-4619-88C8-ACAA7B112D69}" dt="2025-08-11T19:01:08.737" v="1866" actId="47"/>
        <pc:sldMkLst>
          <pc:docMk/>
          <pc:sldMk cId="3379580487" sldId="282"/>
        </pc:sldMkLst>
      </pc:sldChg>
      <pc:sldChg chg="addSp delSp modSp add mod ord">
        <pc:chgData name="Dunfrey Pires Aragão" userId="a7272183b7b4f9fa" providerId="LiveId" clId="{C5A2FD75-C252-4619-88C8-ACAA7B112D69}" dt="2025-08-11T18:50:26.214" v="1785" actId="20577"/>
        <pc:sldMkLst>
          <pc:docMk/>
          <pc:sldMk cId="2577570395" sldId="283"/>
        </pc:sldMkLst>
      </pc:sldChg>
      <pc:sldChg chg="new del">
        <pc:chgData name="Dunfrey Pires Aragão" userId="a7272183b7b4f9fa" providerId="LiveId" clId="{C5A2FD75-C252-4619-88C8-ACAA7B112D69}" dt="2025-08-08T19:29:11.212" v="931" actId="680"/>
        <pc:sldMkLst>
          <pc:docMk/>
          <pc:sldMk cId="413737103" sldId="284"/>
        </pc:sldMkLst>
      </pc:sldChg>
      <pc:sldChg chg="delSp modSp add mod ord">
        <pc:chgData name="Dunfrey Pires Aragão" userId="a7272183b7b4f9fa" providerId="LiveId" clId="{C5A2FD75-C252-4619-88C8-ACAA7B112D69}" dt="2025-08-11T19:30:42.511" v="2317" actId="1037"/>
        <pc:sldMkLst>
          <pc:docMk/>
          <pc:sldMk cId="3706630638" sldId="284"/>
        </pc:sldMkLst>
      </pc:sldChg>
      <pc:sldChg chg="addSp delSp modSp add mod">
        <pc:chgData name="Dunfrey Pires Aragão" userId="a7272183b7b4f9fa" providerId="LiveId" clId="{C5A2FD75-C252-4619-88C8-ACAA7B112D69}" dt="2025-08-11T19:38:08.147" v="2426" actId="1076"/>
        <pc:sldMkLst>
          <pc:docMk/>
          <pc:sldMk cId="2437489870" sldId="285"/>
        </pc:sldMkLst>
      </pc:sldChg>
      <pc:sldChg chg="addSp delSp modSp add mod">
        <pc:chgData name="Dunfrey Pires Aragão" userId="a7272183b7b4f9fa" providerId="LiveId" clId="{C5A2FD75-C252-4619-88C8-ACAA7B112D69}" dt="2025-08-11T19:37:22.016" v="2421" actId="1076"/>
        <pc:sldMkLst>
          <pc:docMk/>
          <pc:sldMk cId="3805043110" sldId="286"/>
        </pc:sldMkLst>
      </pc:sldChg>
      <pc:sldChg chg="new del">
        <pc:chgData name="Dunfrey Pires Aragão" userId="a7272183b7b4f9fa" providerId="LiveId" clId="{C5A2FD75-C252-4619-88C8-ACAA7B112D69}" dt="2025-08-12T00:00:59.426" v="2428" actId="2696"/>
        <pc:sldMkLst>
          <pc:docMk/>
          <pc:sldMk cId="1402331715" sldId="287"/>
        </pc:sldMkLst>
      </pc:sldChg>
      <pc:sldChg chg="addSp delSp modSp add mod">
        <pc:chgData name="Dunfrey Pires Aragão" userId="a7272183b7b4f9fa" providerId="LiveId" clId="{C5A2FD75-C252-4619-88C8-ACAA7B112D69}" dt="2025-08-12T00:53:20.308" v="2881" actId="20577"/>
        <pc:sldMkLst>
          <pc:docMk/>
          <pc:sldMk cId="2308817509" sldId="287"/>
        </pc:sldMkLst>
      </pc:sldChg>
      <pc:sldChg chg="modSp add mod">
        <pc:chgData name="Dunfrey Pires Aragão" userId="a7272183b7b4f9fa" providerId="LiveId" clId="{C5A2FD75-C252-4619-88C8-ACAA7B112D69}" dt="2025-08-12T13:32:46.704" v="3162" actId="20577"/>
        <pc:sldMkLst>
          <pc:docMk/>
          <pc:sldMk cId="1132781362" sldId="288"/>
        </pc:sldMkLst>
      </pc:sldChg>
      <pc:sldChg chg="add del">
        <pc:chgData name="Dunfrey Pires Aragão" userId="a7272183b7b4f9fa" providerId="LiveId" clId="{C5A2FD75-C252-4619-88C8-ACAA7B112D69}" dt="2025-08-12T00:45:05.509" v="2872" actId="47"/>
        <pc:sldMkLst>
          <pc:docMk/>
          <pc:sldMk cId="1538180366" sldId="288"/>
        </pc:sldMkLst>
      </pc:sldChg>
      <pc:sldChg chg="addSp modSp add mod ord">
        <pc:chgData name="Dunfrey Pires Aragão" userId="a7272183b7b4f9fa" providerId="LiveId" clId="{C5A2FD75-C252-4619-88C8-ACAA7B112D69}" dt="2025-08-12T00:57:53.017" v="3126" actId="1076"/>
        <pc:sldMkLst>
          <pc:docMk/>
          <pc:sldMk cId="96054855" sldId="289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939929158" sldId="290"/>
        </pc:sldMkLst>
      </pc:sldChg>
      <pc:sldChg chg="addSp modSp add mod">
        <pc:chgData name="Dunfrey Pires Aragão" userId="a7272183b7b4f9fa" providerId="LiveId" clId="{C5A2FD75-C252-4619-88C8-ACAA7B112D69}" dt="2025-08-12T16:21:37.699" v="3604" actId="20577"/>
        <pc:sldMkLst>
          <pc:docMk/>
          <pc:sldMk cId="2370906923" sldId="290"/>
        </pc:sldMkLst>
      </pc:sldChg>
      <pc:sldChg chg="add del">
        <pc:chgData name="Dunfrey Pires Aragão" userId="a7272183b7b4f9fa" providerId="LiveId" clId="{C5A2FD75-C252-4619-88C8-ACAA7B112D69}" dt="2025-08-12T13:31:55.921" v="3128"/>
        <pc:sldMkLst>
          <pc:docMk/>
          <pc:sldMk cId="1001297686" sldId="291"/>
        </pc:sldMkLst>
      </pc:sldChg>
      <pc:sldChg chg="addSp delSp modSp add mod ord">
        <pc:chgData name="Dunfrey Pires Aragão" userId="a7272183b7b4f9fa" providerId="LiveId" clId="{C5A2FD75-C252-4619-88C8-ACAA7B112D69}" dt="2025-08-12T13:48:02.858" v="3508" actId="113"/>
        <pc:sldMkLst>
          <pc:docMk/>
          <pc:sldMk cId="1843229357" sldId="291"/>
        </pc:sldMkLst>
      </pc:sldChg>
      <pc:sldChg chg="addSp delSp modSp add mod">
        <pc:chgData name="Dunfrey Pires Aragão" userId="a7272183b7b4f9fa" providerId="LiveId" clId="{C5A2FD75-C252-4619-88C8-ACAA7B112D69}" dt="2025-08-12T16:29:26.500" v="3887" actId="1076"/>
        <pc:sldMkLst>
          <pc:docMk/>
          <pc:sldMk cId="1195363776" sldId="292"/>
        </pc:sldMkLst>
      </pc:sldChg>
      <pc:sldChg chg="addSp modSp add mod ord">
        <pc:chgData name="Dunfrey Pires Aragão" userId="a7272183b7b4f9fa" providerId="LiveId" clId="{C5A2FD75-C252-4619-88C8-ACAA7B112D69}" dt="2025-08-14T00:28:58.513" v="4541"/>
        <pc:sldMkLst>
          <pc:docMk/>
          <pc:sldMk cId="427134615" sldId="293"/>
        </pc:sldMkLst>
      </pc:sldChg>
      <pc:sldChg chg="addSp delSp modSp add mod ord">
        <pc:chgData name="Dunfrey Pires Aragão" userId="a7272183b7b4f9fa" providerId="LiveId" clId="{C5A2FD75-C252-4619-88C8-ACAA7B112D69}" dt="2025-08-14T00:28:36.648" v="4539"/>
        <pc:sldMkLst>
          <pc:docMk/>
          <pc:sldMk cId="3967285722" sldId="294"/>
        </pc:sldMkLst>
      </pc:sldChg>
      <pc:sldChg chg="addSp delSp modSp add mod ord">
        <pc:chgData name="Dunfrey Pires Aragão" userId="a7272183b7b4f9fa" providerId="LiveId" clId="{C5A2FD75-C252-4619-88C8-ACAA7B112D69}" dt="2025-08-14T00:28:30.502" v="4537"/>
        <pc:sldMkLst>
          <pc:docMk/>
          <pc:sldMk cId="2381364848" sldId="295"/>
        </pc:sldMkLst>
      </pc:sldChg>
      <pc:sldChg chg="new del">
        <pc:chgData name="Dunfrey Pires Aragão" userId="a7272183b7b4f9fa" providerId="LiveId" clId="{C5A2FD75-C252-4619-88C8-ACAA7B112D69}" dt="2025-08-14T00:12:50" v="4208" actId="47"/>
        <pc:sldMkLst>
          <pc:docMk/>
          <pc:sldMk cId="259556705" sldId="296"/>
        </pc:sldMkLst>
      </pc:sldChg>
      <pc:sldChg chg="addSp modSp add mod">
        <pc:chgData name="Dunfrey Pires Aragão" userId="a7272183b7b4f9fa" providerId="LiveId" clId="{C5A2FD75-C252-4619-88C8-ACAA7B112D69}" dt="2025-08-14T00:20:41.181" v="4533" actId="1076"/>
        <pc:sldMkLst>
          <pc:docMk/>
          <pc:sldMk cId="1102862243" sldId="296"/>
        </pc:sldMkLst>
      </pc:sldChg>
      <pc:sldMasterChg chg="delSldLayout">
        <pc:chgData name="Dunfrey Pires Aragão" userId="a7272183b7b4f9fa" providerId="LiveId" clId="{C5A2FD75-C252-4619-88C8-ACAA7B112D69}" dt="2025-08-14T00:12:50" v="4208" actId="47"/>
        <pc:sldMasterMkLst>
          <pc:docMk/>
          <pc:sldMasterMk cId="0" sldId="2147483648"/>
        </pc:sldMasterMkLst>
        <pc:sldLayoutChg chg="del">
          <pc:chgData name="Dunfrey Pires Aragão" userId="a7272183b7b4f9fa" providerId="LiveId" clId="{C5A2FD75-C252-4619-88C8-ACAA7B112D69}" dt="2025-08-12T00:00:59.426" v="2428" actId="2696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unfrey Pires Aragão" userId="a7272183b7b4f9fa" providerId="LiveId" clId="{C5A2FD75-C252-4619-88C8-ACAA7B112D69}" dt="2025-08-14T00:12:50" v="4208" actId="47"/>
          <pc:sldLayoutMkLst>
            <pc:docMk/>
            <pc:sldMasterMk cId="0" sldId="2147483648"/>
            <pc:sldLayoutMk cId="0" sldId="2147483655"/>
          </pc:sldLayoutMkLst>
        </pc:sldLayoutChg>
      </pc:sldMasterChg>
    </pc:docChg>
  </pc:docChgLst>
  <pc:docChgLst>
    <pc:chgData name="Dunfrey Pires Aragão" userId="a7272183b7b4f9fa" providerId="LiveId" clId="{AF0DBD31-B8D2-47FF-A3D2-71D5A8072E7E}"/>
    <pc:docChg chg="undo redo custSel addSld delSld modSld sldOrd">
      <pc:chgData name="Dunfrey Pires Aragão" userId="a7272183b7b4f9fa" providerId="LiveId" clId="{AF0DBD31-B8D2-47FF-A3D2-71D5A8072E7E}" dt="2025-08-26T16:10:28.750" v="1749" actId="1037"/>
      <pc:docMkLst>
        <pc:docMk/>
      </pc:docMkLst>
      <pc:sldChg chg="addSp delSp modSp mod">
        <pc:chgData name="Dunfrey Pires Aragão" userId="a7272183b7b4f9fa" providerId="LiveId" clId="{AF0DBD31-B8D2-47FF-A3D2-71D5A8072E7E}" dt="2025-08-25T22:54:14.090" v="41" actId="20577"/>
        <pc:sldMkLst>
          <pc:docMk/>
          <pc:sldMk cId="2693772875" sldId="272"/>
        </pc:sldMkLst>
        <pc:spChg chg="mod">
          <ac:chgData name="Dunfrey Pires Aragão" userId="a7272183b7b4f9fa" providerId="LiveId" clId="{AF0DBD31-B8D2-47FF-A3D2-71D5A8072E7E}" dt="2025-08-25T22:54:14.090" v="41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AF0DBD31-B8D2-47FF-A3D2-71D5A8072E7E}" dt="2025-08-25T22:53:12.126" v="26"/>
          <ac:spMkLst>
            <pc:docMk/>
            <pc:sldMk cId="2693772875" sldId="272"/>
            <ac:spMk id="112" creationId="{BE948C0D-5CF7-1E55-F219-F6129DAB92D5}"/>
          </ac:spMkLst>
        </pc:spChg>
      </pc:sldChg>
      <pc:sldChg chg="addSp modSp add mod">
        <pc:chgData name="Dunfrey Pires Aragão" userId="a7272183b7b4f9fa" providerId="LiveId" clId="{AF0DBD31-B8D2-47FF-A3D2-71D5A8072E7E}" dt="2025-08-25T22:56:21.723" v="91" actId="1076"/>
        <pc:sldMkLst>
          <pc:docMk/>
          <pc:sldMk cId="2777992100" sldId="273"/>
        </pc:sldMkLst>
      </pc:sldChg>
      <pc:sldChg chg="addSp delSp modSp add del mod">
        <pc:chgData name="Dunfrey Pires Aragão" userId="a7272183b7b4f9fa" providerId="LiveId" clId="{AF0DBD31-B8D2-47FF-A3D2-71D5A8072E7E}" dt="2025-08-26T16:07:12.851" v="1736" actId="47"/>
        <pc:sldMkLst>
          <pc:docMk/>
          <pc:sldMk cId="1809379589" sldId="274"/>
        </pc:sldMkLst>
      </pc:sldChg>
      <pc:sldChg chg="addSp modSp add mod">
        <pc:chgData name="Dunfrey Pires Aragão" userId="a7272183b7b4f9fa" providerId="LiveId" clId="{AF0DBD31-B8D2-47FF-A3D2-71D5A8072E7E}" dt="2025-08-25T22:57:22.961" v="115" actId="403"/>
        <pc:sldMkLst>
          <pc:docMk/>
          <pc:sldMk cId="1785984796" sldId="275"/>
        </pc:sldMkLst>
      </pc:sldChg>
      <pc:sldChg chg="addSp delSp modSp add mod">
        <pc:chgData name="Dunfrey Pires Aragão" userId="a7272183b7b4f9fa" providerId="LiveId" clId="{AF0DBD31-B8D2-47FF-A3D2-71D5A8072E7E}" dt="2025-08-25T22:59:26.011" v="154" actId="1076"/>
        <pc:sldMkLst>
          <pc:docMk/>
          <pc:sldMk cId="99185344" sldId="276"/>
        </pc:sldMkLst>
      </pc:sldChg>
      <pc:sldChg chg="del">
        <pc:chgData name="Dunfrey Pires Aragão" userId="a7272183b7b4f9fa" providerId="LiveId" clId="{AF0DBD31-B8D2-47FF-A3D2-71D5A8072E7E}" dt="2025-08-25T22:48:09.564" v="1" actId="47"/>
        <pc:sldMkLst>
          <pc:docMk/>
          <pc:sldMk cId="1289493354" sldId="277"/>
        </pc:sldMkLst>
      </pc:sldChg>
      <pc:sldChg chg="addSp delSp modSp add mod">
        <pc:chgData name="Dunfrey Pires Aragão" userId="a7272183b7b4f9fa" providerId="LiveId" clId="{AF0DBD31-B8D2-47FF-A3D2-71D5A8072E7E}" dt="2025-08-25T23:01:31.709" v="199" actId="1076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AF0DBD31-B8D2-47FF-A3D2-71D5A8072E7E}" dt="2025-08-26T16:07:37.725" v="1746" actId="1036"/>
        <pc:sldMkLst>
          <pc:docMk/>
          <pc:sldMk cId="3444229016" sldId="27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83019990" sldId="278"/>
        </pc:sldMkLst>
      </pc:sldChg>
      <pc:sldChg chg="addSp delSp modSp add mod">
        <pc:chgData name="Dunfrey Pires Aragão" userId="a7272183b7b4f9fa" providerId="LiveId" clId="{AF0DBD31-B8D2-47FF-A3D2-71D5A8072E7E}" dt="2025-08-25T23:23:46.467" v="375" actId="115"/>
        <pc:sldMkLst>
          <pc:docMk/>
          <pc:sldMk cId="1213054393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967362222" sldId="27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742874426" sldId="280"/>
        </pc:sldMkLst>
      </pc:sldChg>
      <pc:sldChg chg="addSp delSp modSp add mod">
        <pc:chgData name="Dunfrey Pires Aragão" userId="a7272183b7b4f9fa" providerId="LiveId" clId="{AF0DBD31-B8D2-47FF-A3D2-71D5A8072E7E}" dt="2025-08-25T23:29:30.044" v="434"/>
        <pc:sldMkLst>
          <pc:docMk/>
          <pc:sldMk cId="2155939721" sldId="280"/>
        </pc:sldMkLst>
      </pc:sldChg>
      <pc:sldChg chg="addSp delSp modSp add mod">
        <pc:chgData name="Dunfrey Pires Aragão" userId="a7272183b7b4f9fa" providerId="LiveId" clId="{AF0DBD31-B8D2-47FF-A3D2-71D5A8072E7E}" dt="2025-08-25T23:40:47.755" v="532"/>
        <pc:sldMkLst>
          <pc:docMk/>
          <pc:sldMk cId="1230389461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089862149" sldId="28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890113241" sldId="282"/>
        </pc:sldMkLst>
      </pc:sldChg>
      <pc:sldChg chg="addSp delSp modSp add mod">
        <pc:chgData name="Dunfrey Pires Aragão" userId="a7272183b7b4f9fa" providerId="LiveId" clId="{AF0DBD31-B8D2-47FF-A3D2-71D5A8072E7E}" dt="2025-08-26T16:10:28.750" v="1749" actId="1037"/>
        <pc:sldMkLst>
          <pc:docMk/>
          <pc:sldMk cId="4075041728" sldId="282"/>
        </pc:sldMkLst>
      </pc:sldChg>
      <pc:sldChg chg="addSp modSp add mod">
        <pc:chgData name="Dunfrey Pires Aragão" userId="a7272183b7b4f9fa" providerId="LiveId" clId="{AF0DBD31-B8D2-47FF-A3D2-71D5A8072E7E}" dt="2025-08-26T00:09:00.915" v="708" actId="1035"/>
        <pc:sldMkLst>
          <pc:docMk/>
          <pc:sldMk cId="512337633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2973689496" sldId="283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181291770" sldId="284"/>
        </pc:sldMkLst>
      </pc:sldChg>
      <pc:sldChg chg="addSp delSp modSp add mod">
        <pc:chgData name="Dunfrey Pires Aragão" userId="a7272183b7b4f9fa" providerId="LiveId" clId="{AF0DBD31-B8D2-47FF-A3D2-71D5A8072E7E}" dt="2025-08-26T00:15:47.137" v="810" actId="1076"/>
        <pc:sldMkLst>
          <pc:docMk/>
          <pc:sldMk cId="3621015451" sldId="284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48178509" sldId="285"/>
        </pc:sldMkLst>
      </pc:sldChg>
      <pc:sldChg chg="addSp modSp add mod ord">
        <pc:chgData name="Dunfrey Pires Aragão" userId="a7272183b7b4f9fa" providerId="LiveId" clId="{AF0DBD31-B8D2-47FF-A3D2-71D5A8072E7E}" dt="2025-08-26T00:13:14.010" v="765"/>
        <pc:sldMkLst>
          <pc:docMk/>
          <pc:sldMk cId="755647164" sldId="285"/>
        </pc:sldMkLst>
      </pc:sldChg>
      <pc:sldChg chg="addSp delSp modSp add mod">
        <pc:chgData name="Dunfrey Pires Aragão" userId="a7272183b7b4f9fa" providerId="LiveId" clId="{AF0DBD31-B8D2-47FF-A3D2-71D5A8072E7E}" dt="2025-08-26T01:34:01.713" v="910" actId="20577"/>
        <pc:sldMkLst>
          <pc:docMk/>
          <pc:sldMk cId="1595746387" sldId="286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4130277746" sldId="286"/>
        </pc:sldMkLst>
      </pc:sldChg>
      <pc:sldChg chg="addSp modSp add mod">
        <pc:chgData name="Dunfrey Pires Aragão" userId="a7272183b7b4f9fa" providerId="LiveId" clId="{AF0DBD31-B8D2-47FF-A3D2-71D5A8072E7E}" dt="2025-08-26T01:35:34.745" v="928" actId="1076"/>
        <pc:sldMkLst>
          <pc:docMk/>
          <pc:sldMk cId="3741163756" sldId="287"/>
        </pc:sldMkLst>
      </pc:sldChg>
      <pc:sldChg chg="addSp delSp modSp add mod">
        <pc:chgData name="Dunfrey Pires Aragão" userId="a7272183b7b4f9fa" providerId="LiveId" clId="{AF0DBD31-B8D2-47FF-A3D2-71D5A8072E7E}" dt="2025-08-26T01:40:00.603" v="1001" actId="20577"/>
        <pc:sldMkLst>
          <pc:docMk/>
          <pc:sldMk cId="955532757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948615925" sldId="288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214366133" sldId="289"/>
        </pc:sldMkLst>
      </pc:sldChg>
      <pc:sldChg chg="addSp delSp modSp add mod">
        <pc:chgData name="Dunfrey Pires Aragão" userId="a7272183b7b4f9fa" providerId="LiveId" clId="{AF0DBD31-B8D2-47FF-A3D2-71D5A8072E7E}" dt="2025-08-26T01:46:01.301" v="1087" actId="14100"/>
        <pc:sldMkLst>
          <pc:docMk/>
          <pc:sldMk cId="3327209629" sldId="289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1399810990" sldId="290"/>
        </pc:sldMkLst>
      </pc:sldChg>
      <pc:sldChg chg="addSp delSp modSp add mod">
        <pc:chgData name="Dunfrey Pires Aragão" userId="a7272183b7b4f9fa" providerId="LiveId" clId="{AF0DBD31-B8D2-47FF-A3D2-71D5A8072E7E}" dt="2025-08-26T01:49:14.357" v="1258" actId="1076"/>
        <pc:sldMkLst>
          <pc:docMk/>
          <pc:sldMk cId="2174839300" sldId="290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3290488586" sldId="291"/>
        </pc:sldMkLst>
      </pc:sldChg>
      <pc:sldChg chg="addSp delSp modSp add del mod">
        <pc:chgData name="Dunfrey Pires Aragão" userId="a7272183b7b4f9fa" providerId="LiveId" clId="{AF0DBD31-B8D2-47FF-A3D2-71D5A8072E7E}" dt="2025-08-26T01:54:22.769" v="1280" actId="47"/>
        <pc:sldMkLst>
          <pc:docMk/>
          <pc:sldMk cId="3357546054" sldId="291"/>
        </pc:sldMkLst>
      </pc:sldChg>
      <pc:sldChg chg="del">
        <pc:chgData name="Dunfrey Pires Aragão" userId="a7272183b7b4f9fa" providerId="LiveId" clId="{AF0DBD31-B8D2-47FF-A3D2-71D5A8072E7E}" dt="2025-08-25T22:48:14.600" v="2" actId="47"/>
        <pc:sldMkLst>
          <pc:docMk/>
          <pc:sldMk cId="632184806" sldId="292"/>
        </pc:sldMkLst>
      </pc:sldChg>
      <pc:sldChg chg="addSp delSp modSp add mod">
        <pc:chgData name="Dunfrey Pires Aragão" userId="a7272183b7b4f9fa" providerId="LiveId" clId="{AF0DBD31-B8D2-47FF-A3D2-71D5A8072E7E}" dt="2025-08-26T01:55:08.347" v="1288" actId="1076"/>
        <pc:sldMkLst>
          <pc:docMk/>
          <pc:sldMk cId="1267227549" sldId="292"/>
        </pc:sldMkLst>
      </pc:sldChg>
      <pc:sldChg chg="addSp delSp modSp add mod">
        <pc:chgData name="Dunfrey Pires Aragão" userId="a7272183b7b4f9fa" providerId="LiveId" clId="{AF0DBD31-B8D2-47FF-A3D2-71D5A8072E7E}" dt="2025-08-26T02:05:28.841" v="1322" actId="1076"/>
        <pc:sldMkLst>
          <pc:docMk/>
          <pc:sldMk cId="1960935585" sldId="293"/>
        </pc:sldMkLst>
      </pc:sldChg>
      <pc:sldChg chg="del">
        <pc:chgData name="Dunfrey Pires Aragão" userId="a7272183b7b4f9fa" providerId="LiveId" clId="{AF0DBD31-B8D2-47FF-A3D2-71D5A8072E7E}" dt="2025-08-25T22:48:04.441" v="0" actId="47"/>
        <pc:sldMkLst>
          <pc:docMk/>
          <pc:sldMk cId="3624316801" sldId="293"/>
        </pc:sldMkLst>
      </pc:sldChg>
      <pc:sldChg chg="addSp delSp modSp add mod">
        <pc:chgData name="Dunfrey Pires Aragão" userId="a7272183b7b4f9fa" providerId="LiveId" clId="{AF0DBD31-B8D2-47FF-A3D2-71D5A8072E7E}" dt="2025-08-26T02:08:37.592" v="1364" actId="1076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AF0DBD31-B8D2-47FF-A3D2-71D5A8072E7E}" dt="2025-08-26T02:15:29.557" v="1411" actId="1076"/>
        <pc:sldMkLst>
          <pc:docMk/>
          <pc:sldMk cId="3521384937" sldId="295"/>
        </pc:sldMkLst>
      </pc:sldChg>
      <pc:sldChg chg="addSp delSp modSp add mod">
        <pc:chgData name="Dunfrey Pires Aragão" userId="a7272183b7b4f9fa" providerId="LiveId" clId="{AF0DBD31-B8D2-47FF-A3D2-71D5A8072E7E}" dt="2025-08-26T15:50:56.463" v="1534" actId="1076"/>
        <pc:sldMkLst>
          <pc:docMk/>
          <pc:sldMk cId="934565050" sldId="296"/>
        </pc:sldMkLst>
      </pc:sldChg>
      <pc:sldChg chg="delSp modSp add mod">
        <pc:chgData name="Dunfrey Pires Aragão" userId="a7272183b7b4f9fa" providerId="LiveId" clId="{AF0DBD31-B8D2-47FF-A3D2-71D5A8072E7E}" dt="2025-08-26T15:58:13.365" v="1632" actId="20577"/>
        <pc:sldMkLst>
          <pc:docMk/>
          <pc:sldMk cId="577453922" sldId="297"/>
        </pc:sldMkLst>
      </pc:sldChg>
      <pc:sldChg chg="addSp modSp add del mod">
        <pc:chgData name="Dunfrey Pires Aragão" userId="a7272183b7b4f9fa" providerId="LiveId" clId="{AF0DBD31-B8D2-47FF-A3D2-71D5A8072E7E}" dt="2025-08-26T16:01:57.904" v="1686" actId="47"/>
        <pc:sldMkLst>
          <pc:docMk/>
          <pc:sldMk cId="264067451" sldId="298"/>
        </pc:sldMkLst>
      </pc:sldChg>
      <pc:sldChg chg="addSp modSp add mod">
        <pc:chgData name="Dunfrey Pires Aragão" userId="a7272183b7b4f9fa" providerId="LiveId" clId="{AF0DBD31-B8D2-47FF-A3D2-71D5A8072E7E}" dt="2025-08-26T16:00:24.230" v="1666" actId="1076"/>
        <pc:sldMkLst>
          <pc:docMk/>
          <pc:sldMk cId="872351133" sldId="299"/>
        </pc:sldMkLst>
      </pc:sldChg>
      <pc:sldChg chg="addSp delSp modSp add mod">
        <pc:chgData name="Dunfrey Pires Aragão" userId="a7272183b7b4f9fa" providerId="LiveId" clId="{AF0DBD31-B8D2-47FF-A3D2-71D5A8072E7E}" dt="2025-08-26T16:02:23.199" v="1693" actId="1076"/>
        <pc:sldMkLst>
          <pc:docMk/>
          <pc:sldMk cId="3010182672" sldId="300"/>
        </pc:sldMkLst>
      </pc:sldChg>
      <pc:sldChg chg="add">
        <pc:chgData name="Dunfrey Pires Aragão" userId="a7272183b7b4f9fa" providerId="LiveId" clId="{AF0DBD31-B8D2-47FF-A3D2-71D5A8072E7E}" dt="2025-08-26T16:02:25.017" v="1694"/>
        <pc:sldMkLst>
          <pc:docMk/>
          <pc:sldMk cId="2837892893" sldId="301"/>
        </pc:sldMkLst>
      </pc:sldChg>
      <pc:sldChg chg="addSp delSp modSp add mod">
        <pc:chgData name="Dunfrey Pires Aragão" userId="a7272183b7b4f9fa" providerId="LiveId" clId="{AF0DBD31-B8D2-47FF-A3D2-71D5A8072E7E}" dt="2025-08-26T16:04:16.428" v="1715" actId="14100"/>
        <pc:sldMkLst>
          <pc:docMk/>
          <pc:sldMk cId="2346775664" sldId="302"/>
        </pc:sldMkLst>
      </pc:sldChg>
      <pc:sldChg chg="modSp add mod">
        <pc:chgData name="Dunfrey Pires Aragão" userId="a7272183b7b4f9fa" providerId="LiveId" clId="{AF0DBD31-B8D2-47FF-A3D2-71D5A8072E7E}" dt="2025-08-26T16:06:35.591" v="1735" actId="20577"/>
        <pc:sldMkLst>
          <pc:docMk/>
          <pc:sldMk cId="1834463686" sldId="303"/>
        </pc:sldMkLst>
      </pc:sldChg>
    </pc:docChg>
  </pc:docChgLst>
  <pc:docChgLst>
    <pc:chgData name="Dunfrey Pires Aragão" userId="a7272183b7b4f9fa" providerId="LiveId" clId="{119D3A0F-34EA-4DBD-8450-C2532E0436A1}"/>
    <pc:docChg chg="undo custSel addSld delSld modSld sldOrd">
      <pc:chgData name="Dunfrey Pires Aragão" userId="a7272183b7b4f9fa" providerId="LiveId" clId="{119D3A0F-34EA-4DBD-8450-C2532E0436A1}" dt="2025-08-28T14:00:34.284" v="3318" actId="14100"/>
      <pc:docMkLst>
        <pc:docMk/>
      </pc:docMkLst>
      <pc:sldChg chg="modSp add del mod">
        <pc:chgData name="Dunfrey Pires Aragão" userId="a7272183b7b4f9fa" providerId="LiveId" clId="{119D3A0F-34EA-4DBD-8450-C2532E0436A1}" dt="2025-08-27T23:03:24.211" v="122" actId="20577"/>
        <pc:sldMkLst>
          <pc:docMk/>
          <pc:sldMk cId="2693772875" sldId="272"/>
        </pc:sldMkLst>
        <pc:spChg chg="mod">
          <ac:chgData name="Dunfrey Pires Aragão" userId="a7272183b7b4f9fa" providerId="LiveId" clId="{119D3A0F-34EA-4DBD-8450-C2532E0436A1}" dt="2025-08-27T23:03:24.211" v="122" actId="20577"/>
          <ac:spMkLst>
            <pc:docMk/>
            <pc:sldMk cId="2693772875" sldId="272"/>
            <ac:spMk id="3" creationId="{FEAFA6B6-31A9-38C5-4A6A-6E56C623DAEB}"/>
          </ac:spMkLst>
        </pc:spChg>
        <pc:spChg chg="mod">
          <ac:chgData name="Dunfrey Pires Aragão" userId="a7272183b7b4f9fa" providerId="LiveId" clId="{119D3A0F-34EA-4DBD-8450-C2532E0436A1}" dt="2025-08-27T22:58:59.414" v="2" actId="20577"/>
          <ac:spMkLst>
            <pc:docMk/>
            <pc:sldMk cId="2693772875" sldId="272"/>
            <ac:spMk id="112" creationId="{BE948C0D-5CF7-1E55-F219-F6129DAB92D5}"/>
          </ac:spMkLst>
        </pc:spChg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777992100" sldId="273"/>
        </pc:sldMkLst>
      </pc:sldChg>
      <pc:sldChg chg="modSp add mod">
        <pc:chgData name="Dunfrey Pires Aragão" userId="a7272183b7b4f9fa" providerId="LiveId" clId="{119D3A0F-34EA-4DBD-8450-C2532E0436A1}" dt="2025-08-27T23:06:32.412" v="274" actId="113"/>
        <pc:sldMkLst>
          <pc:docMk/>
          <pc:sldMk cId="3903808442" sldId="273"/>
        </pc:sldMkLst>
      </pc:sldChg>
      <pc:sldChg chg="addSp modSp add del mod ord">
        <pc:chgData name="Dunfrey Pires Aragão" userId="a7272183b7b4f9fa" providerId="LiveId" clId="{119D3A0F-34EA-4DBD-8450-C2532E0436A1}" dt="2025-08-27T23:12:28.663" v="472" actId="47"/>
        <pc:sldMkLst>
          <pc:docMk/>
          <pc:sldMk cId="3797725400" sldId="27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785984796" sldId="275"/>
        </pc:sldMkLst>
      </pc:sldChg>
      <pc:sldChg chg="addSp modSp add mod">
        <pc:chgData name="Dunfrey Pires Aragão" userId="a7272183b7b4f9fa" providerId="LiveId" clId="{119D3A0F-34EA-4DBD-8450-C2532E0436A1}" dt="2025-08-27T23:28:38.399" v="780" actId="20577"/>
        <pc:sldMkLst>
          <pc:docMk/>
          <pc:sldMk cId="4036805717" sldId="27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9185344" sldId="276"/>
        </pc:sldMkLst>
      </pc:sldChg>
      <pc:sldChg chg="addSp delSp modSp add mod setBg">
        <pc:chgData name="Dunfrey Pires Aragão" userId="a7272183b7b4f9fa" providerId="LiveId" clId="{119D3A0F-34EA-4DBD-8450-C2532E0436A1}" dt="2025-08-27T23:16:21.619" v="512" actId="20577"/>
        <pc:sldMkLst>
          <pc:docMk/>
          <pc:sldMk cId="2276371994" sldId="276"/>
        </pc:sldMkLst>
      </pc:sldChg>
      <pc:sldChg chg="addSp modSp add mod">
        <pc:chgData name="Dunfrey Pires Aragão" userId="a7272183b7b4f9fa" providerId="LiveId" clId="{119D3A0F-34EA-4DBD-8450-C2532E0436A1}" dt="2025-08-27T23:19:04.591" v="569" actId="20577"/>
        <pc:sldMkLst>
          <pc:docMk/>
          <pc:sldMk cId="2002624183" sldId="27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537415451" sldId="277"/>
        </pc:sldMkLst>
      </pc:sldChg>
      <pc:sldChg chg="addSp delSp modSp add mod">
        <pc:chgData name="Dunfrey Pires Aragão" userId="a7272183b7b4f9fa" providerId="LiveId" clId="{119D3A0F-34EA-4DBD-8450-C2532E0436A1}" dt="2025-08-27T23:30:02.129" v="788" actId="20577"/>
        <pc:sldMkLst>
          <pc:docMk/>
          <pc:sldMk cId="1571451691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444229016" sldId="27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13054393" sldId="279"/>
        </pc:sldMkLst>
      </pc:sldChg>
      <pc:sldChg chg="addSp delSp modSp add mod">
        <pc:chgData name="Dunfrey Pires Aragão" userId="a7272183b7b4f9fa" providerId="LiveId" clId="{119D3A0F-34EA-4DBD-8450-C2532E0436A1}" dt="2025-08-27T23:23:31.343" v="701" actId="20577"/>
        <pc:sldMkLst>
          <pc:docMk/>
          <pc:sldMk cId="3980039042" sldId="279"/>
        </pc:sldMkLst>
      </pc:sldChg>
      <pc:sldChg chg="addSp delSp modSp add mod setBg">
        <pc:chgData name="Dunfrey Pires Aragão" userId="a7272183b7b4f9fa" providerId="LiveId" clId="{119D3A0F-34EA-4DBD-8450-C2532E0436A1}" dt="2025-08-27T23:25:15.530" v="774" actId="20577"/>
        <pc:sldMkLst>
          <pc:docMk/>
          <pc:sldMk cId="45713392" sldId="28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55939721" sldId="280"/>
        </pc:sldMkLst>
      </pc:sldChg>
      <pc:sldChg chg="new del">
        <pc:chgData name="Dunfrey Pires Aragão" userId="a7272183b7b4f9fa" providerId="LiveId" clId="{119D3A0F-34EA-4DBD-8450-C2532E0436A1}" dt="2025-08-27T23:28:57.629" v="782" actId="680"/>
        <pc:sldMkLst>
          <pc:docMk/>
          <pc:sldMk cId="543530440" sldId="281"/>
        </pc:sldMkLst>
      </pc:sldChg>
      <pc:sldChg chg="addSp delSp modSp add mod setBg">
        <pc:chgData name="Dunfrey Pires Aragão" userId="a7272183b7b4f9fa" providerId="LiveId" clId="{119D3A0F-34EA-4DBD-8450-C2532E0436A1}" dt="2025-08-27T23:35:19.230" v="946" actId="1036"/>
        <pc:sldMkLst>
          <pc:docMk/>
          <pc:sldMk cId="941205668" sldId="28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30389461" sldId="281"/>
        </pc:sldMkLst>
      </pc:sldChg>
      <pc:sldChg chg="addSp delSp modSp add mod setBg">
        <pc:chgData name="Dunfrey Pires Aragão" userId="a7272183b7b4f9fa" providerId="LiveId" clId="{119D3A0F-34EA-4DBD-8450-C2532E0436A1}" dt="2025-08-27T23:37:39.632" v="979" actId="1076"/>
        <pc:sldMkLst>
          <pc:docMk/>
          <pc:sldMk cId="1449549412" sldId="28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4075041728" sldId="282"/>
        </pc:sldMkLst>
      </pc:sldChg>
      <pc:sldChg chg="delSp modSp add mod ord">
        <pc:chgData name="Dunfrey Pires Aragão" userId="a7272183b7b4f9fa" providerId="LiveId" clId="{119D3A0F-34EA-4DBD-8450-C2532E0436A1}" dt="2025-08-27T23:39:57.542" v="1005" actId="20577"/>
        <pc:sldMkLst>
          <pc:docMk/>
          <pc:sldMk cId="290847051" sldId="283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12337633" sldId="283"/>
        </pc:sldMkLst>
      </pc:sldChg>
      <pc:sldChg chg="addSp delSp modSp add mod setBg">
        <pc:chgData name="Dunfrey Pires Aragão" userId="a7272183b7b4f9fa" providerId="LiveId" clId="{119D3A0F-34EA-4DBD-8450-C2532E0436A1}" dt="2025-08-28T13:25:03.298" v="2406" actId="403"/>
        <pc:sldMkLst>
          <pc:docMk/>
          <pc:sldMk cId="894141429" sldId="28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621015451" sldId="284"/>
        </pc:sldMkLst>
      </pc:sldChg>
      <pc:sldChg chg="addSp modSp add mod ord setBg">
        <pc:chgData name="Dunfrey Pires Aragão" userId="a7272183b7b4f9fa" providerId="LiveId" clId="{119D3A0F-34EA-4DBD-8450-C2532E0436A1}" dt="2025-08-28T01:24:19.281" v="1873" actId="1076"/>
        <pc:sldMkLst>
          <pc:docMk/>
          <pc:sldMk cId="242293359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755647164" sldId="28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5746387" sldId="286"/>
        </pc:sldMkLst>
      </pc:sldChg>
      <pc:sldChg chg="addSp delSp modSp add mod setBg">
        <pc:chgData name="Dunfrey Pires Aragão" userId="a7272183b7b4f9fa" providerId="LiveId" clId="{119D3A0F-34EA-4DBD-8450-C2532E0436A1}" dt="2025-08-27T23:56:06.346" v="1275" actId="1076"/>
        <pc:sldMkLst>
          <pc:docMk/>
          <pc:sldMk cId="2064109615" sldId="286"/>
        </pc:sldMkLst>
      </pc:sldChg>
      <pc:sldChg chg="addSp delSp modSp add mod setBg">
        <pc:chgData name="Dunfrey Pires Aragão" userId="a7272183b7b4f9fa" providerId="LiveId" clId="{119D3A0F-34EA-4DBD-8450-C2532E0436A1}" dt="2025-08-28T00:06:48.165" v="1477" actId="20577"/>
        <pc:sldMkLst>
          <pc:docMk/>
          <pc:sldMk cId="2772939263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741163756" sldId="287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55532757" sldId="288"/>
        </pc:sldMkLst>
      </pc:sldChg>
      <pc:sldChg chg="addSp delSp modSp add mod setBg">
        <pc:chgData name="Dunfrey Pires Aragão" userId="a7272183b7b4f9fa" providerId="LiveId" clId="{119D3A0F-34EA-4DBD-8450-C2532E0436A1}" dt="2025-08-28T01:11:29.679" v="1538" actId="403"/>
        <pc:sldMkLst>
          <pc:docMk/>
          <pc:sldMk cId="2941658418" sldId="288"/>
        </pc:sldMkLst>
      </pc:sldChg>
      <pc:sldChg chg="addSp modSp add mod setBg">
        <pc:chgData name="Dunfrey Pires Aragão" userId="a7272183b7b4f9fa" providerId="LiveId" clId="{119D3A0F-34EA-4DBD-8450-C2532E0436A1}" dt="2025-08-28T01:25:54.924" v="1934" actId="20577"/>
        <pc:sldMkLst>
          <pc:docMk/>
          <pc:sldMk cId="1953123072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327209629" sldId="28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174839300" sldId="290"/>
        </pc:sldMkLst>
      </pc:sldChg>
      <pc:sldChg chg="addSp delSp modSp add mod setBg">
        <pc:chgData name="Dunfrey Pires Aragão" userId="a7272183b7b4f9fa" providerId="LiveId" clId="{119D3A0F-34EA-4DBD-8450-C2532E0436A1}" dt="2025-08-28T01:25:45.625" v="1930" actId="20577"/>
        <pc:sldMkLst>
          <pc:docMk/>
          <pc:sldMk cId="3865094116" sldId="290"/>
        </pc:sldMkLst>
      </pc:sldChg>
      <pc:sldChg chg="addSp delSp modSp add mod">
        <pc:chgData name="Dunfrey Pires Aragão" userId="a7272183b7b4f9fa" providerId="LiveId" clId="{119D3A0F-34EA-4DBD-8450-C2532E0436A1}" dt="2025-08-28T01:30:47.772" v="2174"/>
        <pc:sldMkLst>
          <pc:docMk/>
          <pc:sldMk cId="2484692086" sldId="29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267227549" sldId="292"/>
        </pc:sldMkLst>
      </pc:sldChg>
      <pc:sldChg chg="addSp modSp add mod ord setBg">
        <pc:chgData name="Dunfrey Pires Aragão" userId="a7272183b7b4f9fa" providerId="LiveId" clId="{119D3A0F-34EA-4DBD-8450-C2532E0436A1}" dt="2025-08-28T01:28:27.239" v="2109"/>
        <pc:sldMkLst>
          <pc:docMk/>
          <pc:sldMk cId="2410806387" sldId="292"/>
        </pc:sldMkLst>
      </pc:sldChg>
      <pc:sldChg chg="addSp delSp modSp add mod setBg">
        <pc:chgData name="Dunfrey Pires Aragão" userId="a7272183b7b4f9fa" providerId="LiveId" clId="{119D3A0F-34EA-4DBD-8450-C2532E0436A1}" dt="2025-08-28T01:35:11.880" v="2260"/>
        <pc:sldMkLst>
          <pc:docMk/>
          <pc:sldMk cId="1235346850" sldId="293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960935585" sldId="293"/>
        </pc:sldMkLst>
      </pc:sldChg>
      <pc:sldChg chg="addSp delSp modSp add mod">
        <pc:chgData name="Dunfrey Pires Aragão" userId="a7272183b7b4f9fa" providerId="LiveId" clId="{119D3A0F-34EA-4DBD-8450-C2532E0436A1}" dt="2025-08-28T01:36:08.863" v="2280" actId="20577"/>
        <pc:sldMkLst>
          <pc:docMk/>
          <pc:sldMk cId="926228093" sldId="294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597760224" sldId="294"/>
        </pc:sldMkLst>
      </pc:sldChg>
      <pc:sldChg chg="addSp delSp modSp add mod">
        <pc:chgData name="Dunfrey Pires Aragão" userId="a7272183b7b4f9fa" providerId="LiveId" clId="{119D3A0F-34EA-4DBD-8450-C2532E0436A1}" dt="2025-08-28T01:38:03.788" v="2340" actId="20577"/>
        <pc:sldMkLst>
          <pc:docMk/>
          <pc:sldMk cId="343770334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521384937" sldId="295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934565050" sldId="296"/>
        </pc:sldMkLst>
      </pc:sldChg>
      <pc:sldChg chg="addSp modSp add mod">
        <pc:chgData name="Dunfrey Pires Aragão" userId="a7272183b7b4f9fa" providerId="LiveId" clId="{119D3A0F-34EA-4DBD-8450-C2532E0436A1}" dt="2025-08-28T13:28:31.108" v="2499"/>
        <pc:sldMkLst>
          <pc:docMk/>
          <pc:sldMk cId="1043352155" sldId="296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577453922" sldId="297"/>
        </pc:sldMkLst>
      </pc:sldChg>
      <pc:sldChg chg="addSp delSp modSp add mod">
        <pc:chgData name="Dunfrey Pires Aragão" userId="a7272183b7b4f9fa" providerId="LiveId" clId="{119D3A0F-34EA-4DBD-8450-C2532E0436A1}" dt="2025-08-28T13:40:58.188" v="2725"/>
        <pc:sldMkLst>
          <pc:docMk/>
          <pc:sldMk cId="732980767" sldId="297"/>
        </pc:sldMkLst>
      </pc:sldChg>
      <pc:sldChg chg="delSp modSp add mod">
        <pc:chgData name="Dunfrey Pires Aragão" userId="a7272183b7b4f9fa" providerId="LiveId" clId="{119D3A0F-34EA-4DBD-8450-C2532E0436A1}" dt="2025-08-28T14:00:34.284" v="3318" actId="14100"/>
        <pc:sldMkLst>
          <pc:docMk/>
          <pc:sldMk cId="1758867100" sldId="298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872351133" sldId="299"/>
        </pc:sldMkLst>
      </pc:sldChg>
      <pc:sldChg chg="addSp delSp modSp add mod setBg">
        <pc:chgData name="Dunfrey Pires Aragão" userId="a7272183b7b4f9fa" providerId="LiveId" clId="{119D3A0F-34EA-4DBD-8450-C2532E0436A1}" dt="2025-08-28T14:00:19.005" v="3317" actId="1076"/>
        <pc:sldMkLst>
          <pc:docMk/>
          <pc:sldMk cId="4143167015" sldId="299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3010182672" sldId="300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837892893" sldId="301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2346775664" sldId="302"/>
        </pc:sldMkLst>
      </pc:sldChg>
      <pc:sldChg chg="add del">
        <pc:chgData name="Dunfrey Pires Aragão" userId="a7272183b7b4f9fa" providerId="LiveId" clId="{119D3A0F-34EA-4DBD-8450-C2532E0436A1}" dt="2025-08-27T22:59:40.686" v="5" actId="47"/>
        <pc:sldMkLst>
          <pc:docMk/>
          <pc:sldMk cId="1834463686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9B4B3-7E80-A623-0406-18A36914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C1F7C58-6AA1-2D81-B988-CE0251C01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C1CC9A8-6FFE-305F-D9E5-2E9CE87DF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9803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C25ABA0-F47D-CA40-55CA-08B6F71A2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A125479-EC1B-86D6-67CC-F4DEE0E81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A1BEB74-D041-03D8-BD5A-C0619D962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317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4F75939-7988-8303-E117-E4EABCD4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D9805E50-50F4-0F78-F74E-0088DB095F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590E93C-44F7-3995-B0D0-B1B5016B3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1121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ECAF03-5E57-2E93-2062-90242DF5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1E3BF82-FC17-001E-F7A1-E746F03101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5A6B331E-C8D2-6E85-3F7F-5BD5C6534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87007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21F151A-1A3B-9F6D-63A4-3336DF401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6113E431-1E0E-8B93-54C0-8E1C96FD3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CA0545C8-461C-8E2D-2F44-BD64852EC3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1689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167CB87-A6F4-AAC3-EC64-C5725F50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E8D6F0B-4B85-3B31-BA04-E1AEA9C85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29477917-98BD-CB43-54AF-1C57A2330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3240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B5AFF91-57D3-C097-37FF-32C836E1C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7F957AFD-01E8-2B43-B3A5-F7C001E2E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012CCCA7-E765-7062-FE33-075724CF94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22504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E72794D-C561-BB20-2CDE-448988DD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86069C4A-0443-3465-899E-D5EDE912A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7EC16E9-9929-4D39-B304-7221D6E1D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4602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E852585-45A5-BB43-54F7-5DCCCF2F4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766E50E-2EC7-AE91-21DE-398F53611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EF43104A-9F5D-64AC-F780-05C3C5A8D8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3303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6DC8330-0269-085E-BE69-19520D39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1EB68779-0DB2-B52B-C057-9A04846C5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374D1203-7EE4-4636-32A5-71F78AEC3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8765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BA7FE3D8-0BED-FF79-EC5B-97157A3E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B7E5EB66-498A-840D-7613-B411097047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69A07D77-46D0-C7E7-AF7A-47FDEC48F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7062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C235E05-DCFB-A138-9683-C76967914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A3C5398E-A60E-4BD9-92D1-71E68EB8F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197DFBC0-1976-B1A0-F53F-4A2A34AA9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88016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9EB5E14-4949-91F1-7AA6-FDD45971F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085C8391-3F44-EF6A-4516-6E1CC8E20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41820151-3B80-9895-F58C-81CE678C6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01796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1043DBA-171A-DD83-C4D2-FB437B6C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4976F6BD-14B0-AED7-A1AC-8E2B82DA40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45CD09D6-627B-FCA5-F243-FC31B3D16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02310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E202278-3DEE-1490-D94A-6A04A7ED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5FF09A7B-CF3A-13CF-1CC0-19446CCBB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75DF3E5F-2935-B960-8D67-71604EF6F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3790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A3D3788-64FF-4242-857C-7744EFD6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>
            <a:extLst>
              <a:ext uri="{FF2B5EF4-FFF2-40B4-BE49-F238E27FC236}">
                <a16:creationId xmlns:a16="http://schemas.microsoft.com/office/drawing/2014/main" id="{C4B1668E-F7BA-B422-5322-2CDC3ED59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5:notes">
            <a:extLst>
              <a:ext uri="{FF2B5EF4-FFF2-40B4-BE49-F238E27FC236}">
                <a16:creationId xmlns:a16="http://schemas.microsoft.com/office/drawing/2014/main" id="{20284649-1742-F7B4-9E36-40AC041BD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14089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8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88D422C-F617-B941-6C5C-FF3C78C39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2874A6B9-94B0-057E-B30C-C9ADD914F5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EBA16AA-4218-1A8E-6D6D-B0ED6BC050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E948C0D-5CF7-1E55-F219-F6129DAB92D5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Método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Ágil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AFA6B6-31A9-38C5-4A6A-6E56C623DAEB}"/>
              </a:ext>
            </a:extLst>
          </p:cNvPr>
          <p:cNvSpPr txBox="1"/>
          <p:nvPr/>
        </p:nvSpPr>
        <p:spPr>
          <a:xfrm>
            <a:off x="614150" y="2330401"/>
            <a:ext cx="1426190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A maior prioridade é satisfazer o cliente através da entrega contínua e adiantada de software com valor agregado.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Mudanças nos requisitos são bem-vindas, mesmo tardiamente no desenvolvimento. Processos ágeis tiram vantagem das mudanças visando vantagem competitiva para o cliente.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Entregar frequentemente software funcionando, de poucas semanas a poucos meses, com preferência à menor escala de tempo.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Pessoas de negócio e desenvolvedores devem trabalhar diariamente em conjunto por todo o projeto.</a:t>
            </a:r>
          </a:p>
        </p:txBody>
      </p:sp>
    </p:spTree>
    <p:extLst>
      <p:ext uri="{BB962C8B-B14F-4D97-AF65-F5344CB8AC3E}">
        <p14:creationId xmlns:p14="http://schemas.microsoft.com/office/powerpoint/2010/main" val="2693772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F2F3DD8-3D95-D3A8-D4DB-D2AFD887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65B5B46-61D7-738D-33F9-7834658249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CEEF04E-4FFB-6753-DD3B-647F20F1D8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3DF9D7F-8D78-86E4-1CD1-92FEF1A7C5FC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Método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Ágil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00D1FA-D3F5-A5BE-3058-0B400F3DCBC8}"/>
              </a:ext>
            </a:extLst>
          </p:cNvPr>
          <p:cNvSpPr txBox="1"/>
          <p:nvPr/>
        </p:nvSpPr>
        <p:spPr>
          <a:xfrm>
            <a:off x="614150" y="2330401"/>
            <a:ext cx="14261909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Construa projetos em torno de indivíduos motivados. Dê a eles o ambiente e o suporte necessário e confie neles para fazer o trabalho.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O método mais eficiente e eficaz de transmitir informações para e entre uma equipe de desenvolvimento é através de conversa face a 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Software funcionando é a medida primária de progresso.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Os processos ágeis promovem desenvolvimento sustentável. Os patrocinadores, desenvolvedores e usuários devem ser capazes de manter um ritmo constante indefinidamente.</a:t>
            </a:r>
          </a:p>
          <a:p>
            <a:endParaRPr lang="pt-BR" sz="3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04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F26BE27-F718-2AA0-6597-E801392B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9BE2614-B673-6CCF-FE97-D403906459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1B96DB9F-8583-839D-8525-23AE97F7E2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7479B2E0-C0A7-91D5-E2FC-0178F8AF02B6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Método</a:t>
            </a: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 </a:t>
            </a:r>
            <a:r>
              <a:rPr lang="en-US" sz="3300" b="1" dirty="0" err="1">
                <a:solidFill>
                  <a:srgbClr val="7EB61F"/>
                </a:solidFill>
                <a:latin typeface="Montserrat"/>
                <a:sym typeface="Montserrat"/>
              </a:rPr>
              <a:t>Ágil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198FB0-D25B-73B6-7EF4-445E48BCFFB8}"/>
              </a:ext>
            </a:extLst>
          </p:cNvPr>
          <p:cNvSpPr txBox="1"/>
          <p:nvPr/>
        </p:nvSpPr>
        <p:spPr>
          <a:xfrm>
            <a:off x="614150" y="2330401"/>
            <a:ext cx="1426190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Contínua atenção à excelência técnica e bom design aumenta a agilidade.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Simplicidade - a arte de maximizar a quantidade de trabalho não realizado - é essencial.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As melhores arquiteturas, requisitos e designs emergem de equipes auto-organizáveis.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Em intervalos regulares, a equipe reflete sobre como se tornar mais eficaz e então refina e ajusta seu comportamento de acordo.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83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BFA9A31-674C-6C2D-5692-C5EBE8461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7859B4F-A6F0-11FE-BAD3-7DF2C086A41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5752FE6-955B-E076-B06F-D49C88D667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2314A344-5688-F071-8832-BA72AC6C000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84DE4A-3F06-E401-D83C-2444D2B4E4F0}"/>
              </a:ext>
            </a:extLst>
          </p:cNvPr>
          <p:cNvSpPr txBox="1"/>
          <p:nvPr/>
        </p:nvSpPr>
        <p:spPr>
          <a:xfrm>
            <a:off x="614150" y="2688002"/>
            <a:ext cx="1426190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i="1" dirty="0">
                <a:latin typeface="Montserrat" panose="00000500000000000000" pitchFamily="2" charset="0"/>
              </a:rPr>
              <a:t>Um framework dentro do qual pessoas podem tratar e resolver problemas complexos e adaptativos, enquanto produtiva e criativamente entregam produtos com o mais alto valor possível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não é um processo ou uma técnica para construir produtos;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é um </a:t>
            </a:r>
            <a:r>
              <a:rPr lang="pt-BR" sz="3200" i="1" dirty="0">
                <a:latin typeface="Montserrat" panose="00000500000000000000" pitchFamily="2" charset="0"/>
              </a:rPr>
              <a:t>framework </a:t>
            </a:r>
            <a:r>
              <a:rPr lang="pt-BR" sz="3200" dirty="0">
                <a:latin typeface="Montserrat" panose="00000500000000000000" pitchFamily="2" charset="0"/>
              </a:rPr>
              <a:t>(ou seja, um conjunto de ferramentas ou regras j</a:t>
            </a:r>
            <a:r>
              <a:rPr lang="en-US" sz="3200" dirty="0">
                <a:latin typeface="Montserrat" panose="00000500000000000000" pitchFamily="2" charset="0"/>
              </a:rPr>
              <a:t>á </a:t>
            </a:r>
            <a:r>
              <a:rPr lang="en-US" sz="3200" dirty="0" err="1">
                <a:latin typeface="Montserrat" panose="00000500000000000000" pitchFamily="2" charset="0"/>
              </a:rPr>
              <a:t>definidas</a:t>
            </a:r>
            <a:r>
              <a:rPr lang="pt-BR" sz="3200" dirty="0">
                <a:latin typeface="Montserrat" panose="00000500000000000000" pitchFamily="2" charset="0"/>
              </a:rPr>
              <a:t>) dentro do qual você pode empregar vários processos ou técnicas.</a:t>
            </a:r>
          </a:p>
        </p:txBody>
      </p:sp>
    </p:spTree>
    <p:extLst>
      <p:ext uri="{BB962C8B-B14F-4D97-AF65-F5344CB8AC3E}">
        <p14:creationId xmlns:p14="http://schemas.microsoft.com/office/powerpoint/2010/main" val="201924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BF6430C-81DE-307E-C9C3-5FC758C7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7C4AA48E-0919-5D36-2AAF-E50E8AAE13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1E865E4-67BC-B153-2B63-3A443775ED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E78A9361-8C9D-C456-A7A6-87A7FF54E3F0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761C61-9644-B71F-AB81-4096BB88F68D}"/>
              </a:ext>
            </a:extLst>
          </p:cNvPr>
          <p:cNvSpPr txBox="1"/>
          <p:nvPr/>
        </p:nvSpPr>
        <p:spPr>
          <a:xfrm>
            <a:off x="1050878" y="2688002"/>
            <a:ext cx="133611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Montserrat" panose="00000500000000000000" pitchFamily="2" charset="0"/>
              </a:rPr>
              <a:t>O </a:t>
            </a:r>
            <a:r>
              <a:rPr lang="en-US" sz="3600" dirty="0" err="1">
                <a:latin typeface="Montserrat" panose="00000500000000000000" pitchFamily="2" charset="0"/>
              </a:rPr>
              <a:t>elemento</a:t>
            </a:r>
            <a:r>
              <a:rPr lang="en-US" sz="3600" dirty="0">
                <a:latin typeface="Montserrat" panose="00000500000000000000" pitchFamily="2" charset="0"/>
              </a:rPr>
              <a:t> central que </a:t>
            </a:r>
            <a:r>
              <a:rPr lang="en-US" sz="3600" dirty="0" err="1">
                <a:latin typeface="Montserrat" panose="00000500000000000000" pitchFamily="2" charset="0"/>
              </a:rPr>
              <a:t>compõe</a:t>
            </a:r>
            <a:r>
              <a:rPr lang="en-US" sz="3600" dirty="0">
                <a:latin typeface="Montserrat" panose="00000500000000000000" pitchFamily="2" charset="0"/>
              </a:rPr>
              <a:t> o SCRUM é o </a:t>
            </a:r>
            <a:r>
              <a:rPr lang="en-US" sz="3600" b="1" dirty="0">
                <a:latin typeface="Montserrat" panose="00000500000000000000" pitchFamily="2" charset="0"/>
              </a:rPr>
              <a:t>Backlog do </a:t>
            </a:r>
            <a:r>
              <a:rPr lang="en-US" sz="3600" b="1" dirty="0" err="1">
                <a:latin typeface="Montserrat" panose="00000500000000000000" pitchFamily="2" charset="0"/>
              </a:rPr>
              <a:t>Produto</a:t>
            </a:r>
            <a:endParaRPr lang="en-US" sz="3600" b="1" dirty="0">
              <a:latin typeface="Montserrat" panose="00000500000000000000" pitchFamily="2" charset="0"/>
            </a:endParaRPr>
          </a:p>
          <a:p>
            <a:endParaRPr lang="en-US" sz="36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Backlog do Produto: uma lista </a:t>
            </a:r>
            <a:r>
              <a:rPr lang="pt-BR" sz="3600" b="1" dirty="0">
                <a:latin typeface="Montserrat" panose="00000500000000000000" pitchFamily="2" charset="0"/>
              </a:rPr>
              <a:t>ordenada </a:t>
            </a:r>
            <a:r>
              <a:rPr lang="pt-BR" sz="3600" dirty="0">
                <a:latin typeface="Montserrat" panose="00000500000000000000" pitchFamily="2" charset="0"/>
              </a:rPr>
              <a:t>de tudo que deve ser necessário no produto. A pessoa responsável é o </a:t>
            </a:r>
            <a:r>
              <a:rPr lang="pt-BR" sz="3600" dirty="0" err="1">
                <a:latin typeface="Montserrat" panose="00000500000000000000" pitchFamily="2" charset="0"/>
              </a:rPr>
              <a:t>Product</a:t>
            </a:r>
            <a:r>
              <a:rPr lang="pt-BR" sz="3600" dirty="0">
                <a:latin typeface="Montserrat" panose="00000500000000000000" pitchFamily="2" charset="0"/>
              </a:rPr>
              <a:t> </a:t>
            </a:r>
            <a:r>
              <a:rPr lang="pt-BR" sz="3600" dirty="0" err="1">
                <a:latin typeface="Montserrat" panose="00000500000000000000" pitchFamily="2" charset="0"/>
              </a:rPr>
              <a:t>Owner</a:t>
            </a:r>
            <a:r>
              <a:rPr lang="pt-BR" sz="3600" dirty="0">
                <a:latin typeface="Montserrat" panose="00000500000000000000" pitchFamily="2" charset="0"/>
              </a:rPr>
              <a:t>, incluindo a definição do seu conteúdo, disponibilidade e ordenação.</a:t>
            </a:r>
          </a:p>
        </p:txBody>
      </p:sp>
    </p:spTree>
    <p:extLst>
      <p:ext uri="{BB962C8B-B14F-4D97-AF65-F5344CB8AC3E}">
        <p14:creationId xmlns:p14="http://schemas.microsoft.com/office/powerpoint/2010/main" val="4235190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47BF8BA-BF99-48BC-A0F9-3E505DD3E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F3603DEC-D101-87A6-BB04-FD14FE967C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2DE2026-A1B6-8FD1-9584-99F8CA403F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A9577A2E-59C9-BB42-D6A1-E4E0FA13FE75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A25A24-0960-D486-385E-29B6A0DBC38E}"/>
              </a:ext>
            </a:extLst>
          </p:cNvPr>
          <p:cNvSpPr txBox="1"/>
          <p:nvPr/>
        </p:nvSpPr>
        <p:spPr>
          <a:xfrm>
            <a:off x="1392072" y="3249638"/>
            <a:ext cx="1482146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Backlog</a:t>
            </a:r>
            <a:r>
              <a:rPr lang="pt-BR" sz="3200" dirty="0">
                <a:latin typeface="Montserrat" panose="00000500000000000000" pitchFamily="2" charset="0"/>
              </a:rPr>
              <a:t> </a:t>
            </a:r>
            <a:r>
              <a:rPr lang="pt-BR" sz="3200" b="1" dirty="0">
                <a:latin typeface="Montserrat" panose="00000500000000000000" pitchFamily="2" charset="0"/>
              </a:rPr>
              <a:t>do produto</a:t>
            </a:r>
            <a:r>
              <a:rPr lang="pt-BR" sz="3200" dirty="0">
                <a:latin typeface="Montserrat" panose="00000500000000000000" pitchFamily="2" charset="0"/>
              </a:rPr>
              <a:t> é composto por:</a:t>
            </a:r>
            <a:endParaRPr lang="pt-BR" sz="3200" b="1" dirty="0">
              <a:latin typeface="Montserrat" panose="00000500000000000000" pitchFamily="2" charset="0"/>
            </a:endParaRPr>
          </a:p>
          <a:p>
            <a:endParaRPr lang="pt-BR" sz="3200" b="1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Meta da Sprint (por que)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O conjunto de itens selecionados para a Sprint (o que)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Um plano de ação para entregar o Incremento (como)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Para execução, os desenvolvedores irão determinar o Sprint Backlog, ou seja, o plano de execução para que eles mesmos possam atingir o objetivo</a:t>
            </a:r>
          </a:p>
          <a:p>
            <a:endParaRPr lang="pt-BR" sz="3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725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D55A30E-6398-D38D-CE8F-F4BD051D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80B4B17-89DE-91A4-CF20-B58D297A4F5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8B2B5AAE-325D-33F7-1292-22B7898EC9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3B7EE3B-7CAE-7C5A-B328-C7434297472E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514DC58-DE6A-BB96-4841-B1681A6FCEDE}"/>
              </a:ext>
            </a:extLst>
          </p:cNvPr>
          <p:cNvSpPr txBox="1"/>
          <p:nvPr/>
        </p:nvSpPr>
        <p:spPr>
          <a:xfrm>
            <a:off x="1392072" y="3249638"/>
            <a:ext cx="121192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latin typeface="Montserrat" panose="00000500000000000000" pitchFamily="2" charset="0"/>
              </a:rPr>
              <a:t>Um Time Scrum é composto pelo </a:t>
            </a:r>
            <a:r>
              <a:rPr lang="pt-BR" sz="3600" b="1" dirty="0" err="1">
                <a:latin typeface="Montserrat" panose="00000500000000000000" pitchFamily="2" charset="0"/>
              </a:rPr>
              <a:t>Product</a:t>
            </a:r>
            <a:r>
              <a:rPr lang="pt-BR" sz="3600" b="1" dirty="0">
                <a:latin typeface="Montserrat" panose="00000500000000000000" pitchFamily="2" charset="0"/>
              </a:rPr>
              <a:t> </a:t>
            </a:r>
            <a:r>
              <a:rPr lang="pt-BR" sz="3600" b="1" dirty="0" err="1">
                <a:latin typeface="Montserrat" panose="00000500000000000000" pitchFamily="2" charset="0"/>
              </a:rPr>
              <a:t>Owner</a:t>
            </a:r>
            <a:r>
              <a:rPr lang="pt-BR" sz="3600" dirty="0">
                <a:latin typeface="Montserrat" panose="00000500000000000000" pitchFamily="2" charset="0"/>
              </a:rPr>
              <a:t>, o </a:t>
            </a:r>
            <a:r>
              <a:rPr lang="pt-BR" sz="3600" b="1" dirty="0">
                <a:latin typeface="Montserrat" panose="00000500000000000000" pitchFamily="2" charset="0"/>
              </a:rPr>
              <a:t>Time de Desenvolvimento </a:t>
            </a:r>
            <a:r>
              <a:rPr lang="pt-BR" sz="3600" dirty="0">
                <a:latin typeface="Montserrat" panose="00000500000000000000" pitchFamily="2" charset="0"/>
              </a:rPr>
              <a:t>e o </a:t>
            </a:r>
            <a:r>
              <a:rPr lang="pt-BR" sz="3600" b="1" dirty="0">
                <a:latin typeface="Montserrat" panose="00000500000000000000" pitchFamily="2" charset="0"/>
              </a:rPr>
              <a:t>Scrum Master</a:t>
            </a:r>
            <a:r>
              <a:rPr lang="pt-BR" sz="3600" dirty="0">
                <a:latin typeface="Montserrat" panose="00000500000000000000" pitchFamily="2" charset="0"/>
              </a:rPr>
              <a:t>, e vão trabalhar em torno deste Backlog do Produto</a:t>
            </a:r>
          </a:p>
        </p:txBody>
      </p:sp>
    </p:spTree>
    <p:extLst>
      <p:ext uri="{BB962C8B-B14F-4D97-AF65-F5344CB8AC3E}">
        <p14:creationId xmlns:p14="http://schemas.microsoft.com/office/powerpoint/2010/main" val="242220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4B8BFF1-2A4C-835B-6E46-F2C46D3B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E03006C2-3659-5CFE-A1DF-0F1FD3622BB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94965191-E171-F5E5-2DF9-3DC21AD5B0D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56B584D8-651F-9B4F-AAC5-78D9722DBED3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219ED5-B077-3BE2-38C1-60D3AA12E7E2}"/>
              </a:ext>
            </a:extLst>
          </p:cNvPr>
          <p:cNvSpPr txBox="1"/>
          <p:nvPr/>
        </p:nvSpPr>
        <p:spPr>
          <a:xfrm>
            <a:off x="600502" y="2259440"/>
            <a:ext cx="141936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O </a:t>
            </a:r>
            <a:r>
              <a:rPr lang="pt-BR" sz="3200" b="1" dirty="0" err="1">
                <a:latin typeface="Montserrat" panose="00000500000000000000" pitchFamily="2" charset="0"/>
              </a:rPr>
              <a:t>Product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b="1" dirty="0" err="1">
                <a:latin typeface="Montserrat" panose="00000500000000000000" pitchFamily="2" charset="0"/>
              </a:rPr>
              <a:t>Owner</a:t>
            </a:r>
            <a:r>
              <a:rPr lang="pt-BR" sz="3200" dirty="0">
                <a:latin typeface="Montserrat" panose="00000500000000000000" pitchFamily="2" charset="0"/>
              </a:rPr>
              <a:t>, ou dono do produto: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Ordenar os itens para alcançar melhor as metas e missões;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Garantir que o Backlog do Produto seja visível, transparente, claro para todos, e mostrar o que o Time Scrum vai trabalhar a seguir; e,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Garantir que o Time de Desenvolvimento entenda os itens do Backlog do Produto.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Portanto, caso alguém queira qualquer alteração nas prioridades dos itens de Backlog deve convencer o </a:t>
            </a:r>
            <a:r>
              <a:rPr lang="pt-BR" sz="3200" dirty="0" err="1">
                <a:latin typeface="Montserrat" panose="00000500000000000000" pitchFamily="2" charset="0"/>
              </a:rPr>
              <a:t>Product</a:t>
            </a:r>
            <a:r>
              <a:rPr lang="pt-BR" sz="3200" dirty="0">
                <a:latin typeface="Montserrat" panose="00000500000000000000" pitchFamily="2" charset="0"/>
              </a:rPr>
              <a:t> </a:t>
            </a:r>
            <a:r>
              <a:rPr lang="pt-BR" sz="3200" dirty="0" err="1">
                <a:latin typeface="Montserrat" panose="00000500000000000000" pitchFamily="2" charset="0"/>
              </a:rPr>
              <a:t>Owner</a:t>
            </a:r>
            <a:r>
              <a:rPr lang="pt-BR" sz="3200" dirty="0">
                <a:latin typeface="Montserrat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04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9833EFF-9962-8476-48D5-0DD6775F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64447113-36BE-FB5B-A7DC-5397CDC7AE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E47DAE31-D8D7-AE98-572B-C9EF6216F3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F78B6406-AEC2-C1F5-C905-981EAAB01BE9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8771E48-5116-78D9-9575-03CA199B4422}"/>
              </a:ext>
            </a:extLst>
          </p:cNvPr>
          <p:cNvSpPr txBox="1"/>
          <p:nvPr/>
        </p:nvSpPr>
        <p:spPr>
          <a:xfrm>
            <a:off x="600502" y="2259440"/>
            <a:ext cx="1419367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O </a:t>
            </a:r>
            <a:r>
              <a:rPr lang="pt-BR" sz="3200" b="1" dirty="0">
                <a:latin typeface="Montserrat" panose="00000500000000000000" pitchFamily="2" charset="0"/>
              </a:rPr>
              <a:t>Time de Desenvolvimento</a:t>
            </a:r>
            <a:r>
              <a:rPr lang="pt-BR" sz="3200" dirty="0">
                <a:latin typeface="Montserrat" panose="00000500000000000000" pitchFamily="2" charset="0"/>
              </a:rPr>
              <a:t>: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Eles são auto-organizados. Ninguém diz ao Time de Desenvolvimento como deve ser feito na prática do Backlog do Produto;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Individualmente os integrantes podem ter habilidades especializadas e área de especialização, mas a responsabilidade pertence ao Time de Desenvolvimento como um todo; e,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Times de Desenvolvimento não contém </a:t>
            </a:r>
            <a:r>
              <a:rPr lang="pt-BR" sz="3200" dirty="0" err="1">
                <a:latin typeface="Montserrat" panose="00000500000000000000" pitchFamily="2" charset="0"/>
              </a:rPr>
              <a:t>subtimes</a:t>
            </a:r>
            <a:r>
              <a:rPr lang="pt-BR" sz="3200" dirty="0">
                <a:latin typeface="Montserrat" panose="00000500000000000000" pitchFamily="2" charset="0"/>
              </a:rPr>
              <a:t> dedicados a domínios específicos de conhecimento, tais como teste ou análise de negócios.</a:t>
            </a:r>
          </a:p>
        </p:txBody>
      </p:sp>
    </p:spTree>
    <p:extLst>
      <p:ext uri="{BB962C8B-B14F-4D97-AF65-F5344CB8AC3E}">
        <p14:creationId xmlns:p14="http://schemas.microsoft.com/office/powerpoint/2010/main" val="185182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05A2F4C-5C93-56A2-C22F-4A665C8DE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50DE4B20-D8CD-C9EE-6837-D061AFDEC4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0FCE4F0-49C4-FBE6-14CE-F53A1CBE72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445045DB-90EE-0D0F-496C-3BCE4938E976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C09254-12C3-A7D2-F424-D9AA5DD120FD}"/>
              </a:ext>
            </a:extLst>
          </p:cNvPr>
          <p:cNvSpPr txBox="1"/>
          <p:nvPr/>
        </p:nvSpPr>
        <p:spPr>
          <a:xfrm>
            <a:off x="600502" y="2259440"/>
            <a:ext cx="1419367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Montserrat" panose="00000500000000000000" pitchFamily="2" charset="0"/>
              </a:rPr>
              <a:t>O </a:t>
            </a:r>
            <a:r>
              <a:rPr lang="pt-BR" sz="3200" b="1" dirty="0">
                <a:latin typeface="Montserrat" panose="00000500000000000000" pitchFamily="2" charset="0"/>
              </a:rPr>
              <a:t>Scrum Master </a:t>
            </a:r>
            <a:r>
              <a:rPr lang="pt-BR" sz="3200" dirty="0">
                <a:latin typeface="Montserrat" panose="00000500000000000000" pitchFamily="2" charset="0"/>
              </a:rPr>
              <a:t>ajuda aqueles que estão fora do Time Scrum a entender as interações que são úteis e quais não são ao time.</a:t>
            </a:r>
          </a:p>
          <a:p>
            <a:endParaRPr lang="pt-BR" sz="3200" dirty="0">
              <a:latin typeface="Montserrat" panose="00000500000000000000" pitchFamily="2" charset="0"/>
            </a:endParaRPr>
          </a:p>
          <a:p>
            <a:r>
              <a:rPr lang="pt-BR" sz="3200" b="1" dirty="0">
                <a:latin typeface="Montserrat" panose="00000500000000000000" pitchFamily="2" charset="0"/>
              </a:rPr>
              <a:t>O Scrum Master trabalhando para o </a:t>
            </a:r>
            <a:r>
              <a:rPr lang="pt-BR" sz="3200" b="1" dirty="0" err="1">
                <a:latin typeface="Montserrat" panose="00000500000000000000" pitchFamily="2" charset="0"/>
              </a:rPr>
              <a:t>Product</a:t>
            </a:r>
            <a:r>
              <a:rPr lang="pt-BR" sz="3200" b="1" dirty="0">
                <a:latin typeface="Montserrat" panose="00000500000000000000" pitchFamily="2" charset="0"/>
              </a:rPr>
              <a:t> </a:t>
            </a:r>
            <a:r>
              <a:rPr lang="pt-BR" sz="3200" b="1" dirty="0" err="1">
                <a:latin typeface="Montserrat" panose="00000500000000000000" pitchFamily="2" charset="0"/>
              </a:rPr>
              <a:t>Owner</a:t>
            </a:r>
            <a:endParaRPr lang="pt-BR" sz="3200" b="1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Encontrando técnicas para o gerenciamento efetivo do Backlog do Produto;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Claramente comunicar a visão, objetivo e itens do Backlog do Produto para o Time de Desenvolvimento;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Compreender a longo-prazo o planejamento do Produto no ambiente empírico;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Facilitar os eventos Scrum conforme exigidos ou necessários.</a:t>
            </a:r>
          </a:p>
        </p:txBody>
      </p:sp>
    </p:spTree>
    <p:extLst>
      <p:ext uri="{BB962C8B-B14F-4D97-AF65-F5344CB8AC3E}">
        <p14:creationId xmlns:p14="http://schemas.microsoft.com/office/powerpoint/2010/main" val="307192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0B344DA-0081-C1BE-15B0-0CC36884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BB99545A-2DF6-2D5B-D6F0-C100FE8EDF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9050C77F-024E-01EE-D84D-6D045AE14B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75E2527-4828-76B4-B7B6-4AA97B54041E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235FC0-1872-A35C-E9C0-2A8576ECA4F5}"/>
              </a:ext>
            </a:extLst>
          </p:cNvPr>
          <p:cNvSpPr txBox="1"/>
          <p:nvPr/>
        </p:nvSpPr>
        <p:spPr>
          <a:xfrm>
            <a:off x="600502" y="2259440"/>
            <a:ext cx="141936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latin typeface="Montserrat" panose="00000500000000000000" pitchFamily="2" charset="0"/>
              </a:rPr>
              <a:t>O Scrum Master trabalhando para o Time de Desenvolvimento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32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Ensinar e liderar o Time de Desenvolvimento na criação de produtos de alto valor;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Remover impedimentos para o progresso do Time de Desenvolvimento;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0000500000000000000" pitchFamily="2" charset="0"/>
              </a:rPr>
              <a:t>F</a:t>
            </a:r>
            <a:r>
              <a:rPr lang="pt-BR" sz="3200" dirty="0" err="1">
                <a:latin typeface="Montserrat" panose="00000500000000000000" pitchFamily="2" charset="0"/>
              </a:rPr>
              <a:t>acilitar</a:t>
            </a:r>
            <a:r>
              <a:rPr lang="pt-BR" sz="3200" dirty="0">
                <a:latin typeface="Montserrat" panose="00000500000000000000" pitchFamily="2" charset="0"/>
              </a:rPr>
              <a:t> os eventos Scrum conforme exigidos ou necessários; e,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latin typeface="Montserrat" panose="00000500000000000000" pitchFamily="2" charset="0"/>
              </a:rPr>
              <a:t>Treinar o Time de Desenvolvimento em ambientes organizacionais nos quais o Scrum não é totalmente adotado e compreendido.</a:t>
            </a:r>
          </a:p>
        </p:txBody>
      </p:sp>
    </p:spTree>
    <p:extLst>
      <p:ext uri="{BB962C8B-B14F-4D97-AF65-F5344CB8AC3E}">
        <p14:creationId xmlns:p14="http://schemas.microsoft.com/office/powerpoint/2010/main" val="786340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3292F4F-CE8A-3806-0089-E5CF2EE7A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45417481-40E7-69F8-386B-53FA330C68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0DEBC964-A3AD-F322-6193-19F60A62D88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2786C498-007C-660C-C2F6-3D106849A961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E6F95D-41DA-B2D6-2352-EE8D6F5941F3}"/>
              </a:ext>
            </a:extLst>
          </p:cNvPr>
          <p:cNvSpPr txBox="1"/>
          <p:nvPr/>
        </p:nvSpPr>
        <p:spPr>
          <a:xfrm>
            <a:off x="600502" y="2259440"/>
            <a:ext cx="1454851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Montserrat" panose="00000500000000000000" pitchFamily="2" charset="0"/>
              </a:rPr>
              <a:t>O Scrum Master trabalhando para a Organização</a:t>
            </a:r>
          </a:p>
          <a:p>
            <a:endParaRPr lang="pt-BR" sz="3600" b="1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Planejando implementações Scrum dentro da organização;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Ajudando funcionários e partes interessadas a compreender e tornar aplicável o Scrum e o desenvolvimento de produto empírico;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600" dirty="0">
                <a:latin typeface="Montserrat" panose="00000500000000000000" pitchFamily="2" charset="0"/>
              </a:rPr>
              <a:t>Adotar mudanças que aumentam a produtividade do Time Scrum.</a:t>
            </a:r>
          </a:p>
        </p:txBody>
      </p:sp>
    </p:spTree>
    <p:extLst>
      <p:ext uri="{BB962C8B-B14F-4D97-AF65-F5344CB8AC3E}">
        <p14:creationId xmlns:p14="http://schemas.microsoft.com/office/powerpoint/2010/main" val="2245862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33E0CE7-6AC2-3A84-12CD-C3A4F9B1E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C35F4C2A-1546-27A4-C034-B1D89B8429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5238D48F-6ED3-9514-6146-5C02BC337B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B5360C31-A6F2-4358-3EE0-22B846D96A6F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D1B880-4363-EA46-33FB-B343E98FC794}"/>
              </a:ext>
            </a:extLst>
          </p:cNvPr>
          <p:cNvSpPr txBox="1"/>
          <p:nvPr/>
        </p:nvSpPr>
        <p:spPr>
          <a:xfrm>
            <a:off x="573207" y="2259440"/>
            <a:ext cx="1574951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Montserrat" panose="00000500000000000000" pitchFamily="2" charset="0"/>
              </a:rPr>
              <a:t>Os</a:t>
            </a:r>
            <a:r>
              <a:rPr lang="en-US" sz="2800" dirty="0">
                <a:latin typeface="Montserrat" panose="00000500000000000000" pitchFamily="2" charset="0"/>
              </a:rPr>
              <a:t> </a:t>
            </a:r>
            <a:r>
              <a:rPr lang="en-US" sz="2800" dirty="0" err="1">
                <a:latin typeface="Montserrat" panose="00000500000000000000" pitchFamily="2" charset="0"/>
              </a:rPr>
              <a:t>passos</a:t>
            </a:r>
            <a:r>
              <a:rPr lang="en-US" sz="2800" dirty="0">
                <a:latin typeface="Montserrat" panose="00000500000000000000" pitchFamily="2" charset="0"/>
              </a:rPr>
              <a:t>:</a:t>
            </a:r>
          </a:p>
          <a:p>
            <a:endParaRPr lang="en-US" sz="2800" dirty="0">
              <a:latin typeface="Montserrat" panose="00000500000000000000" pitchFamily="2" charset="0"/>
            </a:endParaRPr>
          </a:p>
          <a:p>
            <a:r>
              <a:rPr lang="pt-BR" sz="2800" dirty="0">
                <a:latin typeface="Montserrat" panose="00000500000000000000" pitchFamily="2" charset="0"/>
              </a:rPr>
              <a:t>Definido o time e seus envolvidos é preciso definir os itens e uma lista com as prioridades a serem desenvolvidas, essa lista se chama </a:t>
            </a:r>
            <a:r>
              <a:rPr lang="pt-BR" sz="2800" b="1" dirty="0">
                <a:latin typeface="Montserrat" panose="00000500000000000000" pitchFamily="2" charset="0"/>
              </a:rPr>
              <a:t>Backlog</a:t>
            </a:r>
            <a:r>
              <a:rPr lang="pt-BR" sz="2800" dirty="0">
                <a:latin typeface="Montserrat" panose="00000500000000000000" pitchFamily="2" charset="0"/>
              </a:rPr>
              <a:t> </a:t>
            </a:r>
            <a:r>
              <a:rPr lang="pt-BR" sz="2800" b="1" dirty="0">
                <a:latin typeface="Montserrat" panose="00000500000000000000" pitchFamily="2" charset="0"/>
              </a:rPr>
              <a:t>do produto.</a:t>
            </a:r>
          </a:p>
          <a:p>
            <a:endParaRPr lang="pt-BR" sz="2800" b="1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Os itens com maior valor e prioridade devem ficar no topo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Tarefas curtas, que durem poucos dias ou semanas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A sequência de prioridades deve ser acompanhada de um prazo (denominada </a:t>
            </a:r>
            <a:r>
              <a:rPr lang="pt-BR" sz="2800" b="1" dirty="0">
                <a:latin typeface="Montserrat" panose="00000500000000000000" pitchFamily="2" charset="0"/>
              </a:rPr>
              <a:t>Sprint</a:t>
            </a:r>
            <a:r>
              <a:rPr lang="pt-BR" sz="2800" dirty="0">
                <a:latin typeface="Montserrat" panose="00000500000000000000" pitchFamily="2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No início de cada dia é feito uma reunião curta, a </a:t>
            </a:r>
            <a:r>
              <a:rPr lang="pt-BR" sz="2800" b="1" dirty="0">
                <a:latin typeface="Montserrat" panose="00000500000000000000" pitchFamily="2" charset="0"/>
              </a:rPr>
              <a:t>Daily Scrum</a:t>
            </a:r>
            <a:r>
              <a:rPr lang="pt-BR" sz="2800" dirty="0">
                <a:latin typeface="Montserrat" panose="00000500000000000000" pitchFamily="2" charset="0"/>
              </a:rPr>
              <a:t>, onde é passado como estão sendo executadas as tarefas. Isso permitirá alinhamento e fazer adaptações caso necessário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Montserrat" panose="00000500000000000000" pitchFamily="2" charset="0"/>
              </a:rPr>
              <a:t>Ao final de uma Sprint o time inteiro faz a </a:t>
            </a:r>
            <a:r>
              <a:rPr lang="pt-BR" sz="2800" b="1" dirty="0">
                <a:latin typeface="Montserrat" panose="00000500000000000000" pitchFamily="2" charset="0"/>
              </a:rPr>
              <a:t>Revisão da Sprint </a:t>
            </a:r>
            <a:r>
              <a:rPr lang="pt-BR" sz="2800" dirty="0">
                <a:latin typeface="Montserrat" panose="00000500000000000000" pitchFamily="2" charset="0"/>
              </a:rPr>
              <a:t>entregue, e faz uma </a:t>
            </a:r>
            <a:r>
              <a:rPr lang="pt-BR" sz="2800" b="1" dirty="0">
                <a:latin typeface="Montserrat" panose="00000500000000000000" pitchFamily="2" charset="0"/>
              </a:rPr>
              <a:t>Retrospectiva da Sprint </a:t>
            </a:r>
            <a:r>
              <a:rPr lang="pt-BR" sz="2800" dirty="0">
                <a:latin typeface="Montserrat" panose="00000500000000000000" pitchFamily="2" charset="0"/>
              </a:rPr>
              <a:t>onde verificam as ações tomadas durante o processo; se foram corretas e o que pode ser melhorado para as próximas Sprints.</a:t>
            </a:r>
          </a:p>
        </p:txBody>
      </p:sp>
    </p:spTree>
    <p:extLst>
      <p:ext uri="{BB962C8B-B14F-4D97-AF65-F5344CB8AC3E}">
        <p14:creationId xmlns:p14="http://schemas.microsoft.com/office/powerpoint/2010/main" val="2152344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22235D5-9D63-61DD-1724-C41D552DE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8EECC8B1-AE5B-94A7-1BCC-C4C0720C14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B98B9C4F-563D-B151-37DD-47777288AAD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3BDF5031-7C09-F7AE-F3DA-7B474FA510CE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SCRUM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Metodologia Scrum para desenvolvimento de aplicativos • Usemobile">
            <a:extLst>
              <a:ext uri="{FF2B5EF4-FFF2-40B4-BE49-F238E27FC236}">
                <a16:creationId xmlns:a16="http://schemas.microsoft.com/office/drawing/2014/main" id="{8D93BDB8-ABAF-D8A5-86C9-C2EE91409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6" y="2233565"/>
            <a:ext cx="13741746" cy="649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23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14A7588-4C27-C049-7BEF-41D634745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9139CDE-A603-ABC3-BC96-8D8D96DB69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24AA7282-4CB0-080C-DCF6-4D949C63770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505AE782-FFD1-1646-BED7-A22893134053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TRELLO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49A2CF-0AF5-7DE5-9CDF-7FDBECAC0ABF}"/>
              </a:ext>
            </a:extLst>
          </p:cNvPr>
          <p:cNvSpPr txBox="1"/>
          <p:nvPr/>
        </p:nvSpPr>
        <p:spPr>
          <a:xfrm>
            <a:off x="1011045" y="2259440"/>
            <a:ext cx="1400149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000" dirty="0">
                <a:latin typeface="Montserrat" panose="00000500000000000000" pitchFamily="2" charset="0"/>
              </a:rPr>
              <a:t>Organizar tarefas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40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000" dirty="0">
                <a:latin typeface="Montserrat" panose="00000500000000000000" pitchFamily="2" charset="0"/>
              </a:rPr>
              <a:t>Acompanhar o andamento de projetos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40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000" dirty="0">
                <a:latin typeface="Montserrat" panose="00000500000000000000" pitchFamily="2" charset="0"/>
              </a:rPr>
              <a:t>Manter o time alinhado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4000" dirty="0">
              <a:latin typeface="Montserrat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4000" dirty="0">
              <a:latin typeface="Montserrat" panose="00000500000000000000" pitchFamily="2" charset="0"/>
            </a:endParaRPr>
          </a:p>
          <a:p>
            <a:r>
              <a:rPr lang="pt-BR" sz="3200" dirty="0">
                <a:latin typeface="Montserrat" panose="00000500000000000000" pitchFamily="2" charset="0"/>
              </a:rPr>
              <a:t>Baseado no método </a:t>
            </a:r>
            <a:r>
              <a:rPr lang="pt-BR" sz="3200" dirty="0" err="1">
                <a:latin typeface="Montserrat" panose="00000500000000000000" pitchFamily="2" charset="0"/>
              </a:rPr>
              <a:t>Kanban</a:t>
            </a:r>
            <a:r>
              <a:rPr lang="pt-BR" sz="3200" dirty="0">
                <a:latin typeface="Montserrat" panose="00000500000000000000" pitchFamily="2" charset="0"/>
              </a:rPr>
              <a:t>, oferece uma estrutura visual simples, com quadros, listas e cartões, que facilita o acompanhamento das atividades e a gestão do fluxo de trabalho</a:t>
            </a:r>
          </a:p>
        </p:txBody>
      </p:sp>
    </p:spTree>
    <p:extLst>
      <p:ext uri="{BB962C8B-B14F-4D97-AF65-F5344CB8AC3E}">
        <p14:creationId xmlns:p14="http://schemas.microsoft.com/office/powerpoint/2010/main" val="4090453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6414859-3448-F119-5FA9-EE0EE075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>
            <a:extLst>
              <a:ext uri="{FF2B5EF4-FFF2-40B4-BE49-F238E27FC236}">
                <a16:creationId xmlns:a16="http://schemas.microsoft.com/office/drawing/2014/main" id="{110DCCBD-E8F1-98F8-5698-E0B474B968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5">
            <a:extLst>
              <a:ext uri="{FF2B5EF4-FFF2-40B4-BE49-F238E27FC236}">
                <a16:creationId xmlns:a16="http://schemas.microsoft.com/office/drawing/2014/main" id="{316013B1-E80A-B1A2-84EB-A8B2E18860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952" y="868610"/>
            <a:ext cx="7763360" cy="13908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>
            <a:extLst>
              <a:ext uri="{FF2B5EF4-FFF2-40B4-BE49-F238E27FC236}">
                <a16:creationId xmlns:a16="http://schemas.microsoft.com/office/drawing/2014/main" id="{6C326E43-5665-8104-22D1-0DD8AB137372}"/>
              </a:ext>
            </a:extLst>
          </p:cNvPr>
          <p:cNvSpPr txBox="1"/>
          <p:nvPr/>
        </p:nvSpPr>
        <p:spPr>
          <a:xfrm>
            <a:off x="2086913" y="1297172"/>
            <a:ext cx="544093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dirty="0">
                <a:solidFill>
                  <a:srgbClr val="7EB61F"/>
                </a:solidFill>
                <a:latin typeface="Montserrat"/>
                <a:sym typeface="Montserrat"/>
              </a:rPr>
              <a:t>TRELLO</a:t>
            </a:r>
            <a:endParaRPr sz="3300" b="1" i="0" u="none" strike="noStrike" cap="none" dirty="0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B005F23-8B3E-764F-E014-9E62C83E0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692" y="2521434"/>
            <a:ext cx="13352060" cy="553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71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</TotalTime>
  <Words>974</Words>
  <Application>Microsoft Office PowerPoint</Application>
  <PresentationFormat>Personalizar</PresentationFormat>
  <Paragraphs>104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Montserrat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Isaias Dias</dc:creator>
  <cp:lastModifiedBy>Dunfrey Pires Aragão</cp:lastModifiedBy>
  <cp:revision>1</cp:revision>
  <dcterms:created xsi:type="dcterms:W3CDTF">2006-08-16T00:00:00Z</dcterms:created>
  <dcterms:modified xsi:type="dcterms:W3CDTF">2025-09-02T17:08:21Z</dcterms:modified>
</cp:coreProperties>
</file>