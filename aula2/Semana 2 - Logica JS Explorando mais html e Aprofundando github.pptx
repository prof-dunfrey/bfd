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6" r:id="rId3"/>
    <p:sldId id="271" r:id="rId4"/>
    <p:sldId id="272" r:id="rId5"/>
    <p:sldId id="277" r:id="rId6"/>
    <p:sldId id="278" r:id="rId7"/>
    <p:sldId id="283" r:id="rId8"/>
    <p:sldId id="279" r:id="rId9"/>
    <p:sldId id="280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6" r:id="rId22"/>
    <p:sldId id="295" r:id="rId23"/>
    <p:sldId id="261" r:id="rId24"/>
  </p:sldIdLst>
  <p:sldSz cx="18288000" cy="10287000"/>
  <p:notesSz cx="6858000" cy="9144000"/>
  <p:embeddedFontLst>
    <p:embeddedFont>
      <p:font typeface="Bahnschrift SemiBold SemiConden" panose="020B0502040204020203" pitchFamily="34" charset="0"/>
      <p:bold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hEaYkUcXm3CrT2V5KTSinrpT4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B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2FD75-C252-4619-88C8-ACAA7B112D69}" v="110" dt="2025-08-14T00:19:51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frey Pires Aragão" userId="a7272183b7b4f9fa" providerId="LiveId" clId="{C5A2FD75-C252-4619-88C8-ACAA7B112D69}"/>
    <pc:docChg chg="undo custSel addSld delSld modSld sldOrd">
      <pc:chgData name="Dunfrey Pires Aragão" userId="a7272183b7b4f9fa" providerId="LiveId" clId="{C5A2FD75-C252-4619-88C8-ACAA7B112D69}" dt="2025-08-14T00:28:58.513" v="4541"/>
      <pc:docMkLst>
        <pc:docMk/>
      </pc:docMkLst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7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60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458883685" sldId="26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060919478" sldId="26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80116363" sldId="26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5031420" sldId="265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611498639" sldId="26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697673226" sldId="26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316104281" sldId="26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115306864" sldId="270"/>
        </pc:sldMkLst>
      </pc:sldChg>
      <pc:sldChg chg="modSp mod">
        <pc:chgData name="Dunfrey Pires Aragão" userId="a7272183b7b4f9fa" providerId="LiveId" clId="{C5A2FD75-C252-4619-88C8-ACAA7B112D69}" dt="2025-08-06T18:57:31.341" v="302" actId="15"/>
        <pc:sldMkLst>
          <pc:docMk/>
          <pc:sldMk cId="2301139209" sldId="271"/>
        </pc:sldMkLst>
        <pc:spChg chg="mod">
          <ac:chgData name="Dunfrey Pires Aragão" userId="a7272183b7b4f9fa" providerId="LiveId" clId="{C5A2FD75-C252-4619-88C8-ACAA7B112D69}" dt="2025-08-06T18:57:31.341" v="302" actId="15"/>
          <ac:spMkLst>
            <pc:docMk/>
            <pc:sldMk cId="2301139209" sldId="271"/>
            <ac:spMk id="2" creationId="{FD56A097-2041-413F-3ADA-6E936926C492}"/>
          </ac:spMkLst>
        </pc:spChg>
        <pc:spChg chg="mod">
          <ac:chgData name="Dunfrey Pires Aragão" userId="a7272183b7b4f9fa" providerId="LiveId" clId="{C5A2FD75-C252-4619-88C8-ACAA7B112D69}" dt="2025-08-06T18:48:36.579" v="84" actId="14100"/>
          <ac:spMkLst>
            <pc:docMk/>
            <pc:sldMk cId="2301139209" sldId="271"/>
            <ac:spMk id="112" creationId="{B94B1942-751C-50E3-D77B-0F9648C11B3F}"/>
          </ac:spMkLst>
        </pc:spChg>
      </pc:sldChg>
      <pc:sldChg chg="addSp delSp modSp mod">
        <pc:chgData name="Dunfrey Pires Aragão" userId="a7272183b7b4f9fa" providerId="LiveId" clId="{C5A2FD75-C252-4619-88C8-ACAA7B112D69}" dt="2025-08-08T19:28:25.535" v="917"/>
        <pc:sldMkLst>
          <pc:docMk/>
          <pc:sldMk cId="2693772875" sldId="272"/>
        </pc:sldMkLst>
        <pc:spChg chg="add mod">
          <ac:chgData name="Dunfrey Pires Aragão" userId="a7272183b7b4f9fa" providerId="LiveId" clId="{C5A2FD75-C252-4619-88C8-ACAA7B112D69}" dt="2025-08-08T19:18:57.199" v="912" actId="1076"/>
          <ac:spMkLst>
            <pc:docMk/>
            <pc:sldMk cId="2693772875" sldId="272"/>
            <ac:spMk id="3" creationId="{FEAFA6B6-31A9-38C5-4A6A-6E56C623DAEB}"/>
          </ac:spMkLst>
        </pc:spChg>
        <pc:spChg chg="add mod">
          <ac:chgData name="Dunfrey Pires Aragão" userId="a7272183b7b4f9fa" providerId="LiveId" clId="{C5A2FD75-C252-4619-88C8-ACAA7B112D69}" dt="2025-08-08T19:18:53.635" v="911" actId="1076"/>
          <ac:spMkLst>
            <pc:docMk/>
            <pc:sldMk cId="2693772875" sldId="272"/>
            <ac:spMk id="12" creationId="{1907F9D0-5F07-50F8-1B0A-D95FE43A306E}"/>
          </ac:spMkLst>
        </pc:spChg>
        <pc:spChg chg="mod">
          <ac:chgData name="Dunfrey Pires Aragão" userId="a7272183b7b4f9fa" providerId="LiveId" clId="{C5A2FD75-C252-4619-88C8-ACAA7B112D69}" dt="2025-08-08T19:08:46.299" v="817" actId="20577"/>
          <ac:spMkLst>
            <pc:docMk/>
            <pc:sldMk cId="2693772875" sldId="272"/>
            <ac:spMk id="112" creationId="{BE948C0D-5CF7-1E55-F219-F6129DAB92D5}"/>
          </ac:spMkLst>
        </pc:spChg>
        <pc:picChg chg="add mod modCrop">
          <ac:chgData name="Dunfrey Pires Aragão" userId="a7272183b7b4f9fa" providerId="LiveId" clId="{C5A2FD75-C252-4619-88C8-ACAA7B112D69}" dt="2025-08-08T19:19:11.595" v="915" actId="732"/>
          <ac:picMkLst>
            <pc:docMk/>
            <pc:sldMk cId="2693772875" sldId="272"/>
            <ac:picMk id="5" creationId="{3EF451A7-B8B8-DBDE-AAFA-BA3A33447B44}"/>
          </ac:picMkLst>
        </pc:picChg>
        <pc:picChg chg="add mod modCrop">
          <ac:chgData name="Dunfrey Pires Aragão" userId="a7272183b7b4f9fa" providerId="LiveId" clId="{C5A2FD75-C252-4619-88C8-ACAA7B112D69}" dt="2025-08-08T19:19:19.910" v="916" actId="732"/>
          <ac:picMkLst>
            <pc:docMk/>
            <pc:sldMk cId="2693772875" sldId="272"/>
            <ac:picMk id="8" creationId="{E237751A-2145-23FC-E149-9C3D84C3E1AC}"/>
          </ac:picMkLst>
        </pc:picChg>
        <pc:picChg chg="add mod">
          <ac:chgData name="Dunfrey Pires Aragão" userId="a7272183b7b4f9fa" providerId="LiveId" clId="{C5A2FD75-C252-4619-88C8-ACAA7B112D69}" dt="2025-08-08T19:18:51.924" v="910" actId="1076"/>
          <ac:picMkLst>
            <pc:docMk/>
            <pc:sldMk cId="2693772875" sldId="272"/>
            <ac:picMk id="11" creationId="{7C81C6E9-9C4B-EB66-AA07-9FCD2E9833F1}"/>
          </ac:picMkLst>
        </pc:picChg>
        <pc:picChg chg="add del">
          <ac:chgData name="Dunfrey Pires Aragão" userId="a7272183b7b4f9fa" providerId="LiveId" clId="{C5A2FD75-C252-4619-88C8-ACAA7B112D69}" dt="2025-08-08T19:08:19.882" v="766" actId="478"/>
          <ac:picMkLst>
            <pc:docMk/>
            <pc:sldMk cId="2693772875" sldId="272"/>
            <ac:picMk id="110" creationId="{2874A6B9-94B0-057E-B30C-C9ADD914F5B7}"/>
          </ac:picMkLst>
        </pc:picChg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72432489" sldId="27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941323628" sldId="27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906933139" sldId="275"/>
        </pc:sldMkLst>
      </pc:sldChg>
      <pc:sldChg chg="modSp mod">
        <pc:chgData name="Dunfrey Pires Aragão" userId="a7272183b7b4f9fa" providerId="LiveId" clId="{C5A2FD75-C252-4619-88C8-ACAA7B112D69}" dt="2025-08-06T18:27:14.213" v="43" actId="20577"/>
        <pc:sldMkLst>
          <pc:docMk/>
          <pc:sldMk cId="2610903633" sldId="276"/>
        </pc:sldMkLst>
        <pc:spChg chg="mod">
          <ac:chgData name="Dunfrey Pires Aragão" userId="a7272183b7b4f9fa" providerId="LiveId" clId="{C5A2FD75-C252-4619-88C8-ACAA7B112D69}" dt="2025-08-06T18:27:14.213" v="43" actId="20577"/>
          <ac:spMkLst>
            <pc:docMk/>
            <pc:sldMk cId="2610903633" sldId="276"/>
            <ac:spMk id="2" creationId="{8F76F0C3-6EB1-6E9E-A307-893154DACDAB}"/>
          </ac:spMkLst>
        </pc:spChg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513384730" sldId="277"/>
        </pc:sldMkLst>
      </pc:sldChg>
      <pc:sldChg chg="modSp add mod">
        <pc:chgData name="Dunfrey Pires Aragão" userId="a7272183b7b4f9fa" providerId="LiveId" clId="{C5A2FD75-C252-4619-88C8-ACAA7B112D69}" dt="2025-08-08T19:28:58.848" v="929" actId="1076"/>
        <pc:sldMkLst>
          <pc:docMk/>
          <pc:sldMk cId="1289493354" sldId="277"/>
        </pc:sldMkLst>
        <pc:spChg chg="mod">
          <ac:chgData name="Dunfrey Pires Aragão" userId="a7272183b7b4f9fa" providerId="LiveId" clId="{C5A2FD75-C252-4619-88C8-ACAA7B112D69}" dt="2025-08-08T19:28:54.307" v="928" actId="1076"/>
          <ac:spMkLst>
            <pc:docMk/>
            <pc:sldMk cId="1289493354" sldId="277"/>
            <ac:spMk id="2" creationId="{FC006E26-8E81-5D87-CB82-E98637495BAD}"/>
          </ac:spMkLst>
        </pc:spChg>
        <pc:spChg chg="mod">
          <ac:chgData name="Dunfrey Pires Aragão" userId="a7272183b7b4f9fa" providerId="LiveId" clId="{C5A2FD75-C252-4619-88C8-ACAA7B112D69}" dt="2025-08-08T19:28:58.848" v="929" actId="1076"/>
          <ac:spMkLst>
            <pc:docMk/>
            <pc:sldMk cId="1289493354" sldId="277"/>
            <ac:spMk id="6" creationId="{EE8E4718-F951-F7EA-5EF9-0B9F5281A5FD}"/>
          </ac:spMkLst>
        </pc:spChg>
        <pc:spChg chg="mod">
          <ac:chgData name="Dunfrey Pires Aragão" userId="a7272183b7b4f9fa" providerId="LiveId" clId="{C5A2FD75-C252-4619-88C8-ACAA7B112D69}" dt="2025-08-08T19:28:50.084" v="926" actId="1076"/>
          <ac:spMkLst>
            <pc:docMk/>
            <pc:sldMk cId="1289493354" sldId="277"/>
            <ac:spMk id="10" creationId="{FC5DB777-12C2-B5A8-6767-0633C67D63DC}"/>
          </ac:spMkLst>
        </pc:spChg>
        <pc:picChg chg="mod">
          <ac:chgData name="Dunfrey Pires Aragão" userId="a7272183b7b4f9fa" providerId="LiveId" clId="{C5A2FD75-C252-4619-88C8-ACAA7B112D69}" dt="2025-08-08T19:28:58.848" v="929" actId="1076"/>
          <ac:picMkLst>
            <pc:docMk/>
            <pc:sldMk cId="1289493354" sldId="277"/>
            <ac:picMk id="1026" creationId="{5BC03BF5-5484-B68C-FFCD-C0A7FB19E2EA}"/>
          </ac:picMkLst>
        </pc:picChg>
      </pc:sldChg>
      <pc:sldChg chg="addSp delSp modSp add mod ord">
        <pc:chgData name="Dunfrey Pires Aragão" userId="a7272183b7b4f9fa" providerId="LiveId" clId="{C5A2FD75-C252-4619-88C8-ACAA7B112D69}" dt="2025-08-11T18:53:18.055" v="1853" actId="20577"/>
        <pc:sldMkLst>
          <pc:docMk/>
          <pc:sldMk cId="1209825020" sldId="278"/>
        </pc:sldMkLst>
        <pc:spChg chg="mod">
          <ac:chgData name="Dunfrey Pires Aragão" userId="a7272183b7b4f9fa" providerId="LiveId" clId="{C5A2FD75-C252-4619-88C8-ACAA7B112D69}" dt="2025-08-11T18:53:18.055" v="1853" actId="20577"/>
          <ac:spMkLst>
            <pc:docMk/>
            <pc:sldMk cId="1209825020" sldId="278"/>
            <ac:spMk id="2" creationId="{E97D4324-5D6A-7E3A-5BBD-3C29AB311414}"/>
          </ac:spMkLst>
        </pc:spChg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C5A2FD75-C252-4619-88C8-ACAA7B112D69}" dt="2025-08-11T18:51:12.776" v="1791" actId="1076"/>
        <pc:sldMkLst>
          <pc:docMk/>
          <pc:sldMk cId="816410113" sldId="279"/>
        </pc:sldMkLst>
        <pc:spChg chg="mod">
          <ac:chgData name="Dunfrey Pires Aragão" userId="a7272183b7b4f9fa" providerId="LiveId" clId="{C5A2FD75-C252-4619-88C8-ACAA7B112D69}" dt="2025-08-11T18:51:06.685" v="1789" actId="14100"/>
          <ac:spMkLst>
            <pc:docMk/>
            <pc:sldMk cId="816410113" sldId="279"/>
            <ac:spMk id="2" creationId="{9A1A377C-4541-9D93-6BDD-2DF33F3DD933}"/>
          </ac:spMkLst>
        </pc:spChg>
        <pc:spChg chg="add mod">
          <ac:chgData name="Dunfrey Pires Aragão" userId="a7272183b7b4f9fa" providerId="LiveId" clId="{C5A2FD75-C252-4619-88C8-ACAA7B112D69}" dt="2025-08-11T18:51:03.465" v="1788" actId="14100"/>
          <ac:spMkLst>
            <pc:docMk/>
            <pc:sldMk cId="816410113" sldId="279"/>
            <ac:spMk id="3" creationId="{9A8A3DCB-98C6-00FD-C3F6-9F311769D5DA}"/>
          </ac:spMkLst>
        </pc:spChg>
        <pc:spChg chg="add mod">
          <ac:chgData name="Dunfrey Pires Aragão" userId="a7272183b7b4f9fa" providerId="LiveId" clId="{C5A2FD75-C252-4619-88C8-ACAA7B112D69}" dt="2025-08-11T18:51:09.604" v="1790" actId="1076"/>
          <ac:spMkLst>
            <pc:docMk/>
            <pc:sldMk cId="816410113" sldId="279"/>
            <ac:spMk id="4" creationId="{D32226B0-129F-54FB-AD11-7BB23661D7AA}"/>
          </ac:spMkLst>
        </pc:spChg>
        <pc:spChg chg="add mod">
          <ac:chgData name="Dunfrey Pires Aragão" userId="a7272183b7b4f9fa" providerId="LiveId" clId="{C5A2FD75-C252-4619-88C8-ACAA7B112D69}" dt="2025-08-11T18:51:12.776" v="1791" actId="1076"/>
          <ac:spMkLst>
            <pc:docMk/>
            <pc:sldMk cId="816410113" sldId="279"/>
            <ac:spMk id="5" creationId="{FCDB8A8B-6A5A-39F6-6AFE-FAA28BA60C08}"/>
          </ac:spMkLst>
        </pc:spChg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276310836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33210588" sldId="280"/>
        </pc:sldMkLst>
      </pc:sldChg>
      <pc:sldChg chg="addSp delSp modSp add mod">
        <pc:chgData name="Dunfrey Pires Aragão" userId="a7272183b7b4f9fa" providerId="LiveId" clId="{C5A2FD75-C252-4619-88C8-ACAA7B112D69}" dt="2025-08-11T19:01:03.826" v="1864" actId="14100"/>
        <pc:sldMkLst>
          <pc:docMk/>
          <pc:sldMk cId="4275640942" sldId="280"/>
        </pc:sldMkLst>
        <pc:spChg chg="add mod">
          <ac:chgData name="Dunfrey Pires Aragão" userId="a7272183b7b4f9fa" providerId="LiveId" clId="{C5A2FD75-C252-4619-88C8-ACAA7B112D69}" dt="2025-08-11T18:53:15.131" v="1852" actId="20577"/>
          <ac:spMkLst>
            <pc:docMk/>
            <pc:sldMk cId="4275640942" sldId="280"/>
            <ac:spMk id="3" creationId="{E24BEB5C-9F9A-955C-56FA-2E37C85DC64F}"/>
          </ac:spMkLst>
        </pc:spChg>
        <pc:spChg chg="add mod">
          <ac:chgData name="Dunfrey Pires Aragão" userId="a7272183b7b4f9fa" providerId="LiveId" clId="{C5A2FD75-C252-4619-88C8-ACAA7B112D69}" dt="2025-08-11T19:00:42.886" v="1861"/>
          <ac:spMkLst>
            <pc:docMk/>
            <pc:sldMk cId="4275640942" sldId="280"/>
            <ac:spMk id="8" creationId="{9E063B55-4113-4A4A-B857-5AAB31021EA6}"/>
          </ac:spMkLst>
        </pc:spChg>
        <pc:spChg chg="mod">
          <ac:chgData name="Dunfrey Pires Aragão" userId="a7272183b7b4f9fa" providerId="LiveId" clId="{C5A2FD75-C252-4619-88C8-ACAA7B112D69}" dt="2025-08-11T01:04:13.239" v="1355" actId="20577"/>
          <ac:spMkLst>
            <pc:docMk/>
            <pc:sldMk cId="4275640942" sldId="280"/>
            <ac:spMk id="112" creationId="{0A6D17EE-0E96-84F7-E3D2-343481ACC146}"/>
          </ac:spMkLst>
        </pc:spChg>
        <pc:picChg chg="add mod">
          <ac:chgData name="Dunfrey Pires Aragão" userId="a7272183b7b4f9fa" providerId="LiveId" clId="{C5A2FD75-C252-4619-88C8-ACAA7B112D69}" dt="2025-08-11T19:00:12.787" v="1857" actId="1076"/>
          <ac:picMkLst>
            <pc:docMk/>
            <pc:sldMk cId="4275640942" sldId="280"/>
            <ac:picMk id="5" creationId="{A86D4164-1057-C251-43E2-5A249B6F0AFF}"/>
          </ac:picMkLst>
        </pc:picChg>
        <pc:picChg chg="add mod">
          <ac:chgData name="Dunfrey Pires Aragão" userId="a7272183b7b4f9fa" providerId="LiveId" clId="{C5A2FD75-C252-4619-88C8-ACAA7B112D69}" dt="2025-08-11T19:00:34.511" v="1860" actId="14100"/>
          <ac:picMkLst>
            <pc:docMk/>
            <pc:sldMk cId="4275640942" sldId="280"/>
            <ac:picMk id="7" creationId="{B0FBCF44-504C-81CB-84AB-2F1077C5A758}"/>
          </ac:picMkLst>
        </pc:picChg>
        <pc:picChg chg="add mod">
          <ac:chgData name="Dunfrey Pires Aragão" userId="a7272183b7b4f9fa" providerId="LiveId" clId="{C5A2FD75-C252-4619-88C8-ACAA7B112D69}" dt="2025-08-11T19:01:03.826" v="1864" actId="14100"/>
          <ac:picMkLst>
            <pc:docMk/>
            <pc:sldMk cId="4275640942" sldId="280"/>
            <ac:picMk id="10" creationId="{358EAA6F-D52F-3E9C-3442-A862B3416151}"/>
          </ac:picMkLst>
        </pc:picChg>
        <pc:picChg chg="add del mod">
          <ac:chgData name="Dunfrey Pires Aragão" userId="a7272183b7b4f9fa" providerId="LiveId" clId="{C5A2FD75-C252-4619-88C8-ACAA7B112D69}" dt="2025-08-11T01:08:49.001" v="1713" actId="1076"/>
          <ac:picMkLst>
            <pc:docMk/>
            <pc:sldMk cId="4275640942" sldId="280"/>
            <ac:picMk id="110" creationId="{A170C4F8-DE99-A173-3972-478670A08BC0}"/>
          </ac:picMkLst>
        </pc:picChg>
      </pc:sldChg>
      <pc:sldChg chg="add del">
        <pc:chgData name="Dunfrey Pires Aragão" userId="a7272183b7b4f9fa" providerId="LiveId" clId="{C5A2FD75-C252-4619-88C8-ACAA7B112D69}" dt="2025-08-11T19:01:08.105" v="1865" actId="47"/>
        <pc:sldMkLst>
          <pc:docMk/>
          <pc:sldMk cId="4121033361" sldId="281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037166137" sldId="282"/>
        </pc:sldMkLst>
      </pc:sldChg>
      <pc:sldChg chg="add del">
        <pc:chgData name="Dunfrey Pires Aragão" userId="a7272183b7b4f9fa" providerId="LiveId" clId="{C5A2FD75-C252-4619-88C8-ACAA7B112D69}" dt="2025-08-11T19:01:08.737" v="1866" actId="47"/>
        <pc:sldMkLst>
          <pc:docMk/>
          <pc:sldMk cId="3379580487" sldId="282"/>
        </pc:sldMkLst>
      </pc:sldChg>
      <pc:sldChg chg="addSp delSp modSp add mod ord">
        <pc:chgData name="Dunfrey Pires Aragão" userId="a7272183b7b4f9fa" providerId="LiveId" clId="{C5A2FD75-C252-4619-88C8-ACAA7B112D69}" dt="2025-08-11T18:50:26.214" v="1785" actId="20577"/>
        <pc:sldMkLst>
          <pc:docMk/>
          <pc:sldMk cId="2577570395" sldId="283"/>
        </pc:sldMkLst>
        <pc:spChg chg="mod">
          <ac:chgData name="Dunfrey Pires Aragão" userId="a7272183b7b4f9fa" providerId="LiveId" clId="{C5A2FD75-C252-4619-88C8-ACAA7B112D69}" dt="2025-08-11T18:50:26.214" v="1785" actId="20577"/>
          <ac:spMkLst>
            <pc:docMk/>
            <pc:sldMk cId="2577570395" sldId="283"/>
            <ac:spMk id="3" creationId="{478BEE76-A1BF-60DC-4CBB-B49A8FCA66A4}"/>
          </ac:spMkLst>
        </pc:spChg>
        <pc:spChg chg="mod">
          <ac:chgData name="Dunfrey Pires Aragão" userId="a7272183b7b4f9fa" providerId="LiveId" clId="{C5A2FD75-C252-4619-88C8-ACAA7B112D69}" dt="2025-08-08T19:45:25.227" v="1121" actId="20577"/>
          <ac:spMkLst>
            <pc:docMk/>
            <pc:sldMk cId="2577570395" sldId="283"/>
            <ac:spMk id="112" creationId="{2C4BFC8B-69C3-C568-F78D-D2644C49E030}"/>
          </ac:spMkLst>
        </pc:spChg>
        <pc:picChg chg="add mod">
          <ac:chgData name="Dunfrey Pires Aragão" userId="a7272183b7b4f9fa" providerId="LiveId" clId="{C5A2FD75-C252-4619-88C8-ACAA7B112D69}" dt="2025-08-11T18:49:41.455" v="1731" actId="1076"/>
          <ac:picMkLst>
            <pc:docMk/>
            <pc:sldMk cId="2577570395" sldId="283"/>
            <ac:picMk id="4" creationId="{FB0ECF19-DBF7-013F-2312-B551EFA47957}"/>
          </ac:picMkLst>
        </pc:picChg>
        <pc:picChg chg="add mod">
          <ac:chgData name="Dunfrey Pires Aragão" userId="a7272183b7b4f9fa" providerId="LiveId" clId="{C5A2FD75-C252-4619-88C8-ACAA7B112D69}" dt="2025-08-11T18:50:10.068" v="1735" actId="14100"/>
          <ac:picMkLst>
            <pc:docMk/>
            <pc:sldMk cId="2577570395" sldId="283"/>
            <ac:picMk id="5" creationId="{3751B67C-9A73-34EB-9F16-F8F9FFE4FB01}"/>
          </ac:picMkLst>
        </pc:picChg>
        <pc:picChg chg="add del mod">
          <ac:chgData name="Dunfrey Pires Aragão" userId="a7272183b7b4f9fa" providerId="LiveId" clId="{C5A2FD75-C252-4619-88C8-ACAA7B112D69}" dt="2025-08-11T18:49:42.575" v="1732" actId="1076"/>
          <ac:picMkLst>
            <pc:docMk/>
            <pc:sldMk cId="2577570395" sldId="283"/>
            <ac:picMk id="7" creationId="{DB97C7B0-FAFA-7176-651A-E8E804CDEA44}"/>
          </ac:picMkLst>
        </pc:picChg>
      </pc:sldChg>
      <pc:sldChg chg="new del">
        <pc:chgData name="Dunfrey Pires Aragão" userId="a7272183b7b4f9fa" providerId="LiveId" clId="{C5A2FD75-C252-4619-88C8-ACAA7B112D69}" dt="2025-08-08T19:29:11.212" v="931" actId="680"/>
        <pc:sldMkLst>
          <pc:docMk/>
          <pc:sldMk cId="413737103" sldId="284"/>
        </pc:sldMkLst>
      </pc:sldChg>
      <pc:sldChg chg="delSp modSp add mod ord">
        <pc:chgData name="Dunfrey Pires Aragão" userId="a7272183b7b4f9fa" providerId="LiveId" clId="{C5A2FD75-C252-4619-88C8-ACAA7B112D69}" dt="2025-08-11T19:30:42.511" v="2317" actId="1037"/>
        <pc:sldMkLst>
          <pc:docMk/>
          <pc:sldMk cId="3706630638" sldId="284"/>
        </pc:sldMkLst>
        <pc:spChg chg="mod">
          <ac:chgData name="Dunfrey Pires Aragão" userId="a7272183b7b4f9fa" providerId="LiveId" clId="{C5A2FD75-C252-4619-88C8-ACAA7B112D69}" dt="2025-08-11T19:07:33.862" v="2202" actId="207"/>
          <ac:spMkLst>
            <pc:docMk/>
            <pc:sldMk cId="3706630638" sldId="284"/>
            <ac:spMk id="5" creationId="{D32E1270-9464-DDFE-D228-CA2AAE583061}"/>
          </ac:spMkLst>
        </pc:spChg>
        <pc:spChg chg="mod">
          <ac:chgData name="Dunfrey Pires Aragão" userId="a7272183b7b4f9fa" providerId="LiveId" clId="{C5A2FD75-C252-4619-88C8-ACAA7B112D69}" dt="2025-08-11T19:30:42.511" v="2317" actId="1037"/>
          <ac:spMkLst>
            <pc:docMk/>
            <pc:sldMk cId="3706630638" sldId="284"/>
            <ac:spMk id="112" creationId="{D99F6F9C-3A01-BE95-FE86-5B7AFA941B81}"/>
          </ac:spMkLst>
        </pc:spChg>
        <pc:picChg chg="mod">
          <ac:chgData name="Dunfrey Pires Aragão" userId="a7272183b7b4f9fa" providerId="LiveId" clId="{C5A2FD75-C252-4619-88C8-ACAA7B112D69}" dt="2025-08-11T19:01:45.433" v="1911" actId="1076"/>
          <ac:picMkLst>
            <pc:docMk/>
            <pc:sldMk cId="3706630638" sldId="284"/>
            <ac:picMk id="110" creationId="{DBE60513-2AB7-8C32-47FD-82965BF8313B}"/>
          </ac:picMkLst>
        </pc:picChg>
      </pc:sldChg>
      <pc:sldChg chg="addSp delSp modSp add mod">
        <pc:chgData name="Dunfrey Pires Aragão" userId="a7272183b7b4f9fa" providerId="LiveId" clId="{C5A2FD75-C252-4619-88C8-ACAA7B112D69}" dt="2025-08-11T19:38:08.147" v="2426" actId="1076"/>
        <pc:sldMkLst>
          <pc:docMk/>
          <pc:sldMk cId="2437489870" sldId="285"/>
        </pc:sldMkLst>
        <pc:spChg chg="mod">
          <ac:chgData name="Dunfrey Pires Aragão" userId="a7272183b7b4f9fa" providerId="LiveId" clId="{C5A2FD75-C252-4619-88C8-ACAA7B112D69}" dt="2025-08-11T19:27:35.252" v="2300" actId="20577"/>
          <ac:spMkLst>
            <pc:docMk/>
            <pc:sldMk cId="2437489870" sldId="285"/>
            <ac:spMk id="3" creationId="{32E88C1D-1143-3CFD-0192-91684BC2A8F2}"/>
          </ac:spMkLst>
        </pc:spChg>
        <pc:spChg chg="mod">
          <ac:chgData name="Dunfrey Pires Aragão" userId="a7272183b7b4f9fa" providerId="LiveId" clId="{C5A2FD75-C252-4619-88C8-ACAA7B112D69}" dt="2025-08-11T19:38:08.147" v="2426" actId="1076"/>
          <ac:spMkLst>
            <pc:docMk/>
            <pc:sldMk cId="2437489870" sldId="285"/>
            <ac:spMk id="8" creationId="{C5E24355-663E-D3EE-2344-B3835FDE10B9}"/>
          </ac:spMkLst>
        </pc:spChg>
        <pc:spChg chg="mod">
          <ac:chgData name="Dunfrey Pires Aragão" userId="a7272183b7b4f9fa" providerId="LiveId" clId="{C5A2FD75-C252-4619-88C8-ACAA7B112D69}" dt="2025-08-11T19:26:59.629" v="2204" actId="20577"/>
          <ac:spMkLst>
            <pc:docMk/>
            <pc:sldMk cId="2437489870" sldId="285"/>
            <ac:spMk id="112" creationId="{F68A9068-954F-0EE4-895D-C295EF649DF0}"/>
          </ac:spMkLst>
        </pc:spChg>
        <pc:picChg chg="add mod">
          <ac:chgData name="Dunfrey Pires Aragão" userId="a7272183b7b4f9fa" providerId="LiveId" clId="{C5A2FD75-C252-4619-88C8-ACAA7B112D69}" dt="2025-08-11T19:38:06.433" v="2425" actId="1076"/>
          <ac:picMkLst>
            <pc:docMk/>
            <pc:sldMk cId="2437489870" sldId="285"/>
            <ac:picMk id="4" creationId="{0C2A385B-9C31-665C-FB10-5DEC588BAECC}"/>
          </ac:picMkLst>
        </pc:picChg>
      </pc:sldChg>
      <pc:sldChg chg="addSp delSp modSp add mod">
        <pc:chgData name="Dunfrey Pires Aragão" userId="a7272183b7b4f9fa" providerId="LiveId" clId="{C5A2FD75-C252-4619-88C8-ACAA7B112D69}" dt="2025-08-11T19:37:22.016" v="2421" actId="1076"/>
        <pc:sldMkLst>
          <pc:docMk/>
          <pc:sldMk cId="3805043110" sldId="286"/>
        </pc:sldMkLst>
        <pc:spChg chg="mod">
          <ac:chgData name="Dunfrey Pires Aragão" userId="a7272183b7b4f9fa" providerId="LiveId" clId="{C5A2FD75-C252-4619-88C8-ACAA7B112D69}" dt="2025-08-11T19:34:11.652" v="2399" actId="207"/>
          <ac:spMkLst>
            <pc:docMk/>
            <pc:sldMk cId="3805043110" sldId="286"/>
            <ac:spMk id="5" creationId="{02AC5C21-B539-9DBA-7198-F9633536A6E0}"/>
          </ac:spMkLst>
        </pc:spChg>
        <pc:spChg chg="mod">
          <ac:chgData name="Dunfrey Pires Aragão" userId="a7272183b7b4f9fa" providerId="LiveId" clId="{C5A2FD75-C252-4619-88C8-ACAA7B112D69}" dt="2025-08-11T19:30:56.106" v="2321" actId="20577"/>
          <ac:spMkLst>
            <pc:docMk/>
            <pc:sldMk cId="3805043110" sldId="286"/>
            <ac:spMk id="112" creationId="{A71867E1-7946-9B05-5969-59AAB45AD67A}"/>
          </ac:spMkLst>
        </pc:spChg>
        <pc:picChg chg="add mod modCrop">
          <ac:chgData name="Dunfrey Pires Aragão" userId="a7272183b7b4f9fa" providerId="LiveId" clId="{C5A2FD75-C252-4619-88C8-ACAA7B112D69}" dt="2025-08-11T19:37:22.016" v="2421" actId="1076"/>
          <ac:picMkLst>
            <pc:docMk/>
            <pc:sldMk cId="3805043110" sldId="286"/>
            <ac:picMk id="8" creationId="{09A933D1-58F1-3477-BE3E-3B7903A5BAC9}"/>
          </ac:picMkLst>
        </pc:picChg>
      </pc:sldChg>
      <pc:sldChg chg="new del">
        <pc:chgData name="Dunfrey Pires Aragão" userId="a7272183b7b4f9fa" providerId="LiveId" clId="{C5A2FD75-C252-4619-88C8-ACAA7B112D69}" dt="2025-08-12T00:00:59.426" v="2428" actId="2696"/>
        <pc:sldMkLst>
          <pc:docMk/>
          <pc:sldMk cId="1402331715" sldId="287"/>
        </pc:sldMkLst>
      </pc:sldChg>
      <pc:sldChg chg="addSp delSp modSp add mod">
        <pc:chgData name="Dunfrey Pires Aragão" userId="a7272183b7b4f9fa" providerId="LiveId" clId="{C5A2FD75-C252-4619-88C8-ACAA7B112D69}" dt="2025-08-12T00:53:20.308" v="2881" actId="20577"/>
        <pc:sldMkLst>
          <pc:docMk/>
          <pc:sldMk cId="2308817509" sldId="287"/>
        </pc:sldMkLst>
        <pc:spChg chg="mod">
          <ac:chgData name="Dunfrey Pires Aragão" userId="a7272183b7b4f9fa" providerId="LiveId" clId="{C5A2FD75-C252-4619-88C8-ACAA7B112D69}" dt="2025-08-12T00:53:20.308" v="2881" actId="20577"/>
          <ac:spMkLst>
            <pc:docMk/>
            <pc:sldMk cId="2308817509" sldId="287"/>
            <ac:spMk id="3" creationId="{1884EFA0-F1BA-35F4-6C2D-FC7E2C06A81E}"/>
          </ac:spMkLst>
        </pc:spChg>
        <pc:spChg chg="mod">
          <ac:chgData name="Dunfrey Pires Aragão" userId="a7272183b7b4f9fa" providerId="LiveId" clId="{C5A2FD75-C252-4619-88C8-ACAA7B112D69}" dt="2025-08-12T00:37:55.128" v="2871" actId="20577"/>
          <ac:spMkLst>
            <pc:docMk/>
            <pc:sldMk cId="2308817509" sldId="287"/>
            <ac:spMk id="112" creationId="{ED2FD6BA-BEEA-E535-44A9-855F1C4C7396}"/>
          </ac:spMkLst>
        </pc:spChg>
      </pc:sldChg>
      <pc:sldChg chg="modSp add mod">
        <pc:chgData name="Dunfrey Pires Aragão" userId="a7272183b7b4f9fa" providerId="LiveId" clId="{C5A2FD75-C252-4619-88C8-ACAA7B112D69}" dt="2025-08-12T13:32:46.704" v="3162" actId="20577"/>
        <pc:sldMkLst>
          <pc:docMk/>
          <pc:sldMk cId="1132781362" sldId="288"/>
        </pc:sldMkLst>
        <pc:spChg chg="mod">
          <ac:chgData name="Dunfrey Pires Aragão" userId="a7272183b7b4f9fa" providerId="LiveId" clId="{C5A2FD75-C252-4619-88C8-ACAA7B112D69}" dt="2025-08-12T13:32:46.704" v="3162" actId="20577"/>
          <ac:spMkLst>
            <pc:docMk/>
            <pc:sldMk cId="1132781362" sldId="288"/>
            <ac:spMk id="3" creationId="{D9CBDBE2-7E6C-0F05-44EA-3DAB6B714952}"/>
          </ac:spMkLst>
        </pc:spChg>
        <pc:spChg chg="mod">
          <ac:chgData name="Dunfrey Pires Aragão" userId="a7272183b7b4f9fa" providerId="LiveId" clId="{C5A2FD75-C252-4619-88C8-ACAA7B112D69}" dt="2025-08-12T00:53:11.031" v="2877" actId="20577"/>
          <ac:spMkLst>
            <pc:docMk/>
            <pc:sldMk cId="1132781362" sldId="288"/>
            <ac:spMk id="112" creationId="{7B666BE9-6558-6312-C765-D6AB9551EAAC}"/>
          </ac:spMkLst>
        </pc:spChg>
        <pc:picChg chg="mod">
          <ac:chgData name="Dunfrey Pires Aragão" userId="a7272183b7b4f9fa" providerId="LiveId" clId="{C5A2FD75-C252-4619-88C8-ACAA7B112D69}" dt="2025-08-12T00:54:34.498" v="3067" actId="1076"/>
          <ac:picMkLst>
            <pc:docMk/>
            <pc:sldMk cId="1132781362" sldId="288"/>
            <ac:picMk id="110" creationId="{7472B4BE-0F51-FC83-59DB-7B30DCC029FB}"/>
          </ac:picMkLst>
        </pc:picChg>
      </pc:sldChg>
      <pc:sldChg chg="add del">
        <pc:chgData name="Dunfrey Pires Aragão" userId="a7272183b7b4f9fa" providerId="LiveId" clId="{C5A2FD75-C252-4619-88C8-ACAA7B112D69}" dt="2025-08-12T00:45:05.509" v="2872" actId="47"/>
        <pc:sldMkLst>
          <pc:docMk/>
          <pc:sldMk cId="1538180366" sldId="288"/>
        </pc:sldMkLst>
      </pc:sldChg>
      <pc:sldChg chg="addSp modSp add mod ord">
        <pc:chgData name="Dunfrey Pires Aragão" userId="a7272183b7b4f9fa" providerId="LiveId" clId="{C5A2FD75-C252-4619-88C8-ACAA7B112D69}" dt="2025-08-12T00:57:53.017" v="3126" actId="1076"/>
        <pc:sldMkLst>
          <pc:docMk/>
          <pc:sldMk cId="96054855" sldId="289"/>
        </pc:sldMkLst>
        <pc:spChg chg="mod">
          <ac:chgData name="Dunfrey Pires Aragão" userId="a7272183b7b4f9fa" providerId="LiveId" clId="{C5A2FD75-C252-4619-88C8-ACAA7B112D69}" dt="2025-08-12T00:57:53.017" v="3126" actId="1076"/>
          <ac:spMkLst>
            <pc:docMk/>
            <pc:sldMk cId="96054855" sldId="289"/>
            <ac:spMk id="5" creationId="{E8CF24C5-09C4-8735-1871-8CB89D651399}"/>
          </ac:spMkLst>
        </pc:spChg>
        <pc:spChg chg="mod">
          <ac:chgData name="Dunfrey Pires Aragão" userId="a7272183b7b4f9fa" providerId="LiveId" clId="{C5A2FD75-C252-4619-88C8-ACAA7B112D69}" dt="2025-08-12T00:55:09.865" v="3077" actId="20577"/>
          <ac:spMkLst>
            <pc:docMk/>
            <pc:sldMk cId="96054855" sldId="289"/>
            <ac:spMk id="112" creationId="{C8AEAE08-F886-00BE-D87D-207AFB628D7A}"/>
          </ac:spMkLst>
        </pc:spChg>
        <pc:picChg chg="mod">
          <ac:chgData name="Dunfrey Pires Aragão" userId="a7272183b7b4f9fa" providerId="LiveId" clId="{C5A2FD75-C252-4619-88C8-ACAA7B112D69}" dt="2025-08-12T00:57:49.279" v="3125" actId="1076"/>
          <ac:picMkLst>
            <pc:docMk/>
            <pc:sldMk cId="96054855" sldId="289"/>
            <ac:picMk id="110" creationId="{03976DAD-D48A-805F-5523-BA240C90EC9E}"/>
          </ac:picMkLst>
        </pc:picChg>
        <pc:picChg chg="add mod">
          <ac:chgData name="Dunfrey Pires Aragão" userId="a7272183b7b4f9fa" providerId="LiveId" clId="{C5A2FD75-C252-4619-88C8-ACAA7B112D69}" dt="2025-08-12T00:57:46.345" v="3123" actId="1076"/>
          <ac:picMkLst>
            <pc:docMk/>
            <pc:sldMk cId="96054855" sldId="289"/>
            <ac:picMk id="1026" creationId="{CF49233A-60E1-42F1-DB28-670AC9FF2AD9}"/>
          </ac:picMkLst>
        </pc:picChg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939929158" sldId="290"/>
        </pc:sldMkLst>
      </pc:sldChg>
      <pc:sldChg chg="addSp modSp add mod">
        <pc:chgData name="Dunfrey Pires Aragão" userId="a7272183b7b4f9fa" providerId="LiveId" clId="{C5A2FD75-C252-4619-88C8-ACAA7B112D69}" dt="2025-08-12T16:21:37.699" v="3604" actId="20577"/>
        <pc:sldMkLst>
          <pc:docMk/>
          <pc:sldMk cId="2370906923" sldId="290"/>
        </pc:sldMkLst>
        <pc:spChg chg="mod">
          <ac:chgData name="Dunfrey Pires Aragão" userId="a7272183b7b4f9fa" providerId="LiveId" clId="{C5A2FD75-C252-4619-88C8-ACAA7B112D69}" dt="2025-08-12T16:21:37.699" v="3604" actId="20577"/>
          <ac:spMkLst>
            <pc:docMk/>
            <pc:sldMk cId="2370906923" sldId="290"/>
            <ac:spMk id="3" creationId="{CF557BB7-5A05-E61D-6DA1-70D304E132DF}"/>
          </ac:spMkLst>
        </pc:spChg>
        <pc:spChg chg="mod">
          <ac:chgData name="Dunfrey Pires Aragão" userId="a7272183b7b4f9fa" providerId="LiveId" clId="{C5A2FD75-C252-4619-88C8-ACAA7B112D69}" dt="2025-08-12T13:32:39.648" v="3159" actId="20577"/>
          <ac:spMkLst>
            <pc:docMk/>
            <pc:sldMk cId="2370906923" sldId="290"/>
            <ac:spMk id="112" creationId="{9137BB3B-FD5A-9BCF-073B-16F5CF41BA31}"/>
          </ac:spMkLst>
        </pc:spChg>
        <pc:picChg chg="add mod">
          <ac:chgData name="Dunfrey Pires Aragão" userId="a7272183b7b4f9fa" providerId="LiveId" clId="{C5A2FD75-C252-4619-88C8-ACAA7B112D69}" dt="2025-08-12T13:35:41.453" v="3286" actId="14100"/>
          <ac:picMkLst>
            <pc:docMk/>
            <pc:sldMk cId="2370906923" sldId="290"/>
            <ac:picMk id="4" creationId="{96A991D7-1404-A3DE-0853-5FE01A18546C}"/>
          </ac:picMkLst>
        </pc:picChg>
        <pc:picChg chg="add mod">
          <ac:chgData name="Dunfrey Pires Aragão" userId="a7272183b7b4f9fa" providerId="LiveId" clId="{C5A2FD75-C252-4619-88C8-ACAA7B112D69}" dt="2025-08-12T13:35:57.721" v="3290" actId="1076"/>
          <ac:picMkLst>
            <pc:docMk/>
            <pc:sldMk cId="2370906923" sldId="290"/>
            <ac:picMk id="6" creationId="{AA2061E8-AED8-D124-4E27-607BFC6E7CB6}"/>
          </ac:picMkLst>
        </pc:picChg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1001297686" sldId="291"/>
        </pc:sldMkLst>
      </pc:sldChg>
      <pc:sldChg chg="addSp delSp modSp add mod ord">
        <pc:chgData name="Dunfrey Pires Aragão" userId="a7272183b7b4f9fa" providerId="LiveId" clId="{C5A2FD75-C252-4619-88C8-ACAA7B112D69}" dt="2025-08-12T13:48:02.858" v="3508" actId="113"/>
        <pc:sldMkLst>
          <pc:docMk/>
          <pc:sldMk cId="1843229357" sldId="291"/>
        </pc:sldMkLst>
        <pc:spChg chg="add mod">
          <ac:chgData name="Dunfrey Pires Aragão" userId="a7272183b7b4f9fa" providerId="LiveId" clId="{C5A2FD75-C252-4619-88C8-ACAA7B112D69}" dt="2025-08-12T13:48:02.858" v="3508" actId="113"/>
          <ac:spMkLst>
            <pc:docMk/>
            <pc:sldMk cId="1843229357" sldId="291"/>
            <ac:spMk id="6" creationId="{AA6D331D-7F06-6E40-BDCF-1E6BF1FB8A96}"/>
          </ac:spMkLst>
        </pc:spChg>
        <pc:spChg chg="mod">
          <ac:chgData name="Dunfrey Pires Aragão" userId="a7272183b7b4f9fa" providerId="LiveId" clId="{C5A2FD75-C252-4619-88C8-ACAA7B112D69}" dt="2025-08-12T13:38:36.720" v="3329" actId="20577"/>
          <ac:spMkLst>
            <pc:docMk/>
            <pc:sldMk cId="1843229357" sldId="291"/>
            <ac:spMk id="112" creationId="{8507C168-988F-1E2C-A0E6-0DB968235095}"/>
          </ac:spMkLst>
        </pc:spChg>
        <pc:picChg chg="mod">
          <ac:chgData name="Dunfrey Pires Aragão" userId="a7272183b7b4f9fa" providerId="LiveId" clId="{C5A2FD75-C252-4619-88C8-ACAA7B112D69}" dt="2025-08-12T13:39:10.331" v="3344" actId="1076"/>
          <ac:picMkLst>
            <pc:docMk/>
            <pc:sldMk cId="1843229357" sldId="291"/>
            <ac:picMk id="110" creationId="{E8EF2A2E-638C-E695-FCE1-22D1A9C1EDFF}"/>
          </ac:picMkLst>
        </pc:picChg>
      </pc:sldChg>
      <pc:sldChg chg="addSp delSp modSp add mod">
        <pc:chgData name="Dunfrey Pires Aragão" userId="a7272183b7b4f9fa" providerId="LiveId" clId="{C5A2FD75-C252-4619-88C8-ACAA7B112D69}" dt="2025-08-12T16:29:26.500" v="3887" actId="1076"/>
        <pc:sldMkLst>
          <pc:docMk/>
          <pc:sldMk cId="1195363776" sldId="292"/>
        </pc:sldMkLst>
        <pc:spChg chg="mod">
          <ac:chgData name="Dunfrey Pires Aragão" userId="a7272183b7b4f9fa" providerId="LiveId" clId="{C5A2FD75-C252-4619-88C8-ACAA7B112D69}" dt="2025-08-12T16:21:32.559" v="3599" actId="20577"/>
          <ac:spMkLst>
            <pc:docMk/>
            <pc:sldMk cId="1195363776" sldId="292"/>
            <ac:spMk id="3" creationId="{D6D9D5E0-49F0-CBFC-5F18-1CF5511E7819}"/>
          </ac:spMkLst>
        </pc:spChg>
        <pc:spChg chg="mod">
          <ac:chgData name="Dunfrey Pires Aragão" userId="a7272183b7b4f9fa" providerId="LiveId" clId="{C5A2FD75-C252-4619-88C8-ACAA7B112D69}" dt="2025-08-12T16:14:55.640" v="3511" actId="20577"/>
          <ac:spMkLst>
            <pc:docMk/>
            <pc:sldMk cId="1195363776" sldId="292"/>
            <ac:spMk id="112" creationId="{4C986205-7165-A746-3A20-9ACA34A25F7D}"/>
          </ac:spMkLst>
        </pc:spChg>
        <pc:picChg chg="add mod">
          <ac:chgData name="Dunfrey Pires Aragão" userId="a7272183b7b4f9fa" providerId="LiveId" clId="{C5A2FD75-C252-4619-88C8-ACAA7B112D69}" dt="2025-08-12T16:20:58.359" v="3525" actId="1076"/>
          <ac:picMkLst>
            <pc:docMk/>
            <pc:sldMk cId="1195363776" sldId="292"/>
            <ac:picMk id="5" creationId="{F3F9BB3F-3776-A011-2D04-D7BB37AC37FF}"/>
          </ac:picMkLst>
        </pc:picChg>
        <pc:picChg chg="add mod">
          <ac:chgData name="Dunfrey Pires Aragão" userId="a7272183b7b4f9fa" providerId="LiveId" clId="{C5A2FD75-C252-4619-88C8-ACAA7B112D69}" dt="2025-08-12T16:29:26.500" v="3887" actId="1076"/>
          <ac:picMkLst>
            <pc:docMk/>
            <pc:sldMk cId="1195363776" sldId="292"/>
            <ac:picMk id="8" creationId="{2B9A9E12-AE40-92AE-EF99-B723FCA95EAC}"/>
          </ac:picMkLst>
        </pc:picChg>
      </pc:sldChg>
      <pc:sldChg chg="addSp modSp add mod ord">
        <pc:chgData name="Dunfrey Pires Aragão" userId="a7272183b7b4f9fa" providerId="LiveId" clId="{C5A2FD75-C252-4619-88C8-ACAA7B112D69}" dt="2025-08-14T00:28:58.513" v="4541"/>
        <pc:sldMkLst>
          <pc:docMk/>
          <pc:sldMk cId="427134615" sldId="293"/>
        </pc:sldMkLst>
        <pc:spChg chg="mod">
          <ac:chgData name="Dunfrey Pires Aragão" userId="a7272183b7b4f9fa" providerId="LiveId" clId="{C5A2FD75-C252-4619-88C8-ACAA7B112D69}" dt="2025-08-12T16:29:00.512" v="3883" actId="20577"/>
          <ac:spMkLst>
            <pc:docMk/>
            <pc:sldMk cId="427134615" sldId="293"/>
            <ac:spMk id="6" creationId="{0CFDA52C-ED75-0BB1-E70B-826F8A1CA51F}"/>
          </ac:spMkLst>
        </pc:spChg>
        <pc:spChg chg="mod">
          <ac:chgData name="Dunfrey Pires Aragão" userId="a7272183b7b4f9fa" providerId="LiveId" clId="{C5A2FD75-C252-4619-88C8-ACAA7B112D69}" dt="2025-08-12T16:30:34.438" v="3896" actId="20577"/>
          <ac:spMkLst>
            <pc:docMk/>
            <pc:sldMk cId="427134615" sldId="293"/>
            <ac:spMk id="112" creationId="{83504E63-2CA2-35E3-971C-E499033E2BB6}"/>
          </ac:spMkLst>
        </pc:spChg>
      </pc:sldChg>
      <pc:sldChg chg="addSp delSp modSp add mod ord">
        <pc:chgData name="Dunfrey Pires Aragão" userId="a7272183b7b4f9fa" providerId="LiveId" clId="{C5A2FD75-C252-4619-88C8-ACAA7B112D69}" dt="2025-08-14T00:28:36.648" v="4539"/>
        <pc:sldMkLst>
          <pc:docMk/>
          <pc:sldMk cId="3967285722" sldId="294"/>
        </pc:sldMkLst>
        <pc:spChg chg="add mod">
          <ac:chgData name="Dunfrey Pires Aragão" userId="a7272183b7b4f9fa" providerId="LiveId" clId="{C5A2FD75-C252-4619-88C8-ACAA7B112D69}" dt="2025-08-12T16:30:52.835" v="3900" actId="20577"/>
          <ac:spMkLst>
            <pc:docMk/>
            <pc:sldMk cId="3967285722" sldId="294"/>
            <ac:spMk id="5" creationId="{923260D2-0DF6-0FF7-96D4-C6FA055A03B8}"/>
          </ac:spMkLst>
        </pc:spChg>
        <pc:picChg chg="add mod">
          <ac:chgData name="Dunfrey Pires Aragão" userId="a7272183b7b4f9fa" providerId="LiveId" clId="{C5A2FD75-C252-4619-88C8-ACAA7B112D69}" dt="2025-08-12T16:28:55.661" v="3881" actId="1076"/>
          <ac:picMkLst>
            <pc:docMk/>
            <pc:sldMk cId="3967285722" sldId="294"/>
            <ac:picMk id="3" creationId="{CA18916F-702D-CDB7-3FD6-7189411D7239}"/>
          </ac:picMkLst>
        </pc:picChg>
        <pc:picChg chg="mod">
          <ac:chgData name="Dunfrey Pires Aragão" userId="a7272183b7b4f9fa" providerId="LiveId" clId="{C5A2FD75-C252-4619-88C8-ACAA7B112D69}" dt="2025-08-12T16:28:50.358" v="3879" actId="1076"/>
          <ac:picMkLst>
            <pc:docMk/>
            <pc:sldMk cId="3967285722" sldId="294"/>
            <ac:picMk id="110" creationId="{1B9321A5-7BB6-4CAF-6CFB-91685BB792ED}"/>
          </ac:picMkLst>
        </pc:picChg>
      </pc:sldChg>
      <pc:sldChg chg="addSp delSp modSp add mod ord">
        <pc:chgData name="Dunfrey Pires Aragão" userId="a7272183b7b4f9fa" providerId="LiveId" clId="{C5A2FD75-C252-4619-88C8-ACAA7B112D69}" dt="2025-08-14T00:28:30.502" v="4537"/>
        <pc:sldMkLst>
          <pc:docMk/>
          <pc:sldMk cId="2381364848" sldId="295"/>
        </pc:sldMkLst>
        <pc:spChg chg="add mod">
          <ac:chgData name="Dunfrey Pires Aragão" userId="a7272183b7b4f9fa" providerId="LiveId" clId="{C5A2FD75-C252-4619-88C8-ACAA7B112D69}" dt="2025-08-13T19:00:27.899" v="4204" actId="17032"/>
          <ac:spMkLst>
            <pc:docMk/>
            <pc:sldMk cId="2381364848" sldId="295"/>
            <ac:spMk id="2" creationId="{9E882BB9-7838-55D9-FDE9-97BF950BDEEA}"/>
          </ac:spMkLst>
        </pc:spChg>
        <pc:spChg chg="mod">
          <ac:chgData name="Dunfrey Pires Aragão" userId="a7272183b7b4f9fa" providerId="LiveId" clId="{C5A2FD75-C252-4619-88C8-ACAA7B112D69}" dt="2025-08-12T16:46:52.383" v="4071" actId="20577"/>
          <ac:spMkLst>
            <pc:docMk/>
            <pc:sldMk cId="2381364848" sldId="295"/>
            <ac:spMk id="3" creationId="{3ACD0D55-BAB5-E27D-DD86-C8D049D1A538}"/>
          </ac:spMkLst>
        </pc:spChg>
        <pc:spChg chg="add mod">
          <ac:chgData name="Dunfrey Pires Aragão" userId="a7272183b7b4f9fa" providerId="LiveId" clId="{C5A2FD75-C252-4619-88C8-ACAA7B112D69}" dt="2025-08-13T19:00:01.712" v="4199" actId="20577"/>
          <ac:spMkLst>
            <pc:docMk/>
            <pc:sldMk cId="2381364848" sldId="295"/>
            <ac:spMk id="9" creationId="{21644592-14E7-261B-7A5C-7A563479DFE6}"/>
          </ac:spMkLst>
        </pc:spChg>
        <pc:spChg chg="mod">
          <ac:chgData name="Dunfrey Pires Aragão" userId="a7272183b7b4f9fa" providerId="LiveId" clId="{C5A2FD75-C252-4619-88C8-ACAA7B112D69}" dt="2025-08-12T16:46:15.166" v="3905" actId="20577"/>
          <ac:spMkLst>
            <pc:docMk/>
            <pc:sldMk cId="2381364848" sldId="295"/>
            <ac:spMk id="112" creationId="{BD54C2ED-58A9-8F8B-9384-069BE2150A10}"/>
          </ac:spMkLst>
        </pc:spChg>
        <pc:picChg chg="add mod">
          <ac:chgData name="Dunfrey Pires Aragão" userId="a7272183b7b4f9fa" providerId="LiveId" clId="{C5A2FD75-C252-4619-88C8-ACAA7B112D69}" dt="2025-08-13T19:00:08.411" v="4200" actId="1076"/>
          <ac:picMkLst>
            <pc:docMk/>
            <pc:sldMk cId="2381364848" sldId="295"/>
            <ac:picMk id="4" creationId="{4B409EAB-7A11-C2E6-D3E5-F4199D4EB44F}"/>
          </ac:picMkLst>
        </pc:picChg>
        <pc:picChg chg="add mod ord">
          <ac:chgData name="Dunfrey Pires Aragão" userId="a7272183b7b4f9fa" providerId="LiveId" clId="{C5A2FD75-C252-4619-88C8-ACAA7B112D69}" dt="2025-08-13T19:00:13.929" v="4202" actId="167"/>
          <ac:picMkLst>
            <pc:docMk/>
            <pc:sldMk cId="2381364848" sldId="295"/>
            <ac:picMk id="7" creationId="{2D1B2845-7F64-E466-D840-A4B92F066B8B}"/>
          </ac:picMkLst>
        </pc:picChg>
        <pc:cxnChg chg="add mod">
          <ac:chgData name="Dunfrey Pires Aragão" userId="a7272183b7b4f9fa" providerId="LiveId" clId="{C5A2FD75-C252-4619-88C8-ACAA7B112D69}" dt="2025-08-13T19:00:42.895" v="4206" actId="13822"/>
          <ac:cxnSpMkLst>
            <pc:docMk/>
            <pc:sldMk cId="2381364848" sldId="295"/>
            <ac:cxnSpMk id="6" creationId="{AB96BE0F-D652-43FF-6F99-0217E415B694}"/>
          </ac:cxnSpMkLst>
        </pc:cxnChg>
      </pc:sldChg>
      <pc:sldChg chg="new del">
        <pc:chgData name="Dunfrey Pires Aragão" userId="a7272183b7b4f9fa" providerId="LiveId" clId="{C5A2FD75-C252-4619-88C8-ACAA7B112D69}" dt="2025-08-14T00:12:50" v="4208" actId="47"/>
        <pc:sldMkLst>
          <pc:docMk/>
          <pc:sldMk cId="259556705" sldId="296"/>
        </pc:sldMkLst>
      </pc:sldChg>
      <pc:sldChg chg="addSp modSp add mod">
        <pc:chgData name="Dunfrey Pires Aragão" userId="a7272183b7b4f9fa" providerId="LiveId" clId="{C5A2FD75-C252-4619-88C8-ACAA7B112D69}" dt="2025-08-14T00:20:41.181" v="4533" actId="1076"/>
        <pc:sldMkLst>
          <pc:docMk/>
          <pc:sldMk cId="1102862243" sldId="296"/>
        </pc:sldMkLst>
        <pc:spChg chg="add mod">
          <ac:chgData name="Dunfrey Pires Aragão" userId="a7272183b7b4f9fa" providerId="LiveId" clId="{C5A2FD75-C252-4619-88C8-ACAA7B112D69}" dt="2025-08-14T00:20:23.125" v="4530" actId="1076"/>
          <ac:spMkLst>
            <pc:docMk/>
            <pc:sldMk cId="1102862243" sldId="296"/>
            <ac:spMk id="2" creationId="{492D7BD8-5BFE-BD44-5C04-75F81509C066}"/>
          </ac:spMkLst>
        </pc:spChg>
        <pc:spChg chg="mod">
          <ac:chgData name="Dunfrey Pires Aragão" userId="a7272183b7b4f9fa" providerId="LiveId" clId="{C5A2FD75-C252-4619-88C8-ACAA7B112D69}" dt="2025-08-14T00:19:47.751" v="4487" actId="113"/>
          <ac:spMkLst>
            <pc:docMk/>
            <pc:sldMk cId="1102862243" sldId="296"/>
            <ac:spMk id="6" creationId="{62D3A381-87ED-7C06-A0EA-EB6996E68D4C}"/>
          </ac:spMkLst>
        </pc:spChg>
        <pc:spChg chg="mod">
          <ac:chgData name="Dunfrey Pires Aragão" userId="a7272183b7b4f9fa" providerId="LiveId" clId="{C5A2FD75-C252-4619-88C8-ACAA7B112D69}" dt="2025-08-14T00:13:06.425" v="4224" actId="20577"/>
          <ac:spMkLst>
            <pc:docMk/>
            <pc:sldMk cId="1102862243" sldId="296"/>
            <ac:spMk id="112" creationId="{C3EF5688-2504-D606-C57F-8D4513F9829F}"/>
          </ac:spMkLst>
        </pc:spChg>
        <pc:picChg chg="mod">
          <ac:chgData name="Dunfrey Pires Aragão" userId="a7272183b7b4f9fa" providerId="LiveId" clId="{C5A2FD75-C252-4619-88C8-ACAA7B112D69}" dt="2025-08-14T00:18:01.483" v="4397" actId="1076"/>
          <ac:picMkLst>
            <pc:docMk/>
            <pc:sldMk cId="1102862243" sldId="296"/>
            <ac:picMk id="110" creationId="{EC91AAC8-1681-E755-0DD7-0716CE193B7D}"/>
          </ac:picMkLst>
        </pc:picChg>
        <pc:cxnChg chg="add mod">
          <ac:chgData name="Dunfrey Pires Aragão" userId="a7272183b7b4f9fa" providerId="LiveId" clId="{C5A2FD75-C252-4619-88C8-ACAA7B112D69}" dt="2025-08-14T00:20:41.181" v="4533" actId="1076"/>
          <ac:cxnSpMkLst>
            <pc:docMk/>
            <pc:sldMk cId="1102862243" sldId="296"/>
            <ac:cxnSpMk id="4" creationId="{B8AA8EC5-338E-8426-2A4C-CCCA5F8E419E}"/>
          </ac:cxnSpMkLst>
        </pc:cxnChg>
      </pc:sldChg>
      <pc:sldMasterChg chg="delSldLayout">
        <pc:chgData name="Dunfrey Pires Aragão" userId="a7272183b7b4f9fa" providerId="LiveId" clId="{C5A2FD75-C252-4619-88C8-ACAA7B112D69}" dt="2025-08-14T00:12:50" v="4208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C5A2FD75-C252-4619-88C8-ACAA7B112D69}" dt="2025-08-12T00:00:59.426" v="2428" actId="2696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unfrey Pires Aragão" userId="a7272183b7b4f9fa" providerId="LiveId" clId="{C5A2FD75-C252-4619-88C8-ACAA7B112D69}" dt="2025-08-14T00:12:50" v="4208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Dunfrey Pires Aragão" userId="a7272183b7b4f9fa" providerId="LiveId" clId="{BEBF720F-E34B-4E5A-9A0F-E29D0FE7B0FF}"/>
    <pc:docChg chg="undo redo custSel addSld delSld modSld sldOrd">
      <pc:chgData name="Dunfrey Pires Aragão" userId="a7272183b7b4f9fa" providerId="LiveId" clId="{BEBF720F-E34B-4E5A-9A0F-E29D0FE7B0FF}" dt="2025-08-05T18:34:44.692" v="3157" actId="14100"/>
      <pc:docMkLst>
        <pc:docMk/>
      </pc:docMkLst>
      <pc:sldChg chg="addSp delSp modSp mod modAnim">
        <pc:chgData name="Dunfrey Pires Aragão" userId="a7272183b7b4f9fa" providerId="LiveId" clId="{BEBF720F-E34B-4E5A-9A0F-E29D0FE7B0FF}" dt="2025-08-03T00:26:24.519" v="195" actId="1076"/>
        <pc:sldMkLst>
          <pc:docMk/>
          <pc:sldMk cId="0" sldId="257"/>
        </pc:sldMkLst>
      </pc:sldChg>
      <pc:sldChg chg="addSp modSp del mod ord">
        <pc:chgData name="Dunfrey Pires Aragão" userId="a7272183b7b4f9fa" providerId="LiveId" clId="{BEBF720F-E34B-4E5A-9A0F-E29D0FE7B0FF}" dt="2025-08-04T20:13:42.839" v="1814" actId="47"/>
        <pc:sldMkLst>
          <pc:docMk/>
          <pc:sldMk cId="0" sldId="258"/>
        </pc:sldMkLst>
      </pc:sldChg>
      <pc:sldChg chg="addSp modSp mod">
        <pc:chgData name="Dunfrey Pires Aragão" userId="a7272183b7b4f9fa" providerId="LiveId" clId="{BEBF720F-E34B-4E5A-9A0F-E29D0FE7B0FF}" dt="2025-08-03T23:37:13.899" v="706" actId="1076"/>
        <pc:sldMkLst>
          <pc:docMk/>
          <pc:sldMk cId="0" sldId="259"/>
        </pc:sldMkLst>
      </pc:sldChg>
      <pc:sldChg chg="addSp modSp mod modAnim">
        <pc:chgData name="Dunfrey Pires Aragão" userId="a7272183b7b4f9fa" providerId="LiveId" clId="{BEBF720F-E34B-4E5A-9A0F-E29D0FE7B0FF}" dt="2025-08-03T23:26:12.389" v="615"/>
        <pc:sldMkLst>
          <pc:docMk/>
          <pc:sldMk cId="0" sldId="260"/>
        </pc:sldMkLst>
      </pc:sldChg>
      <pc:sldChg chg="new del">
        <pc:chgData name="Dunfrey Pires Aragão" userId="a7272183b7b4f9fa" providerId="LiveId" clId="{BEBF720F-E34B-4E5A-9A0F-E29D0FE7B0FF}" dt="2025-08-02T19:52:11.856" v="1" actId="2696"/>
        <pc:sldMkLst>
          <pc:docMk/>
          <pc:sldMk cId="1450792625" sldId="262"/>
        </pc:sldMkLst>
      </pc:sldChg>
      <pc:sldChg chg="addSp delSp modSp add mod ord">
        <pc:chgData name="Dunfrey Pires Aragão" userId="a7272183b7b4f9fa" providerId="LiveId" clId="{BEBF720F-E34B-4E5A-9A0F-E29D0FE7B0FF}" dt="2025-08-03T23:37:28.969" v="708"/>
        <pc:sldMkLst>
          <pc:docMk/>
          <pc:sldMk cId="1458883685" sldId="262"/>
        </pc:sldMkLst>
      </pc:sldChg>
      <pc:sldChg chg="addSp modSp add mod modAnim">
        <pc:chgData name="Dunfrey Pires Aragão" userId="a7272183b7b4f9fa" providerId="LiveId" clId="{BEBF720F-E34B-4E5A-9A0F-E29D0FE7B0FF}" dt="2025-08-03T23:36:31.601" v="692"/>
        <pc:sldMkLst>
          <pc:docMk/>
          <pc:sldMk cId="4060919478" sldId="263"/>
        </pc:sldMkLst>
      </pc:sldChg>
      <pc:sldChg chg="addSp delSp modSp add mod ord">
        <pc:chgData name="Dunfrey Pires Aragão" userId="a7272183b7b4f9fa" providerId="LiveId" clId="{BEBF720F-E34B-4E5A-9A0F-E29D0FE7B0FF}" dt="2025-08-03T23:34:30.344" v="682" actId="1076"/>
        <pc:sldMkLst>
          <pc:docMk/>
          <pc:sldMk cId="2480116363" sldId="264"/>
        </pc:sldMkLst>
      </pc:sldChg>
      <pc:sldChg chg="addSp modSp add mod modAnim">
        <pc:chgData name="Dunfrey Pires Aragão" userId="a7272183b7b4f9fa" providerId="LiveId" clId="{BEBF720F-E34B-4E5A-9A0F-E29D0FE7B0FF}" dt="2025-08-03T23:41:13.713" v="766"/>
        <pc:sldMkLst>
          <pc:docMk/>
          <pc:sldMk cId="85031420" sldId="265"/>
        </pc:sldMkLst>
      </pc:sldChg>
      <pc:sldChg chg="addSp delSp modSp add mod modAnim">
        <pc:chgData name="Dunfrey Pires Aragão" userId="a7272183b7b4f9fa" providerId="LiveId" clId="{BEBF720F-E34B-4E5A-9A0F-E29D0FE7B0FF}" dt="2025-08-04T19:22:22.579" v="1619" actId="1076"/>
        <pc:sldMkLst>
          <pc:docMk/>
          <pc:sldMk cId="1611498639" sldId="266"/>
        </pc:sldMkLst>
      </pc:sldChg>
      <pc:sldChg chg="addSp delSp modSp add del mod">
        <pc:chgData name="Dunfrey Pires Aragão" userId="a7272183b7b4f9fa" providerId="LiveId" clId="{BEBF720F-E34B-4E5A-9A0F-E29D0FE7B0FF}" dt="2025-08-04T19:22:01.421" v="1617" actId="47"/>
        <pc:sldMkLst>
          <pc:docMk/>
          <pc:sldMk cId="1595534256" sldId="267"/>
        </pc:sldMkLst>
      </pc:sldChg>
      <pc:sldChg chg="addSp delSp modSp add mod">
        <pc:chgData name="Dunfrey Pires Aragão" userId="a7272183b7b4f9fa" providerId="LiveId" clId="{BEBF720F-E34B-4E5A-9A0F-E29D0FE7B0FF}" dt="2025-08-05T14:47:32.155" v="2832" actId="255"/>
        <pc:sldMkLst>
          <pc:docMk/>
          <pc:sldMk cId="2697673226" sldId="268"/>
        </pc:sldMkLst>
      </pc:sldChg>
      <pc:sldChg chg="new del">
        <pc:chgData name="Dunfrey Pires Aragão" userId="a7272183b7b4f9fa" providerId="LiveId" clId="{BEBF720F-E34B-4E5A-9A0F-E29D0FE7B0FF}" dt="2025-08-03T23:28:28.126" v="617" actId="47"/>
        <pc:sldMkLst>
          <pc:docMk/>
          <pc:sldMk cId="2739562512" sldId="268"/>
        </pc:sldMkLst>
      </pc:sldChg>
      <pc:sldChg chg="addSp delSp modSp add mod modAnim">
        <pc:chgData name="Dunfrey Pires Aragão" userId="a7272183b7b4f9fa" providerId="LiveId" clId="{BEBF720F-E34B-4E5A-9A0F-E29D0FE7B0FF}" dt="2025-08-04T19:34:43.735" v="1813" actId="1038"/>
        <pc:sldMkLst>
          <pc:docMk/>
          <pc:sldMk cId="2316104281" sldId="269"/>
        </pc:sldMkLst>
      </pc:sldChg>
      <pc:sldChg chg="addSp delSp modSp add mod">
        <pc:chgData name="Dunfrey Pires Aragão" userId="a7272183b7b4f9fa" providerId="LiveId" clId="{BEBF720F-E34B-4E5A-9A0F-E29D0FE7B0FF}" dt="2025-08-04T19:04:19.079" v="1555" actId="1076"/>
        <pc:sldMkLst>
          <pc:docMk/>
          <pc:sldMk cId="2115306864" sldId="270"/>
        </pc:sldMkLst>
      </pc:sldChg>
      <pc:sldChg chg="new del">
        <pc:chgData name="Dunfrey Pires Aragão" userId="a7272183b7b4f9fa" providerId="LiveId" clId="{BEBF720F-E34B-4E5A-9A0F-E29D0FE7B0FF}" dt="2025-08-04T20:13:51.259" v="1816" actId="47"/>
        <pc:sldMkLst>
          <pc:docMk/>
          <pc:sldMk cId="2085091797" sldId="271"/>
        </pc:sldMkLst>
      </pc:sldChg>
      <pc:sldChg chg="addSp modSp add mod">
        <pc:chgData name="Dunfrey Pires Aragão" userId="a7272183b7b4f9fa" providerId="LiveId" clId="{BEBF720F-E34B-4E5A-9A0F-E29D0FE7B0FF}" dt="2025-08-05T14:26:52.275" v="2327" actId="14100"/>
        <pc:sldMkLst>
          <pc:docMk/>
          <pc:sldMk cId="2301139209" sldId="271"/>
        </pc:sldMkLst>
        <pc:spChg chg="add mod">
          <ac:chgData name="Dunfrey Pires Aragão" userId="a7272183b7b4f9fa" providerId="LiveId" clId="{BEBF720F-E34B-4E5A-9A0F-E29D0FE7B0FF}" dt="2025-08-05T14:26:52.275" v="2327" actId="14100"/>
          <ac:spMkLst>
            <pc:docMk/>
            <pc:sldMk cId="2301139209" sldId="271"/>
            <ac:spMk id="2" creationId="{FD56A097-2041-413F-3ADA-6E936926C492}"/>
          </ac:spMkLst>
        </pc:spChg>
        <pc:spChg chg="mod">
          <ac:chgData name="Dunfrey Pires Aragão" userId="a7272183b7b4f9fa" providerId="LiveId" clId="{BEBF720F-E34B-4E5A-9A0F-E29D0FE7B0FF}" dt="2025-08-05T13:55:33.555" v="2100" actId="1036"/>
          <ac:spMkLst>
            <pc:docMk/>
            <pc:sldMk cId="2301139209" sldId="271"/>
            <ac:spMk id="112" creationId="{B94B1942-751C-50E3-D77B-0F9648C11B3F}"/>
          </ac:spMkLst>
        </pc:spChg>
      </pc:sldChg>
      <pc:sldChg chg="addSp modSp add mod">
        <pc:chgData name="Dunfrey Pires Aragão" userId="a7272183b7b4f9fa" providerId="LiveId" clId="{BEBF720F-E34B-4E5A-9A0F-E29D0FE7B0FF}" dt="2025-08-05T14:34:37.699" v="2566" actId="1076"/>
        <pc:sldMkLst>
          <pc:docMk/>
          <pc:sldMk cId="2693772875" sldId="272"/>
        </pc:sldMkLst>
        <pc:spChg chg="mod">
          <ac:chgData name="Dunfrey Pires Aragão" userId="a7272183b7b4f9fa" providerId="LiveId" clId="{BEBF720F-E34B-4E5A-9A0F-E29D0FE7B0FF}" dt="2025-08-05T14:27:50.354" v="2341" actId="20577"/>
          <ac:spMkLst>
            <pc:docMk/>
            <pc:sldMk cId="2693772875" sldId="272"/>
            <ac:spMk id="112" creationId="{BE948C0D-5CF7-1E55-F219-F6129DAB92D5}"/>
          </ac:spMkLst>
        </pc:spChg>
        <pc:picChg chg="mod">
          <ac:chgData name="Dunfrey Pires Aragão" userId="a7272183b7b4f9fa" providerId="LiveId" clId="{BEBF720F-E34B-4E5A-9A0F-E29D0FE7B0FF}" dt="2025-08-05T14:27:45.677" v="2330" actId="1076"/>
          <ac:picMkLst>
            <pc:docMk/>
            <pc:sldMk cId="2693772875" sldId="272"/>
            <ac:picMk id="110" creationId="{2874A6B9-94B0-057E-B30C-C9ADD914F5B7}"/>
          </ac:picMkLst>
        </pc:picChg>
        <pc:picChg chg="mod">
          <ac:chgData name="Dunfrey Pires Aragão" userId="a7272183b7b4f9fa" providerId="LiveId" clId="{BEBF720F-E34B-4E5A-9A0F-E29D0FE7B0FF}" dt="2025-08-05T14:27:46.082" v="2331" actId="1076"/>
          <ac:picMkLst>
            <pc:docMk/>
            <pc:sldMk cId="2693772875" sldId="272"/>
            <ac:picMk id="111" creationId="{5EBA16AA-4218-1A8E-6D6D-B0ED6BC05053}"/>
          </ac:picMkLst>
        </pc:picChg>
      </pc:sldChg>
      <pc:sldChg chg="addSp delSp modSp add mod">
        <pc:chgData name="Dunfrey Pires Aragão" userId="a7272183b7b4f9fa" providerId="LiveId" clId="{BEBF720F-E34B-4E5A-9A0F-E29D0FE7B0FF}" dt="2025-08-05T14:36:10.462" v="2616" actId="12"/>
        <pc:sldMkLst>
          <pc:docMk/>
          <pc:sldMk cId="872432489" sldId="273"/>
        </pc:sldMkLst>
      </pc:sldChg>
      <pc:sldChg chg="addSp modSp add mod">
        <pc:chgData name="Dunfrey Pires Aragão" userId="a7272183b7b4f9fa" providerId="LiveId" clId="{BEBF720F-E34B-4E5A-9A0F-E29D0FE7B0FF}" dt="2025-08-05T15:38:07.010" v="2930" actId="167"/>
        <pc:sldMkLst>
          <pc:docMk/>
          <pc:sldMk cId="2941323628" sldId="274"/>
        </pc:sldMkLst>
      </pc:sldChg>
      <pc:sldChg chg="delSp modSp add del mod">
        <pc:chgData name="Dunfrey Pires Aragão" userId="a7272183b7b4f9fa" providerId="LiveId" clId="{BEBF720F-E34B-4E5A-9A0F-E29D0FE7B0FF}" dt="2025-08-05T14:41:46.260" v="2730" actId="1076"/>
        <pc:sldMkLst>
          <pc:docMk/>
          <pc:sldMk cId="1906933139" sldId="275"/>
        </pc:sldMkLst>
      </pc:sldChg>
      <pc:sldChg chg="addSp modSp add mod ord">
        <pc:chgData name="Dunfrey Pires Aragão" userId="a7272183b7b4f9fa" providerId="LiveId" clId="{BEBF720F-E34B-4E5A-9A0F-E29D0FE7B0FF}" dt="2025-08-05T14:38:25.112" v="2687" actId="20577"/>
        <pc:sldMkLst>
          <pc:docMk/>
          <pc:sldMk cId="2610903633" sldId="276"/>
        </pc:sldMkLst>
        <pc:spChg chg="add mod">
          <ac:chgData name="Dunfrey Pires Aragão" userId="a7272183b7b4f9fa" providerId="LiveId" clId="{BEBF720F-E34B-4E5A-9A0F-E29D0FE7B0FF}" dt="2025-08-05T14:38:25.112" v="2687" actId="20577"/>
          <ac:spMkLst>
            <pc:docMk/>
            <pc:sldMk cId="2610903633" sldId="276"/>
            <ac:spMk id="2" creationId="{8F76F0C3-6EB1-6E9E-A307-893154DACDAB}"/>
          </ac:spMkLst>
        </pc:spChg>
        <pc:spChg chg="mod">
          <ac:chgData name="Dunfrey Pires Aragão" userId="a7272183b7b4f9fa" providerId="LiveId" clId="{BEBF720F-E34B-4E5A-9A0F-E29D0FE7B0FF}" dt="2025-08-04T20:14:31.190" v="1848" actId="1076"/>
          <ac:spMkLst>
            <pc:docMk/>
            <pc:sldMk cId="2610903633" sldId="276"/>
            <ac:spMk id="112" creationId="{F54BDA4E-1100-A28F-648E-8473B60B1ADD}"/>
          </ac:spMkLst>
        </pc:spChg>
      </pc:sldChg>
      <pc:sldChg chg="addSp modSp add mod">
        <pc:chgData name="Dunfrey Pires Aragão" userId="a7272183b7b4f9fa" providerId="LiveId" clId="{BEBF720F-E34B-4E5A-9A0F-E29D0FE7B0FF}" dt="2025-08-05T17:28:47.324" v="2997"/>
        <pc:sldMkLst>
          <pc:docMk/>
          <pc:sldMk cId="513384730" sldId="277"/>
        </pc:sldMkLst>
      </pc:sldChg>
      <pc:sldChg chg="new del">
        <pc:chgData name="Dunfrey Pires Aragão" userId="a7272183b7b4f9fa" providerId="LiveId" clId="{BEBF720F-E34B-4E5A-9A0F-E29D0FE7B0FF}" dt="2025-08-05T15:45:04.082" v="2932" actId="680"/>
        <pc:sldMkLst>
          <pc:docMk/>
          <pc:sldMk cId="3280849938" sldId="277"/>
        </pc:sldMkLst>
      </pc:sldChg>
      <pc:sldChg chg="addSp delSp modSp add mod">
        <pc:chgData name="Dunfrey Pires Aragão" userId="a7272183b7b4f9fa" providerId="LiveId" clId="{BEBF720F-E34B-4E5A-9A0F-E29D0FE7B0FF}" dt="2025-08-05T17:39:46.146" v="3023" actId="14100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BEBF720F-E34B-4E5A-9A0F-E29D0FE7B0FF}" dt="2025-08-05T17:42:55.307" v="3036" actId="1076"/>
        <pc:sldMkLst>
          <pc:docMk/>
          <pc:sldMk cId="4276310836" sldId="279"/>
        </pc:sldMkLst>
      </pc:sldChg>
      <pc:sldChg chg="addSp delSp modSp add mod">
        <pc:chgData name="Dunfrey Pires Aragão" userId="a7272183b7b4f9fa" providerId="LiveId" clId="{BEBF720F-E34B-4E5A-9A0F-E29D0FE7B0FF}" dt="2025-08-05T18:31:02.711" v="3137" actId="1076"/>
        <pc:sldMkLst>
          <pc:docMk/>
          <pc:sldMk cId="833210588" sldId="280"/>
        </pc:sldMkLst>
      </pc:sldChg>
      <pc:sldChg chg="new del">
        <pc:chgData name="Dunfrey Pires Aragão" userId="a7272183b7b4f9fa" providerId="LiveId" clId="{BEBF720F-E34B-4E5A-9A0F-E29D0FE7B0FF}" dt="2025-08-05T18:32:41.638" v="3140" actId="47"/>
        <pc:sldMkLst>
          <pc:docMk/>
          <pc:sldMk cId="3312444262" sldId="281"/>
        </pc:sldMkLst>
      </pc:sldChg>
      <pc:sldChg chg="addSp delSp modSp add mod">
        <pc:chgData name="Dunfrey Pires Aragão" userId="a7272183b7b4f9fa" providerId="LiveId" clId="{BEBF720F-E34B-4E5A-9A0F-E29D0FE7B0FF}" dt="2025-08-05T18:34:44.692" v="3157" actId="14100"/>
        <pc:sldMkLst>
          <pc:docMk/>
          <pc:sldMk cId="2037166137" sldId="282"/>
        </pc:sldMkLst>
      </pc:sldChg>
      <pc:sldChg chg="add del">
        <pc:chgData name="Dunfrey Pires Aragão" userId="a7272183b7b4f9fa" providerId="LiveId" clId="{BEBF720F-E34B-4E5A-9A0F-E29D0FE7B0FF}" dt="2025-08-05T18:32:54.693" v="3144"/>
        <pc:sldMkLst>
          <pc:docMk/>
          <pc:sldMk cId="224136690" sldId="283"/>
        </pc:sldMkLst>
      </pc:sldChg>
      <pc:sldMasterChg chg="delSldLayout">
        <pc:chgData name="Dunfrey Pires Aragão" userId="a7272183b7b4f9fa" providerId="LiveId" clId="{BEBF720F-E34B-4E5A-9A0F-E29D0FE7B0FF}" dt="2025-08-05T18:32:41.638" v="3140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BEBF720F-E34B-4E5A-9A0F-E29D0FE7B0FF}" dt="2025-08-02T19:52:11.856" v="1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unfrey Pires Aragão" userId="a7272183b7b4f9fa" providerId="LiveId" clId="{BEBF720F-E34B-4E5A-9A0F-E29D0FE7B0FF}" dt="2025-08-03T23:28:28.126" v="617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unfrey Pires Aragão" userId="a7272183b7b4f9fa" providerId="LiveId" clId="{BEBF720F-E34B-4E5A-9A0F-E29D0FE7B0FF}" dt="2025-08-04T20:13:51.259" v="1816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unfrey Pires Aragão" userId="a7272183b7b4f9fa" providerId="LiveId" clId="{BEBF720F-E34B-4E5A-9A0F-E29D0FE7B0FF}" dt="2025-08-05T18:32:41.638" v="3140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C5A8224-9CF5-44E9-87B5-179A95EB0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77FF477-3826-54F0-788A-2F862FFDF2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77B6673-1511-0095-B5B7-031E7591B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5504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07B748C-E04E-BB0A-42FE-333B7070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CAAFBF7-BA1F-D959-5A47-6F830A15F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1ABC256-27B5-66C7-D760-D6B69109C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4020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D9B4B3-7E80-A623-0406-18A36914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C1F7C58-6AA1-2D81-B988-CE0251C01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C1CC9A8-6FFE-305F-D9E5-2E9CE87DF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803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2B80903-0806-C53C-6CD9-BAE788CD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C372C9C-D609-32F9-39D5-61B2E4ECAF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8575873-FE7C-DEB7-5799-35796357A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9201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8BD2D39-8FC0-5668-6857-4C44AB0B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4BA93042-3E8A-868E-1DD5-448FE1726E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DA1D303-9CCA-EEB1-5097-019EC20DF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9962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631D14B-9027-8F58-469E-311034B70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B268E3E-D24C-5C4F-45F6-14B5D86886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A1327A95-5445-4AD6-B653-A4D8738534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8165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A4C0901-FCEE-6881-7A8E-48408A782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F53C0FE-F8DF-6F0E-3CCA-6C9D8DD08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0CA5786-176E-BD1D-5353-19A9DE364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3790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1235-7298-6A10-1459-BBCEAC72F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0650F01-256E-1A74-1DDB-6ADF5DB3C6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E371AF9A-113F-298B-0460-F34DBD1CC9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1787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3154DA4-D0AD-6A2B-8969-95F3A7A87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3C589817-F55D-DB56-4772-D313740BF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5249172-7973-2EA8-0575-B0583C1F9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36544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A6A3A84-01C7-BC8F-4968-FC2F21F5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49D07153-BD2F-84F4-2C84-8362C9C84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F2D78E0-1FB3-A43F-DCCF-467216A24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3340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85A35E6-1AC8-A7B8-1003-E5C81777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4693D0D-CE47-B53F-3EFB-6FED42F42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DD4BD26-5EF3-4971-1560-033CCDF4FE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9120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1299FFB-8526-FD64-7707-F79F0BD3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3DF0575-842E-F86E-AC09-432402226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F316161-83FE-4FDD-1057-EB38F4B62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5321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57D3180-AC7E-07EF-4F33-A7E7864BD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850D268-E19B-2F4F-B282-E83D28C0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E11CFA92-F8E4-F19B-CEB6-95B452E40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7984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F96CA-3E35-3882-A49B-6B11A4B0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C57CC57F-4483-6D04-906A-32824EA4F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5FF1FBE-2F09-1E52-78CF-13FCFD5CB3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82938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C0820A3-94B5-E73F-6C0A-1D520F466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9163AB47-C9D4-15A2-8989-7C1FA6A26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0936F81-F039-6B7B-E98E-19F8551CA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9395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3960AD0-428A-33D5-2CBC-942EC563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6CFE874-B8FE-81AF-B917-71B92F592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7EEDB2A-B52D-CAD7-FB99-9E3C726CA5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2186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721B919-5B3B-DEA9-A7AE-55A61B129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4549BA12-0891-AE1C-DC2F-DDFFD1C35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2F16486-BEF4-6C9C-92B1-B4679460C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0088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258A04E-3700-87DC-C094-D344FA0A5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C895F756-B508-3B0E-485E-68B27117E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2D939EF8-A043-2842-763B-BC5FB407D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3415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3883659-1F03-289C-42F3-0D79458E1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5F24F80-6F4B-521C-DA42-2B9DB7A55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B662505-2094-234B-1EA7-C3A313ABA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00999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B76D6D1-E5D1-5D6C-58A8-AB0D66D6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D27F219-5BAC-4677-BECB-E0E1411D6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445DFE3B-291E-1B29-3E90-DE42877AF8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71871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355CE6-50CC-3691-2AB7-5221D890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1B50AA6F-817A-2613-C172-0951D9343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DD48402-DA8E-45E3-7BEB-FE529E716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82884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3B1CC4C-A360-0D36-452A-1A21B22C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97E50EF-C6FF-C06F-421A-82429C4AA0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AD90D74-7881-BDD0-CD20-057E4B4D50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54BDA4E-1100-A28F-648E-8473B60B1ADD}"/>
              </a:ext>
            </a:extLst>
          </p:cNvPr>
          <p:cNvSpPr txBox="1"/>
          <p:nvPr/>
        </p:nvSpPr>
        <p:spPr>
          <a:xfrm>
            <a:off x="2100561" y="1056193"/>
            <a:ext cx="544093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FORMAÇÃO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FRONT-END REACT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F76F0C3-6EB1-6E9E-A307-893154DACDAB}"/>
              </a:ext>
            </a:extLst>
          </p:cNvPr>
          <p:cNvSpPr txBox="1"/>
          <p:nvPr/>
        </p:nvSpPr>
        <p:spPr>
          <a:xfrm>
            <a:off x="1678675" y="2961564"/>
            <a:ext cx="88264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Montserrat" panose="00000500000000000000" pitchFamily="2" charset="0"/>
              </a:rPr>
              <a:t>Lógica</a:t>
            </a:r>
            <a:r>
              <a:rPr lang="en-US" sz="3200" dirty="0">
                <a:latin typeface="Montserrat" panose="00000500000000000000" pitchFamily="2" charset="0"/>
              </a:rPr>
              <a:t> de </a:t>
            </a:r>
            <a:r>
              <a:rPr lang="en-US" sz="3200" dirty="0" err="1">
                <a:latin typeface="Montserrat" panose="00000500000000000000" pitchFamily="2" charset="0"/>
              </a:rPr>
              <a:t>Programação</a:t>
            </a:r>
            <a:r>
              <a:rPr lang="en-US" sz="3200" dirty="0">
                <a:latin typeface="Montserrat" panose="00000500000000000000" pitchFamily="2" charset="0"/>
              </a:rPr>
              <a:t> com JavaScript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903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84151B1-138F-4A55-3B43-B98969E0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43B93A2-4F37-667D-89CB-8AA63AF098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928A9DB1-5FD0-7E92-6DD4-4723A5AB8D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94B1942-751C-50E3-D77B-0F9648C11B3F}"/>
              </a:ext>
            </a:extLst>
          </p:cNvPr>
          <p:cNvSpPr txBox="1"/>
          <p:nvPr/>
        </p:nvSpPr>
        <p:spPr>
          <a:xfrm>
            <a:off x="2086913" y="1051511"/>
            <a:ext cx="44503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O que é JavaScript e NodeJS?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D56A097-2041-413F-3ADA-6E936926C492}"/>
              </a:ext>
            </a:extLst>
          </p:cNvPr>
          <p:cNvSpPr txBox="1"/>
          <p:nvPr/>
        </p:nvSpPr>
        <p:spPr>
          <a:xfrm>
            <a:off x="1678675" y="2961564"/>
            <a:ext cx="132246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</a:rPr>
              <a:t>JavaScript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Montserrat" panose="00000500000000000000" pitchFamily="2" charset="0"/>
              </a:rPr>
              <a:t>Interpretada</a:t>
            </a:r>
            <a:endParaRPr lang="en-US" sz="3200" dirty="0">
              <a:latin typeface="Montserrat" panose="00000500000000000000" pitchFamily="2" charset="0"/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</a:rPr>
              <a:t>Client Side</a:t>
            </a:r>
          </a:p>
          <a:p>
            <a:endParaRPr lang="en-US" sz="3200" dirty="0">
              <a:latin typeface="Montserrat" panose="00000500000000000000" pitchFamily="2" charset="0"/>
            </a:endParaRPr>
          </a:p>
          <a:p>
            <a:r>
              <a:rPr lang="en-US" sz="3200" dirty="0">
                <a:latin typeface="Montserrat" panose="00000500000000000000" pitchFamily="2" charset="0"/>
              </a:rPr>
              <a:t>NodeJS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</a:rPr>
              <a:t>JS Server Side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Montserrat" panose="00000500000000000000" pitchFamily="2" charset="0"/>
              </a:rPr>
              <a:t>Execução</a:t>
            </a:r>
            <a:r>
              <a:rPr lang="en-US" sz="3200" dirty="0">
                <a:latin typeface="Montserrat" panose="00000500000000000000" pitchFamily="2" charset="0"/>
              </a:rPr>
              <a:t> de </a:t>
            </a:r>
            <a:r>
              <a:rPr lang="en-US" sz="3200" dirty="0" err="1">
                <a:latin typeface="Montserrat" panose="00000500000000000000" pitchFamily="2" charset="0"/>
              </a:rPr>
              <a:t>requisições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em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SingleThread</a:t>
            </a:r>
            <a:endParaRPr lang="en-US" sz="3200" dirty="0">
              <a:latin typeface="Montserrat" panose="00000500000000000000" pitchFamily="2" charset="0"/>
            </a:endParaRPr>
          </a:p>
          <a:p>
            <a:pPr marL="457200" lvl="2" indent="-457200">
              <a:buFont typeface="Arial" panose="020B0604020202020204" pitchFamily="34" charset="0"/>
              <a:buChar char="•"/>
            </a:pPr>
            <a:endParaRPr lang="en-US" sz="3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13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88D422C-F617-B941-6C5C-FF3C78C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874A6B9-94B0-057E-B30C-C9ADD914F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EBA16AA-4218-1A8E-6D6D-B0ED6BC050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E948C0D-5CF7-1E55-F219-F6129DAB92D5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AFA6B6-31A9-38C5-4A6A-6E56C623DAEB}"/>
              </a:ext>
            </a:extLst>
          </p:cNvPr>
          <p:cNvSpPr txBox="1"/>
          <p:nvPr/>
        </p:nvSpPr>
        <p:spPr>
          <a:xfrm>
            <a:off x="1187356" y="2336236"/>
            <a:ext cx="12183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Pergunte</a:t>
            </a:r>
            <a:r>
              <a:rPr lang="en-US" sz="2800" dirty="0">
                <a:latin typeface="Montserrat" panose="00000500000000000000" pitchFamily="2" charset="0"/>
              </a:rPr>
              <a:t> o </a:t>
            </a:r>
            <a:r>
              <a:rPr lang="en-US" sz="2800" dirty="0" err="1">
                <a:latin typeface="Montserrat" panose="00000500000000000000" pitchFamily="2" charset="0"/>
              </a:rPr>
              <a:t>nome</a:t>
            </a:r>
            <a:r>
              <a:rPr lang="en-US" sz="2800" dirty="0">
                <a:latin typeface="Montserrat" panose="00000500000000000000" pitchFamily="2" charset="0"/>
              </a:rPr>
              <a:t> do </a:t>
            </a:r>
            <a:r>
              <a:rPr lang="en-US" sz="2800" dirty="0" err="1">
                <a:latin typeface="Montserrat" panose="00000500000000000000" pitchFamily="2" charset="0"/>
              </a:rPr>
              <a:t>usuário</a:t>
            </a:r>
            <a:r>
              <a:rPr lang="en-US" sz="2800" dirty="0">
                <a:latin typeface="Montserrat" panose="00000500000000000000" pitchFamily="2" charset="0"/>
              </a:rPr>
              <a:t> e </a:t>
            </a:r>
            <a:r>
              <a:rPr lang="en-US" sz="2800" dirty="0" err="1">
                <a:latin typeface="Montserrat" panose="00000500000000000000" pitchFamily="2" charset="0"/>
              </a:rPr>
              <a:t>mostrar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mensagem</a:t>
            </a:r>
            <a:r>
              <a:rPr lang="en-US" sz="2800" dirty="0">
                <a:latin typeface="Montserrat" panose="00000500000000000000" pitchFamily="2" charset="0"/>
              </a:rPr>
              <a:t> de boas-</a:t>
            </a:r>
            <a:r>
              <a:rPr lang="en-US" sz="2800" dirty="0" err="1">
                <a:latin typeface="Montserrat" panose="00000500000000000000" pitchFamily="2" charset="0"/>
              </a:rPr>
              <a:t>vindas</a:t>
            </a:r>
            <a:endParaRPr lang="pt-BR" sz="2800" dirty="0">
              <a:latin typeface="Montserrat" panose="00000500000000000000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F451A7-B8B8-DBDE-AAFA-BA3A33447B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33"/>
          <a:stretch>
            <a:fillRect/>
          </a:stretch>
        </p:blipFill>
        <p:spPr>
          <a:xfrm>
            <a:off x="1614577" y="3128050"/>
            <a:ext cx="6223860" cy="273669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237751A-2145-23FC-E149-9C3D84C3E1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50" r="4276"/>
          <a:stretch>
            <a:fillRect/>
          </a:stretch>
        </p:blipFill>
        <p:spPr>
          <a:xfrm>
            <a:off x="1614577" y="5878708"/>
            <a:ext cx="6223860" cy="278667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C81C6E9-9C4B-EB66-AA07-9FCD2E9833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1820" y="4670694"/>
            <a:ext cx="5960735" cy="2124371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1907F9D0-5F07-50F8-1B0A-D95FE43A306E}"/>
              </a:ext>
            </a:extLst>
          </p:cNvPr>
          <p:cNvSpPr/>
          <p:nvPr/>
        </p:nvSpPr>
        <p:spPr>
          <a:xfrm>
            <a:off x="9187388" y="5032209"/>
            <a:ext cx="1130225" cy="1041117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77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B73F816-643F-2A7A-D4A3-D1449D24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92DEE0B-0925-3411-46E7-B2B0BD2737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116CFEEE-9BE1-C416-2376-81AF38E015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DB580C7-CFA3-9B00-1968-1A364314B3A3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Variáveis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006E26-8E81-5D87-CB82-E98637495BAD}"/>
              </a:ext>
            </a:extLst>
          </p:cNvPr>
          <p:cNvSpPr txBox="1"/>
          <p:nvPr/>
        </p:nvSpPr>
        <p:spPr>
          <a:xfrm>
            <a:off x="676341" y="2942898"/>
            <a:ext cx="620733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Pedaços</a:t>
            </a:r>
            <a:r>
              <a:rPr lang="en-US" sz="2800" dirty="0">
                <a:latin typeface="Montserrat" panose="00000500000000000000" pitchFamily="2" charset="0"/>
              </a:rPr>
              <a:t> de </a:t>
            </a:r>
            <a:r>
              <a:rPr lang="en-US" sz="2800" dirty="0" err="1">
                <a:latin typeface="Montserrat" panose="00000500000000000000" pitchFamily="2" charset="0"/>
              </a:rPr>
              <a:t>memória</a:t>
            </a:r>
            <a:endParaRPr lang="en-US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Tem um </a:t>
            </a:r>
            <a:r>
              <a:rPr lang="en-US" sz="2800" dirty="0" err="1">
                <a:latin typeface="Montserrat" panose="00000500000000000000" pitchFamily="2" charset="0"/>
              </a:rPr>
              <a:t>nome</a:t>
            </a:r>
            <a:endParaRPr lang="en-US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Podemos </a:t>
            </a:r>
            <a:r>
              <a:rPr lang="en-US" sz="2800" dirty="0" err="1">
                <a:latin typeface="Montserrat" panose="00000500000000000000" pitchFamily="2" charset="0"/>
              </a:rPr>
              <a:t>preencher</a:t>
            </a:r>
            <a:r>
              <a:rPr lang="en-US" sz="2800" dirty="0">
                <a:latin typeface="Montserrat" panose="00000500000000000000" pitchFamily="2" charset="0"/>
              </a:rPr>
              <a:t> um valor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Consultamos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quando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necessário</a:t>
            </a:r>
            <a:endParaRPr lang="en-US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Montserrat" panose="00000500000000000000" pitchFamily="2" charset="0"/>
            </a:endParaRPr>
          </a:p>
          <a:p>
            <a:r>
              <a:rPr lang="en-US" sz="2800" b="1" dirty="0">
                <a:latin typeface="Montserrat" panose="00000500000000000000" pitchFamily="2" charset="0"/>
              </a:rPr>
              <a:t>Analogia</a:t>
            </a:r>
            <a:r>
              <a:rPr lang="en-US" sz="2800" dirty="0">
                <a:latin typeface="Montserrat" panose="00000500000000000000" pitchFamily="2" charset="0"/>
              </a:rPr>
              <a:t>: o </a:t>
            </a:r>
            <a:r>
              <a:rPr lang="en-US" sz="2800" dirty="0" err="1">
                <a:latin typeface="Montserrat" panose="00000500000000000000" pitchFamily="2" charset="0"/>
              </a:rPr>
              <a:t>tamanho</a:t>
            </a:r>
            <a:r>
              <a:rPr lang="en-US" sz="2800" dirty="0">
                <a:latin typeface="Montserrat" panose="00000500000000000000" pitchFamily="2" charset="0"/>
              </a:rPr>
              <a:t> da </a:t>
            </a:r>
            <a:r>
              <a:rPr lang="en-US" sz="2800" dirty="0" err="1">
                <a:latin typeface="Montserrat" panose="00000500000000000000" pitchFamily="2" charset="0"/>
              </a:rPr>
              <a:t>caixa</a:t>
            </a:r>
            <a:r>
              <a:rPr lang="en-US" sz="2800" dirty="0">
                <a:latin typeface="Montserrat" panose="00000500000000000000" pitchFamily="2" charset="0"/>
              </a:rPr>
              <a:t> é o </a:t>
            </a:r>
            <a:r>
              <a:rPr lang="en-US" sz="2800" dirty="0" err="1">
                <a:latin typeface="Montserrat" panose="00000500000000000000" pitchFamily="2" charset="0"/>
              </a:rPr>
              <a:t>tamanho</a:t>
            </a:r>
            <a:r>
              <a:rPr lang="en-US" sz="2800" dirty="0">
                <a:latin typeface="Montserrat" panose="00000500000000000000" pitchFamily="2" charset="0"/>
              </a:rPr>
              <a:t> do </a:t>
            </a:r>
            <a:r>
              <a:rPr lang="en-US" sz="2800" dirty="0" err="1">
                <a:latin typeface="Montserrat" panose="00000500000000000000" pitchFamily="2" charset="0"/>
              </a:rPr>
              <a:t>quanto</a:t>
            </a:r>
            <a:r>
              <a:rPr lang="en-US" sz="2800" dirty="0">
                <a:latin typeface="Montserrat" panose="00000500000000000000" pitchFamily="2" charset="0"/>
              </a:rPr>
              <a:t> é </a:t>
            </a:r>
            <a:r>
              <a:rPr lang="en-US" sz="2800" dirty="0" err="1">
                <a:latin typeface="Montserrat" panose="00000500000000000000" pitchFamily="2" charset="0"/>
              </a:rPr>
              <a:t>ocupado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memória</a:t>
            </a:r>
            <a:endParaRPr lang="en-US" sz="2800" dirty="0">
              <a:latin typeface="Montserrat" panose="00000500000000000000" pitchFamily="2" charset="0"/>
            </a:endParaRPr>
          </a:p>
        </p:txBody>
      </p:sp>
      <p:pic>
        <p:nvPicPr>
          <p:cNvPr id="1026" name="Picture 2" descr="Caixas de Papelão - Dabliogê">
            <a:extLst>
              <a:ext uri="{FF2B5EF4-FFF2-40B4-BE49-F238E27FC236}">
                <a16:creationId xmlns:a16="http://schemas.microsoft.com/office/drawing/2014/main" id="{5BC03BF5-5484-B68C-FFCD-C0A7FB19E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016" y="3128050"/>
            <a:ext cx="5652454" cy="377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E8E4718-F951-F7EA-5EF9-0B9F5281A5FD}"/>
              </a:ext>
            </a:extLst>
          </p:cNvPr>
          <p:cNvSpPr txBox="1"/>
          <p:nvPr/>
        </p:nvSpPr>
        <p:spPr>
          <a:xfrm>
            <a:off x="7412595" y="6901572"/>
            <a:ext cx="6772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Bahnschrift SemiBold SemiConden" panose="020B0502040204020203" pitchFamily="34" charset="0"/>
              </a:rPr>
              <a:t>Podem</a:t>
            </a:r>
            <a:r>
              <a:rPr lang="en-US" sz="2800" dirty="0">
                <a:latin typeface="Bahnschrift SemiBold SemiConden" panose="020B0502040204020203" pitchFamily="34" charset="0"/>
              </a:rPr>
              <a:t> ser de </a:t>
            </a:r>
            <a:r>
              <a:rPr lang="en-US" sz="2800" dirty="0" err="1">
                <a:latin typeface="Bahnschrift SemiBold SemiConden" panose="020B0502040204020203" pitchFamily="34" charset="0"/>
              </a:rPr>
              <a:t>diversos</a:t>
            </a:r>
            <a:r>
              <a:rPr lang="en-US" sz="2800" dirty="0">
                <a:latin typeface="Bahnschrift SemiBold SemiConden" panose="020B0502040204020203" pitchFamily="34" charset="0"/>
              </a:rPr>
              <a:t> </a:t>
            </a:r>
            <a:r>
              <a:rPr lang="en-US" sz="2800" dirty="0" err="1">
                <a:latin typeface="Bahnschrift SemiBold SemiConden" panose="020B0502040204020203" pitchFamily="34" charset="0"/>
              </a:rPr>
              <a:t>tamanhos</a:t>
            </a:r>
            <a:r>
              <a:rPr lang="en-US" sz="2800" dirty="0">
                <a:latin typeface="Bahnschrift SemiBold SemiConden" panose="020B0502040204020203" pitchFamily="34" charset="0"/>
              </a:rPr>
              <a:t> e </a:t>
            </a:r>
            <a:r>
              <a:rPr lang="en-US" sz="2800" dirty="0" err="1">
                <a:latin typeface="Bahnschrift SemiBold SemiConden" panose="020B0502040204020203" pitchFamily="34" charset="0"/>
              </a:rPr>
              <a:t>servem</a:t>
            </a:r>
            <a:r>
              <a:rPr lang="en-US" sz="2800" dirty="0">
                <a:latin typeface="Bahnschrift SemiBold SemiConden" panose="020B0502040204020203" pitchFamily="34" charset="0"/>
              </a:rPr>
              <a:t> para </a:t>
            </a:r>
            <a:r>
              <a:rPr lang="en-US" sz="2800" dirty="0" err="1">
                <a:latin typeface="Bahnschrift SemiBold SemiConden" panose="020B0502040204020203" pitchFamily="34" charset="0"/>
              </a:rPr>
              <a:t>guardar</a:t>
            </a:r>
            <a:r>
              <a:rPr lang="en-US" sz="2800" dirty="0">
                <a:latin typeface="Bahnschrift SemiBold SemiConden" panose="020B0502040204020203" pitchFamily="34" charset="0"/>
              </a:rPr>
              <a:t> </a:t>
            </a:r>
            <a:r>
              <a:rPr lang="en-US" sz="2800" u="sng" dirty="0" err="1">
                <a:solidFill>
                  <a:srgbClr val="70BE44"/>
                </a:solidFill>
                <a:latin typeface="Bahnschrift SemiBold SemiConden" panose="020B0502040204020203" pitchFamily="34" charset="0"/>
              </a:rPr>
              <a:t>determinados</a:t>
            </a:r>
            <a:r>
              <a:rPr lang="en-US" sz="2800" u="sng" dirty="0">
                <a:solidFill>
                  <a:srgbClr val="70BE44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800" u="sng" dirty="0" err="1">
                <a:solidFill>
                  <a:srgbClr val="70BE44"/>
                </a:solidFill>
                <a:latin typeface="Bahnschrift SemiBold SemiConden" panose="020B0502040204020203" pitchFamily="34" charset="0"/>
              </a:rPr>
              <a:t>tipos</a:t>
            </a:r>
            <a:r>
              <a:rPr lang="en-US" sz="2800" u="sng" dirty="0">
                <a:solidFill>
                  <a:srgbClr val="70BE44"/>
                </a:solidFill>
                <a:latin typeface="Bahnschrift SemiBold SemiConden" panose="020B0502040204020203" pitchFamily="34" charset="0"/>
              </a:rPr>
              <a:t> de </a:t>
            </a:r>
            <a:r>
              <a:rPr lang="en-US" sz="2800" u="sng" dirty="0" err="1">
                <a:solidFill>
                  <a:srgbClr val="70BE44"/>
                </a:solidFill>
                <a:latin typeface="Bahnschrift SemiBold SemiConden" panose="020B0502040204020203" pitchFamily="34" charset="0"/>
              </a:rPr>
              <a:t>objetos</a:t>
            </a:r>
            <a:endParaRPr lang="pt-BR" sz="2800" u="sng" dirty="0">
              <a:solidFill>
                <a:srgbClr val="70BE44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5DB777-12C2-B5A8-6767-0633C67D63DC}"/>
              </a:ext>
            </a:extLst>
          </p:cNvPr>
          <p:cNvSpPr txBox="1"/>
          <p:nvPr/>
        </p:nvSpPr>
        <p:spPr>
          <a:xfrm>
            <a:off x="13508529" y="5089731"/>
            <a:ext cx="43774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latin typeface="Montserrat" panose="00000500000000000000" pitchFamily="2" charset="0"/>
              </a:rPr>
              <a:t>var</a:t>
            </a:r>
          </a:p>
          <a:p>
            <a:r>
              <a:rPr lang="pt-BR" sz="2400" dirty="0">
                <a:latin typeface="Montserrat" panose="00000500000000000000" pitchFamily="2" charset="0"/>
              </a:rPr>
              <a:t>Declara uma variável</a:t>
            </a:r>
          </a:p>
        </p:txBody>
      </p:sp>
    </p:spTree>
    <p:extLst>
      <p:ext uri="{BB962C8B-B14F-4D97-AF65-F5344CB8AC3E}">
        <p14:creationId xmlns:p14="http://schemas.microsoft.com/office/powerpoint/2010/main" val="128949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D2AB7FE-86F7-265D-463E-092E4DE9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B4C14CF5-B396-310E-13E5-3B9FEB4080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1934A3AA-D37F-A4DC-DFED-C744E65F5B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EC4605F-C644-6242-85F8-DEE2E3ED3FFF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Variáveis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97D4324-5D6A-7E3A-5BBD-3C29AB311414}"/>
              </a:ext>
            </a:extLst>
          </p:cNvPr>
          <p:cNvSpPr txBox="1"/>
          <p:nvPr/>
        </p:nvSpPr>
        <p:spPr>
          <a:xfrm>
            <a:off x="1772614" y="2727454"/>
            <a:ext cx="12885082" cy="483209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>
                <a:latin typeface="Montserrat" panose="00000500000000000000" pitchFamily="2" charset="0"/>
              </a:rPr>
              <a:t>String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 err="1">
                <a:latin typeface="Montserrat" panose="00000500000000000000" pitchFamily="2" charset="0"/>
              </a:rPr>
              <a:t>Número</a:t>
            </a:r>
            <a:r>
              <a:rPr lang="en-US" sz="2800" spc="600" dirty="0">
                <a:latin typeface="Montserrat" panose="00000500000000000000" pitchFamily="2" charset="0"/>
              </a:rPr>
              <a:t> </a:t>
            </a:r>
            <a:r>
              <a:rPr lang="en-US" sz="2800" spc="600" dirty="0" err="1">
                <a:latin typeface="Montserrat" panose="00000500000000000000" pitchFamily="2" charset="0"/>
              </a:rPr>
              <a:t>Inteiro</a:t>
            </a: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 err="1">
                <a:latin typeface="Montserrat" panose="00000500000000000000" pitchFamily="2" charset="0"/>
              </a:rPr>
              <a:t>Número</a:t>
            </a:r>
            <a:r>
              <a:rPr lang="en-US" sz="2800" spc="600" dirty="0">
                <a:latin typeface="Montserrat" panose="00000500000000000000" pitchFamily="2" charset="0"/>
              </a:rPr>
              <a:t> Real (float)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 err="1">
                <a:latin typeface="Montserrat" panose="00000500000000000000" pitchFamily="2" charset="0"/>
              </a:rPr>
              <a:t>Booleano</a:t>
            </a:r>
            <a:r>
              <a:rPr lang="en-US" sz="2800" spc="600" dirty="0">
                <a:latin typeface="Montserrat" panose="00000500000000000000" pitchFamily="2" charset="0"/>
              </a:rPr>
              <a:t> (V </a:t>
            </a:r>
            <a:r>
              <a:rPr lang="en-US" sz="2800" spc="600" dirty="0" err="1">
                <a:latin typeface="Montserrat" panose="00000500000000000000" pitchFamily="2" charset="0"/>
              </a:rPr>
              <a:t>ou</a:t>
            </a:r>
            <a:r>
              <a:rPr lang="en-US" sz="2800" spc="600" dirty="0">
                <a:latin typeface="Montserrat" panose="00000500000000000000" pitchFamily="2" charset="0"/>
              </a:rPr>
              <a:t> F)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>
                <a:latin typeface="Montserrat" panose="00000500000000000000" pitchFamily="2" charset="0"/>
              </a:rPr>
              <a:t>Array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 err="1">
                <a:latin typeface="Montserrat" panose="00000500000000000000" pitchFamily="2" charset="0"/>
              </a:rPr>
              <a:t>Objetos</a:t>
            </a: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>
                <a:latin typeface="Montserrat" panose="00000500000000000000" pitchFamily="2" charset="0"/>
              </a:rPr>
              <a:t>Null (</a:t>
            </a:r>
            <a:r>
              <a:rPr lang="en-US" sz="2800" spc="600" dirty="0" err="1">
                <a:latin typeface="Montserrat" panose="00000500000000000000" pitchFamily="2" charset="0"/>
              </a:rPr>
              <a:t>vazio</a:t>
            </a:r>
            <a:r>
              <a:rPr lang="en-US" sz="2800" spc="600" dirty="0">
                <a:latin typeface="Montserrat" panose="00000500000000000000" pitchFamily="2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>
                <a:latin typeface="Montserrat" panose="00000500000000000000" pitchFamily="2" charset="0"/>
              </a:rPr>
              <a:t>Undefined (</a:t>
            </a:r>
            <a:r>
              <a:rPr lang="en-US" sz="2800" spc="600" dirty="0" err="1">
                <a:latin typeface="Montserrat" panose="00000500000000000000" pitchFamily="2" charset="0"/>
              </a:rPr>
              <a:t>nenhum</a:t>
            </a:r>
            <a:r>
              <a:rPr lang="en-US" sz="2800" spc="600" dirty="0">
                <a:latin typeface="Montserrat" panose="00000500000000000000" pitchFamily="2" charset="0"/>
              </a:rPr>
              <a:t> valor </a:t>
            </a:r>
            <a:r>
              <a:rPr lang="en-US" sz="2800" spc="600" dirty="0" err="1">
                <a:latin typeface="Montserrat" panose="00000500000000000000" pitchFamily="2" charset="0"/>
              </a:rPr>
              <a:t>atribuído</a:t>
            </a:r>
            <a:r>
              <a:rPr lang="en-US" sz="2800" spc="600" dirty="0">
                <a:latin typeface="Montserrat" panose="00000500000000000000" pitchFamily="2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 err="1">
                <a:latin typeface="Montserrat" panose="00000500000000000000" pitchFamily="2" charset="0"/>
              </a:rPr>
              <a:t>NaN</a:t>
            </a:r>
            <a:r>
              <a:rPr lang="en-US" sz="2800" spc="600" dirty="0">
                <a:latin typeface="Montserrat" panose="00000500000000000000" pitchFamily="2" charset="0"/>
              </a:rPr>
              <a:t> (not a number)</a:t>
            </a:r>
          </a:p>
        </p:txBody>
      </p:sp>
    </p:spTree>
    <p:extLst>
      <p:ext uri="{BB962C8B-B14F-4D97-AF65-F5344CB8AC3E}">
        <p14:creationId xmlns:p14="http://schemas.microsoft.com/office/powerpoint/2010/main" val="120982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969F0F1-7B25-06FE-C9C5-1A455F373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889017D-E963-7C9E-36FF-DE73C7B1EA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770B5469-4282-2170-B28A-E74A55421B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2C4BFC8B-69C3-C568-F78D-D2644C49E03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2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8BEE76-A1BF-60DC-4CBB-B49A8FCA66A4}"/>
              </a:ext>
            </a:extLst>
          </p:cNvPr>
          <p:cNvSpPr txBox="1"/>
          <p:nvPr/>
        </p:nvSpPr>
        <p:spPr>
          <a:xfrm>
            <a:off x="1187356" y="2336236"/>
            <a:ext cx="12125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Pergunte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usuário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dois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números</a:t>
            </a:r>
            <a:r>
              <a:rPr lang="en-US" sz="2800" dirty="0">
                <a:latin typeface="Montserrat" panose="00000500000000000000" pitchFamily="2" charset="0"/>
              </a:rPr>
              <a:t> e </a:t>
            </a:r>
            <a:r>
              <a:rPr lang="en-US" sz="2800" dirty="0" err="1">
                <a:latin typeface="Montserrat" panose="00000500000000000000" pitchFamily="2" charset="0"/>
              </a:rPr>
              <a:t>mostre</a:t>
            </a:r>
            <a:r>
              <a:rPr lang="en-US" sz="2800" dirty="0">
                <a:latin typeface="Montserrat" panose="00000500000000000000" pitchFamily="2" charset="0"/>
              </a:rPr>
              <a:t> a media dos </a:t>
            </a:r>
            <a:r>
              <a:rPr lang="en-US" sz="2800" dirty="0" err="1">
                <a:latin typeface="Montserrat" panose="00000500000000000000" pitchFamily="2" charset="0"/>
              </a:rPr>
              <a:t>números</a:t>
            </a:r>
            <a:endParaRPr lang="pt-BR" sz="2800" dirty="0">
              <a:latin typeface="Montserrat" panose="00000500000000000000" pitchFamily="2" charset="0"/>
            </a:endParaRP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CF56B08D-9BF1-6544-2039-5FBA1B68FFDE}"/>
              </a:ext>
            </a:extLst>
          </p:cNvPr>
          <p:cNvSpPr/>
          <p:nvPr/>
        </p:nvSpPr>
        <p:spPr>
          <a:xfrm>
            <a:off x="9187388" y="5032209"/>
            <a:ext cx="1130225" cy="1041117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B0ECF19-DBF7-013F-2312-B551EFA47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5206" y="3128050"/>
            <a:ext cx="5218498" cy="238657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B97C7B0-FAFA-7176-651A-E8E804CDEA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5206" y="5783222"/>
            <a:ext cx="5275594" cy="239799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751B67C-9A73-34EB-9F16-F8F9FFE4FB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3849" y="4292171"/>
            <a:ext cx="6406566" cy="214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70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CEF6E2F-B524-B822-22BF-8895B3B4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CB937CD5-C0A0-B8F3-7398-357BB699D4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CE32D13F-0617-B70D-CF76-B66F34E13B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7E47C4D-79F9-1465-CC2B-B7A6747C51C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Variáveis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A1A377C-4541-9D93-6BDD-2DF33F3DD933}"/>
              </a:ext>
            </a:extLst>
          </p:cNvPr>
          <p:cNvSpPr txBox="1"/>
          <p:nvPr/>
        </p:nvSpPr>
        <p:spPr>
          <a:xfrm>
            <a:off x="3425588" y="3128050"/>
            <a:ext cx="6155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Montserrat" panose="00000500000000000000" pitchFamily="2" charset="0"/>
              </a:rPr>
              <a:t>“123” </a:t>
            </a:r>
            <a:r>
              <a:rPr lang="en-US" sz="3600" dirty="0">
                <a:latin typeface="Montserrat" panose="00000500000000000000" pitchFamily="2" charset="0"/>
              </a:rPr>
              <a:t>é </a:t>
            </a:r>
            <a:r>
              <a:rPr lang="en-US" sz="3600" dirty="0" err="1">
                <a:latin typeface="Montserrat" panose="00000500000000000000" pitchFamily="2" charset="0"/>
              </a:rPr>
              <a:t>diferente</a:t>
            </a:r>
            <a:r>
              <a:rPr lang="en-US" sz="3600" dirty="0">
                <a:latin typeface="Montserrat" panose="00000500000000000000" pitchFamily="2" charset="0"/>
              </a:rPr>
              <a:t> de </a:t>
            </a:r>
            <a:r>
              <a:rPr lang="en-US" sz="3600" b="1" dirty="0">
                <a:latin typeface="Montserrat" panose="00000500000000000000" pitchFamily="2" charset="0"/>
              </a:rPr>
              <a:t>123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8A3DCB-98C6-00FD-C3F6-9F311769D5DA}"/>
              </a:ext>
            </a:extLst>
          </p:cNvPr>
          <p:cNvSpPr txBox="1"/>
          <p:nvPr/>
        </p:nvSpPr>
        <p:spPr>
          <a:xfrm>
            <a:off x="1745318" y="4666446"/>
            <a:ext cx="8804401" cy="954107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 err="1">
                <a:latin typeface="Montserrat" panose="00000500000000000000" pitchFamily="2" charset="0"/>
              </a:rPr>
              <a:t>typeof</a:t>
            </a:r>
            <a:r>
              <a:rPr lang="en-US" sz="2800" spc="600" dirty="0">
                <a:latin typeface="Montserrat" panose="00000500000000000000" pitchFamily="2" charset="0"/>
              </a:rPr>
              <a:t> 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 err="1">
                <a:latin typeface="Montserrat" panose="00000500000000000000" pitchFamily="2" charset="0"/>
              </a:rPr>
              <a:t>parseInt</a:t>
            </a: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600" dirty="0" err="1">
                <a:latin typeface="Montserrat" panose="00000500000000000000" pitchFamily="2" charset="0"/>
              </a:rPr>
              <a:t>parseFloat</a:t>
            </a:r>
            <a:endParaRPr lang="en-US" sz="2800" spc="600" dirty="0">
              <a:latin typeface="Montserrat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2226B0-129F-54FB-AD11-7BB23661D7AA}"/>
              </a:ext>
            </a:extLst>
          </p:cNvPr>
          <p:cNvSpPr txBox="1"/>
          <p:nvPr/>
        </p:nvSpPr>
        <p:spPr>
          <a:xfrm>
            <a:off x="2416272" y="6402666"/>
            <a:ext cx="12720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Vamos usar o modo console do browser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DB8A8B-6A5A-39F6-6AFE-FAA28BA60C08}"/>
              </a:ext>
            </a:extLst>
          </p:cNvPr>
          <p:cNvSpPr txBox="1"/>
          <p:nvPr/>
        </p:nvSpPr>
        <p:spPr>
          <a:xfrm>
            <a:off x="11014541" y="2727453"/>
            <a:ext cx="5528141" cy="483209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800" spc="600" dirty="0" err="1">
                <a:latin typeface="Montserrat" panose="00000500000000000000" pitchFamily="2" charset="0"/>
              </a:rPr>
              <a:t>Considere</a:t>
            </a:r>
            <a:r>
              <a:rPr lang="en-US" sz="2800" spc="600" dirty="0">
                <a:latin typeface="Montserrat" panose="00000500000000000000" pitchFamily="2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600" dirty="0">
              <a:latin typeface="Montserrat" panose="00000500000000000000" pitchFamily="2" charset="0"/>
            </a:endParaRPr>
          </a:p>
          <a:p>
            <a:r>
              <a:rPr lang="en-US" sz="2800" b="1" spc="600" dirty="0">
                <a:latin typeface="Montserrat" panose="00000500000000000000" pitchFamily="2" charset="0"/>
              </a:rPr>
              <a:t>+ </a:t>
            </a:r>
            <a:r>
              <a:rPr lang="en-US" sz="2800" b="1" spc="600" dirty="0" err="1">
                <a:latin typeface="Montserrat" panose="00000500000000000000" pitchFamily="2" charset="0"/>
              </a:rPr>
              <a:t>adição</a:t>
            </a:r>
            <a:endParaRPr lang="en-US" sz="2800" b="1" spc="600" dirty="0">
              <a:latin typeface="Montserrat" panose="00000500000000000000" pitchFamily="2" charset="0"/>
            </a:endParaRPr>
          </a:p>
          <a:p>
            <a:r>
              <a:rPr lang="en-US" sz="2800" b="1" spc="600" dirty="0">
                <a:latin typeface="Montserrat" panose="00000500000000000000" pitchFamily="2" charset="0"/>
              </a:rPr>
              <a:t>- </a:t>
            </a:r>
            <a:r>
              <a:rPr lang="en-US" sz="2800" b="1" spc="600" dirty="0" err="1">
                <a:latin typeface="Montserrat" panose="00000500000000000000" pitchFamily="2" charset="0"/>
              </a:rPr>
              <a:t>subtração</a:t>
            </a:r>
            <a:endParaRPr lang="en-US" sz="2800" b="1" spc="600" dirty="0">
              <a:latin typeface="Montserrat" panose="00000500000000000000" pitchFamily="2" charset="0"/>
            </a:endParaRPr>
          </a:p>
          <a:p>
            <a:r>
              <a:rPr lang="en-US" sz="2800" b="1" spc="600" dirty="0">
                <a:latin typeface="Montserrat" panose="00000500000000000000" pitchFamily="2" charset="0"/>
              </a:rPr>
              <a:t>* </a:t>
            </a:r>
            <a:r>
              <a:rPr lang="en-US" sz="2800" b="1" spc="600" dirty="0" err="1">
                <a:latin typeface="Montserrat" panose="00000500000000000000" pitchFamily="2" charset="0"/>
              </a:rPr>
              <a:t>multiplicação</a:t>
            </a:r>
            <a:endParaRPr lang="en-US" sz="2800" b="1" spc="600" dirty="0">
              <a:latin typeface="Montserrat" panose="00000500000000000000" pitchFamily="2" charset="0"/>
            </a:endParaRPr>
          </a:p>
          <a:p>
            <a:r>
              <a:rPr lang="en-US" sz="2800" b="1" spc="600" dirty="0">
                <a:latin typeface="Montserrat" panose="00000500000000000000" pitchFamily="2" charset="0"/>
              </a:rPr>
              <a:t>/ </a:t>
            </a:r>
            <a:r>
              <a:rPr lang="en-US" sz="2800" b="1" spc="600" dirty="0" err="1">
                <a:latin typeface="Montserrat" panose="00000500000000000000" pitchFamily="2" charset="0"/>
              </a:rPr>
              <a:t>divisão</a:t>
            </a:r>
            <a:endParaRPr lang="en-US" sz="2800" b="1" spc="600" dirty="0">
              <a:latin typeface="Montserrat" panose="00000500000000000000" pitchFamily="2" charset="0"/>
            </a:endParaRPr>
          </a:p>
          <a:p>
            <a:r>
              <a:rPr lang="en-US" sz="2800" b="1" spc="600" dirty="0">
                <a:latin typeface="Montserrat" panose="00000500000000000000" pitchFamily="2" charset="0"/>
              </a:rPr>
              <a:t>% modulo (resto div)</a:t>
            </a:r>
          </a:p>
          <a:p>
            <a:r>
              <a:rPr lang="en-US" sz="2800" b="1" spc="600" dirty="0">
                <a:latin typeface="Montserrat" panose="00000500000000000000" pitchFamily="2" charset="0"/>
              </a:rPr>
              <a:t>** </a:t>
            </a:r>
            <a:r>
              <a:rPr lang="en-US" sz="2800" b="1" spc="600" dirty="0" err="1">
                <a:latin typeface="Montserrat" panose="00000500000000000000" pitchFamily="2" charset="0"/>
              </a:rPr>
              <a:t>exponenciação</a:t>
            </a:r>
            <a:endParaRPr lang="en-US" sz="2800" b="1" spc="600" dirty="0">
              <a:latin typeface="Montserrat" panose="00000500000000000000" pitchFamily="2" charset="0"/>
            </a:endParaRPr>
          </a:p>
          <a:p>
            <a:r>
              <a:rPr lang="en-US" sz="2800" b="1" spc="600" dirty="0">
                <a:latin typeface="Montserrat" panose="00000500000000000000" pitchFamily="2" charset="0"/>
              </a:rPr>
              <a:t>++ </a:t>
            </a:r>
            <a:r>
              <a:rPr lang="en-US" sz="2800" b="1" spc="600" dirty="0" err="1">
                <a:latin typeface="Montserrat" panose="00000500000000000000" pitchFamily="2" charset="0"/>
              </a:rPr>
              <a:t>incremento</a:t>
            </a:r>
            <a:endParaRPr lang="en-US" sz="2800" b="1" spc="600" dirty="0">
              <a:latin typeface="Montserrat" panose="00000500000000000000" pitchFamily="2" charset="0"/>
            </a:endParaRPr>
          </a:p>
          <a:p>
            <a:r>
              <a:rPr lang="en-US" sz="2800" b="1" spc="600" dirty="0">
                <a:latin typeface="Montserrat" panose="00000500000000000000" pitchFamily="2" charset="0"/>
              </a:rPr>
              <a:t>-- </a:t>
            </a:r>
            <a:r>
              <a:rPr lang="en-US" sz="2800" b="1" spc="600" dirty="0" err="1">
                <a:latin typeface="Montserrat" panose="00000500000000000000" pitchFamily="2" charset="0"/>
              </a:rPr>
              <a:t>decremento</a:t>
            </a:r>
            <a:endParaRPr lang="en-US" sz="2800" b="1" spc="6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410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33EDA46-1EF7-A9D7-6B58-9B03C518C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A170C4F8-DE99-A173-3972-478670A08B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1F997196-3D2C-8ABF-A3C8-8F7B0706BE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0A6D17EE-0E96-84F7-E3D2-343481ACC146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3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4BEB5C-9F9A-955C-56FA-2E37C85DC64F}"/>
              </a:ext>
            </a:extLst>
          </p:cNvPr>
          <p:cNvSpPr txBox="1"/>
          <p:nvPr/>
        </p:nvSpPr>
        <p:spPr>
          <a:xfrm>
            <a:off x="1187357" y="2336236"/>
            <a:ext cx="12665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Peça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usuário</a:t>
            </a:r>
            <a:r>
              <a:rPr lang="en-US" sz="2800" dirty="0">
                <a:latin typeface="Montserrat" panose="00000500000000000000" pitchFamily="2" charset="0"/>
              </a:rPr>
              <a:t> para </a:t>
            </a:r>
            <a:r>
              <a:rPr lang="en-US" sz="2800" dirty="0" err="1">
                <a:latin typeface="Montserrat" panose="00000500000000000000" pitchFamily="2" charset="0"/>
              </a:rPr>
              <a:t>digitar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dois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números</a:t>
            </a:r>
            <a:r>
              <a:rPr lang="en-US" sz="2800" dirty="0">
                <a:latin typeface="Montserrat" panose="00000500000000000000" pitchFamily="2" charset="0"/>
              </a:rPr>
              <a:t> e </a:t>
            </a:r>
            <a:r>
              <a:rPr lang="en-US" sz="2800" dirty="0" err="1">
                <a:latin typeface="Montserrat" panose="00000500000000000000" pitchFamily="2" charset="0"/>
              </a:rPr>
              <a:t>mostrar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verdadeiro</a:t>
            </a:r>
            <a:r>
              <a:rPr lang="en-US" sz="2800" dirty="0">
                <a:latin typeface="Montserrat" panose="00000500000000000000" pitchFamily="2" charset="0"/>
              </a:rPr>
              <a:t> (</a:t>
            </a:r>
            <a:r>
              <a:rPr lang="en-US" sz="2800" dirty="0" err="1">
                <a:latin typeface="Montserrat" panose="00000500000000000000" pitchFamily="2" charset="0"/>
              </a:rPr>
              <a:t>booleano</a:t>
            </a:r>
            <a:r>
              <a:rPr lang="en-US" sz="2800" dirty="0">
                <a:latin typeface="Montserrat" panose="00000500000000000000" pitchFamily="2" charset="0"/>
              </a:rPr>
              <a:t>) se a media é </a:t>
            </a:r>
            <a:r>
              <a:rPr lang="en-US" sz="2800" dirty="0" err="1">
                <a:latin typeface="Montserrat" panose="00000500000000000000" pitchFamily="2" charset="0"/>
              </a:rPr>
              <a:t>maior</a:t>
            </a:r>
            <a:r>
              <a:rPr lang="en-US" sz="2800" dirty="0">
                <a:latin typeface="Montserrat" panose="00000500000000000000" pitchFamily="2" charset="0"/>
              </a:rPr>
              <a:t> que 5</a:t>
            </a:r>
            <a:endParaRPr lang="pt-BR" sz="2800" dirty="0">
              <a:latin typeface="Montserrat" panose="00000500000000000000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6D4164-1057-C251-43E2-5A249B6F0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470" y="3460967"/>
            <a:ext cx="5445899" cy="245531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0FBCF44-504C-81CB-84AB-2F1077C5A7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4576" y="6091582"/>
            <a:ext cx="5352808" cy="2455310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E063B55-4113-4A4A-B857-5AAB31021EA6}"/>
              </a:ext>
            </a:extLst>
          </p:cNvPr>
          <p:cNvSpPr/>
          <p:nvPr/>
        </p:nvSpPr>
        <p:spPr>
          <a:xfrm>
            <a:off x="9187388" y="5032209"/>
            <a:ext cx="1130225" cy="1041117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58EAA6F-D52F-3E9C-3442-A862B3416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2681" y="4325380"/>
            <a:ext cx="6243024" cy="226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4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3352097-E813-4C5C-0BDB-B2E29F6B0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DBE60513-2AB7-8C32-47FD-82965BF831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F2CE478-5FAE-CAAD-731C-7B8A2030E5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99F6F9C-3A01-BE95-FE86-5B7AFA941B81}"/>
              </a:ext>
            </a:extLst>
          </p:cNvPr>
          <p:cNvSpPr txBox="1"/>
          <p:nvPr/>
        </p:nvSpPr>
        <p:spPr>
          <a:xfrm>
            <a:off x="1964080" y="1297172"/>
            <a:ext cx="644039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Operadores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Comparação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2E1270-9464-DDFE-D228-CA2AAE583061}"/>
              </a:ext>
            </a:extLst>
          </p:cNvPr>
          <p:cNvSpPr txBox="1"/>
          <p:nvPr/>
        </p:nvSpPr>
        <p:spPr>
          <a:xfrm>
            <a:off x="2543040" y="2688002"/>
            <a:ext cx="8975670" cy="569386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800" b="1" spc="600" dirty="0">
                <a:latin typeface="Montserrat" panose="00000500000000000000" pitchFamily="2" charset="0"/>
              </a:rPr>
              <a:t>== </a:t>
            </a:r>
            <a:r>
              <a:rPr lang="en-US" sz="2800" b="1" spc="600" dirty="0" err="1">
                <a:latin typeface="Montserrat" panose="00000500000000000000" pitchFamily="2" charset="0"/>
              </a:rPr>
              <a:t>Igualdade</a:t>
            </a:r>
            <a:r>
              <a:rPr lang="en-US" sz="2800" b="1" spc="600" dirty="0">
                <a:latin typeface="Montserrat" panose="00000500000000000000" pitchFamily="2" charset="0"/>
              </a:rPr>
              <a:t> (valor)</a:t>
            </a:r>
          </a:p>
          <a:p>
            <a:r>
              <a:rPr lang="en-US" sz="2800" b="1" spc="600" dirty="0">
                <a:latin typeface="Montserrat" panose="00000500000000000000" pitchFamily="2" charset="0"/>
              </a:rPr>
              <a:t>!= </a:t>
            </a:r>
            <a:r>
              <a:rPr lang="en-US" sz="2800" b="1" spc="600" dirty="0" err="1">
                <a:latin typeface="Montserrat" panose="00000500000000000000" pitchFamily="2" charset="0"/>
              </a:rPr>
              <a:t>Diferença</a:t>
            </a:r>
            <a:r>
              <a:rPr lang="en-US" sz="2800" b="1" spc="600" dirty="0">
                <a:latin typeface="Montserrat" panose="00000500000000000000" pitchFamily="2" charset="0"/>
              </a:rPr>
              <a:t> (valor)</a:t>
            </a:r>
          </a:p>
          <a:p>
            <a:r>
              <a:rPr lang="en-US" sz="2800" b="1" spc="600" dirty="0">
                <a:latin typeface="Montserrat" panose="00000500000000000000" pitchFamily="2" charset="0"/>
              </a:rPr>
              <a:t>=== </a:t>
            </a:r>
            <a:r>
              <a:rPr lang="en-US" sz="2800" b="1" spc="600" dirty="0" err="1">
                <a:latin typeface="Montserrat" panose="00000500000000000000" pitchFamily="2" charset="0"/>
              </a:rPr>
              <a:t>Igualdade</a:t>
            </a:r>
            <a:r>
              <a:rPr lang="en-US" sz="2800" b="1" spc="600" dirty="0">
                <a:latin typeface="Montserrat" panose="00000500000000000000" pitchFamily="2" charset="0"/>
              </a:rPr>
              <a:t> (valor e </a:t>
            </a:r>
            <a:r>
              <a:rPr lang="en-US" sz="2800" b="1" spc="600" dirty="0" err="1">
                <a:latin typeface="Montserrat" panose="00000500000000000000" pitchFamily="2" charset="0"/>
              </a:rPr>
              <a:t>tipo</a:t>
            </a:r>
            <a:r>
              <a:rPr lang="en-US" sz="2800" b="1" spc="600" dirty="0">
                <a:latin typeface="Montserrat" panose="00000500000000000000" pitchFamily="2" charset="0"/>
              </a:rPr>
              <a:t>)</a:t>
            </a:r>
          </a:p>
          <a:p>
            <a:r>
              <a:rPr lang="en-US" sz="2800" b="1" spc="600" dirty="0">
                <a:latin typeface="Montserrat" panose="00000500000000000000" pitchFamily="2" charset="0"/>
              </a:rPr>
              <a:t>!== </a:t>
            </a:r>
            <a:r>
              <a:rPr lang="en-US" sz="2800" b="1" spc="600" dirty="0" err="1">
                <a:latin typeface="Montserrat" panose="00000500000000000000" pitchFamily="2" charset="0"/>
              </a:rPr>
              <a:t>Diferença</a:t>
            </a:r>
            <a:r>
              <a:rPr lang="en-US" sz="2800" b="1" spc="600" dirty="0">
                <a:latin typeface="Montserrat" panose="00000500000000000000" pitchFamily="2" charset="0"/>
              </a:rPr>
              <a:t> (valor e </a:t>
            </a:r>
            <a:r>
              <a:rPr lang="en-US" sz="2800" b="1" spc="600" dirty="0" err="1">
                <a:latin typeface="Montserrat" panose="00000500000000000000" pitchFamily="2" charset="0"/>
              </a:rPr>
              <a:t>tipo</a:t>
            </a:r>
            <a:r>
              <a:rPr lang="en-US" sz="2800" b="1" spc="600" dirty="0">
                <a:latin typeface="Montserrat" panose="00000500000000000000" pitchFamily="2" charset="0"/>
              </a:rPr>
              <a:t>)</a:t>
            </a:r>
          </a:p>
          <a:p>
            <a:r>
              <a:rPr lang="en-US" sz="2800" b="1" spc="600" dirty="0">
                <a:latin typeface="Montserrat" panose="00000500000000000000" pitchFamily="2" charset="0"/>
              </a:rPr>
              <a:t>&gt; Maior</a:t>
            </a:r>
          </a:p>
          <a:p>
            <a:r>
              <a:rPr lang="en-US" sz="2800" b="1" spc="600" dirty="0">
                <a:latin typeface="Montserrat" panose="00000500000000000000" pitchFamily="2" charset="0"/>
              </a:rPr>
              <a:t>&lt; Menor</a:t>
            </a:r>
          </a:p>
          <a:p>
            <a:r>
              <a:rPr lang="en-US" sz="2800" b="1" spc="600" dirty="0">
                <a:latin typeface="Montserrat" panose="00000500000000000000" pitchFamily="2" charset="0"/>
              </a:rPr>
              <a:t>&gt;= Maior </a:t>
            </a:r>
            <a:r>
              <a:rPr lang="en-US" sz="2800" b="1" spc="600" dirty="0" err="1">
                <a:latin typeface="Montserrat" panose="00000500000000000000" pitchFamily="2" charset="0"/>
              </a:rPr>
              <a:t>ou</a:t>
            </a:r>
            <a:r>
              <a:rPr lang="en-US" sz="2800" b="1" spc="600" dirty="0">
                <a:latin typeface="Montserrat" panose="00000500000000000000" pitchFamily="2" charset="0"/>
              </a:rPr>
              <a:t> </a:t>
            </a:r>
            <a:r>
              <a:rPr lang="en-US" sz="2800" b="1" spc="600" dirty="0" err="1">
                <a:latin typeface="Montserrat" panose="00000500000000000000" pitchFamily="2" charset="0"/>
              </a:rPr>
              <a:t>igual</a:t>
            </a:r>
            <a:endParaRPr lang="en-US" sz="2800" b="1" spc="600" dirty="0">
              <a:latin typeface="Montserrat" panose="00000500000000000000" pitchFamily="2" charset="0"/>
            </a:endParaRPr>
          </a:p>
          <a:p>
            <a:r>
              <a:rPr lang="en-US" sz="2800" b="1" spc="600" dirty="0">
                <a:latin typeface="Montserrat" panose="00000500000000000000" pitchFamily="2" charset="0"/>
              </a:rPr>
              <a:t>&lt;= Menor </a:t>
            </a:r>
            <a:r>
              <a:rPr lang="en-US" sz="2800" b="1" spc="600" dirty="0" err="1">
                <a:latin typeface="Montserrat" panose="00000500000000000000" pitchFamily="2" charset="0"/>
              </a:rPr>
              <a:t>ou</a:t>
            </a:r>
            <a:r>
              <a:rPr lang="en-US" sz="2800" b="1" spc="600" dirty="0">
                <a:latin typeface="Montserrat" panose="00000500000000000000" pitchFamily="2" charset="0"/>
              </a:rPr>
              <a:t> </a:t>
            </a:r>
            <a:r>
              <a:rPr lang="en-US" sz="2800" b="1" spc="600" dirty="0" err="1">
                <a:latin typeface="Montserrat" panose="00000500000000000000" pitchFamily="2" charset="0"/>
              </a:rPr>
              <a:t>igual</a:t>
            </a:r>
            <a:endParaRPr lang="en-US" sz="2800" b="1" spc="600" dirty="0">
              <a:latin typeface="Montserrat" panose="00000500000000000000" pitchFamily="2" charset="0"/>
            </a:endParaRPr>
          </a:p>
          <a:p>
            <a:endParaRPr lang="en-US" sz="2800" b="1" spc="600" dirty="0">
              <a:latin typeface="Montserrat" panose="00000500000000000000" pitchFamily="2" charset="0"/>
            </a:endParaRPr>
          </a:p>
          <a:p>
            <a:r>
              <a:rPr lang="en-US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=  ATRIBUIÇÃO</a:t>
            </a:r>
          </a:p>
          <a:p>
            <a:r>
              <a:rPr lang="en-US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=&gt; ESTE É OUTRO CONTEXTO</a:t>
            </a:r>
          </a:p>
          <a:p>
            <a:r>
              <a:rPr lang="en-US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&lt;&gt; EM ALGUMAS LINGUAGENS (DIFERENTE)</a:t>
            </a:r>
          </a:p>
        </p:txBody>
      </p:sp>
    </p:spTree>
    <p:extLst>
      <p:ext uri="{BB962C8B-B14F-4D97-AF65-F5344CB8AC3E}">
        <p14:creationId xmlns:p14="http://schemas.microsoft.com/office/powerpoint/2010/main" val="3706630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E43ACAE-5376-F03C-6F86-05352944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C7B9A1DD-0D2D-D815-C5F3-9477AB9958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77937FAA-0C63-4F47-DA29-D217B5BBFA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68A9068-954F-0EE4-895D-C295EF649DF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4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2E88C1D-1143-3CFD-0192-91684BC2A8F2}"/>
              </a:ext>
            </a:extLst>
          </p:cNvPr>
          <p:cNvSpPr txBox="1"/>
          <p:nvPr/>
        </p:nvSpPr>
        <p:spPr>
          <a:xfrm>
            <a:off x="1187357" y="2336236"/>
            <a:ext cx="12665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Peça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usuário</a:t>
            </a:r>
            <a:r>
              <a:rPr lang="en-US" sz="2800" dirty="0">
                <a:latin typeface="Montserrat" panose="00000500000000000000" pitchFamily="2" charset="0"/>
              </a:rPr>
              <a:t> para </a:t>
            </a:r>
            <a:r>
              <a:rPr lang="en-US" sz="2800" dirty="0" err="1">
                <a:latin typeface="Montserrat" panose="00000500000000000000" pitchFamily="2" charset="0"/>
              </a:rPr>
              <a:t>digitar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dois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números</a:t>
            </a:r>
            <a:r>
              <a:rPr lang="en-US" sz="2800" dirty="0">
                <a:latin typeface="Montserrat" panose="00000500000000000000" pitchFamily="2" charset="0"/>
              </a:rPr>
              <a:t> e </a:t>
            </a:r>
            <a:r>
              <a:rPr lang="en-US" sz="2800" dirty="0" err="1">
                <a:latin typeface="Montserrat" panose="00000500000000000000" pitchFamily="2" charset="0"/>
              </a:rPr>
              <a:t>mostrar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mensagem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informando</a:t>
            </a:r>
            <a:r>
              <a:rPr lang="en-US" sz="2800" dirty="0">
                <a:latin typeface="Montserrat" panose="00000500000000000000" pitchFamily="2" charset="0"/>
              </a:rPr>
              <a:t> se </a:t>
            </a:r>
            <a:r>
              <a:rPr lang="en-US" sz="2800" dirty="0" err="1">
                <a:latin typeface="Montserrat" panose="00000500000000000000" pitchFamily="2" charset="0"/>
              </a:rPr>
              <a:t>foi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aprovado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ou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reprovado</a:t>
            </a:r>
            <a:r>
              <a:rPr lang="en-US" sz="2800" dirty="0">
                <a:latin typeface="Montserrat" panose="00000500000000000000" pitchFamily="2" charset="0"/>
              </a:rPr>
              <a:t>. A nota </a:t>
            </a:r>
            <a:r>
              <a:rPr lang="en-US" sz="2800" dirty="0" err="1">
                <a:latin typeface="Montserrat" panose="00000500000000000000" pitchFamily="2" charset="0"/>
              </a:rPr>
              <a:t>média</a:t>
            </a:r>
            <a:r>
              <a:rPr lang="en-US" sz="2800" dirty="0">
                <a:latin typeface="Montserrat" panose="00000500000000000000" pitchFamily="2" charset="0"/>
              </a:rPr>
              <a:t> de corte é 5.</a:t>
            </a:r>
            <a:endParaRPr lang="pt-BR" sz="2800" dirty="0">
              <a:latin typeface="Montserrat" panose="00000500000000000000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71B0C3-3CBD-9BCF-C5A2-063BDF72A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470" y="3460967"/>
            <a:ext cx="5445899" cy="245531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604C49B-4977-642D-7267-D6E5ED062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4576" y="6091582"/>
            <a:ext cx="5352808" cy="2455310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5E24355-663E-D3EE-2344-B3835FDE10B9}"/>
              </a:ext>
            </a:extLst>
          </p:cNvPr>
          <p:cNvSpPr/>
          <p:nvPr/>
        </p:nvSpPr>
        <p:spPr>
          <a:xfrm>
            <a:off x="8527312" y="5226996"/>
            <a:ext cx="1130225" cy="1041117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2A385B-9C31-665C-FB10-5DEC588BAE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348" y="4486455"/>
            <a:ext cx="7718262" cy="260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89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9D3C530-7DE4-5D86-80D6-5B3E8F02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F3799867-3746-ECFB-3E0A-016CEA1D31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6298FDF8-8B17-4EE8-F7FA-8B7ABA7747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71867E1-7946-9B05-5969-59AAB45AD67A}"/>
              </a:ext>
            </a:extLst>
          </p:cNvPr>
          <p:cNvSpPr txBox="1"/>
          <p:nvPr/>
        </p:nvSpPr>
        <p:spPr>
          <a:xfrm>
            <a:off x="1977728" y="1297172"/>
            <a:ext cx="644039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Controle de </a:t>
            </a: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decisões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AC5C21-B539-9DBA-7198-F9633536A6E0}"/>
              </a:ext>
            </a:extLst>
          </p:cNvPr>
          <p:cNvSpPr txBox="1"/>
          <p:nvPr/>
        </p:nvSpPr>
        <p:spPr>
          <a:xfrm>
            <a:off x="2256437" y="2907980"/>
            <a:ext cx="8975670" cy="397031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pt-BR" sz="2800" b="1" spc="600" dirty="0" err="1">
                <a:solidFill>
                  <a:schemeClr val="tx1"/>
                </a:solidFill>
                <a:latin typeface="Montserrat" panose="00000500000000000000" pitchFamily="2" charset="0"/>
              </a:rPr>
              <a:t>if</a:t>
            </a:r>
            <a:r>
              <a:rPr lang="pt-BR" sz="2800" b="1" spc="600" dirty="0">
                <a:solidFill>
                  <a:schemeClr val="tx1"/>
                </a:solidFill>
                <a:latin typeface="Montserrat" panose="00000500000000000000" pitchFamily="2" charset="0"/>
              </a:rPr>
              <a:t> (condição1)</a:t>
            </a:r>
          </a:p>
          <a:p>
            <a:r>
              <a:rPr lang="pt-BR" sz="2800" b="1" spc="600" dirty="0">
                <a:solidFill>
                  <a:schemeClr val="tx1"/>
                </a:solidFill>
                <a:latin typeface="Montserrat" panose="00000500000000000000" pitchFamily="2" charset="0"/>
              </a:rPr>
              <a:t>   instrução1</a:t>
            </a:r>
          </a:p>
          <a:p>
            <a:r>
              <a:rPr lang="pt-BR" sz="2800" b="1" spc="600" dirty="0" err="1">
                <a:solidFill>
                  <a:srgbClr val="FF0000"/>
                </a:solidFill>
                <a:latin typeface="Montserrat" panose="00000500000000000000" pitchFamily="2" charset="0"/>
              </a:rPr>
              <a:t>else</a:t>
            </a:r>
            <a:r>
              <a:rPr lang="pt-BR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pt-BR" sz="2800" b="1" spc="600" dirty="0" err="1">
                <a:solidFill>
                  <a:srgbClr val="FF0000"/>
                </a:solidFill>
                <a:latin typeface="Montserrat" panose="00000500000000000000" pitchFamily="2" charset="0"/>
              </a:rPr>
              <a:t>if</a:t>
            </a:r>
            <a:r>
              <a:rPr lang="pt-BR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 (condição2)</a:t>
            </a:r>
          </a:p>
          <a:p>
            <a:r>
              <a:rPr lang="pt-BR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   instrução2</a:t>
            </a:r>
          </a:p>
          <a:p>
            <a:r>
              <a:rPr lang="pt-BR" sz="2800" b="1" spc="600" dirty="0" err="1">
                <a:solidFill>
                  <a:srgbClr val="FF0000"/>
                </a:solidFill>
                <a:latin typeface="Montserrat" panose="00000500000000000000" pitchFamily="2" charset="0"/>
              </a:rPr>
              <a:t>else</a:t>
            </a:r>
            <a:r>
              <a:rPr lang="pt-BR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pt-BR" sz="2800" b="1" spc="600" dirty="0" err="1">
                <a:solidFill>
                  <a:srgbClr val="FF0000"/>
                </a:solidFill>
                <a:latin typeface="Montserrat" panose="00000500000000000000" pitchFamily="2" charset="0"/>
              </a:rPr>
              <a:t>if</a:t>
            </a:r>
            <a:r>
              <a:rPr lang="pt-BR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 (condição3)</a:t>
            </a:r>
          </a:p>
          <a:p>
            <a:r>
              <a:rPr lang="pt-BR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   instrução3</a:t>
            </a:r>
          </a:p>
          <a:p>
            <a:r>
              <a:rPr lang="pt-BR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...</a:t>
            </a:r>
          </a:p>
          <a:p>
            <a:r>
              <a:rPr lang="pt-BR" sz="2800" b="1" spc="600" dirty="0" err="1">
                <a:solidFill>
                  <a:srgbClr val="FF0000"/>
                </a:solidFill>
                <a:latin typeface="Montserrat" panose="00000500000000000000" pitchFamily="2" charset="0"/>
              </a:rPr>
              <a:t>else</a:t>
            </a:r>
            <a:endParaRPr lang="pt-BR" sz="2800" b="1" spc="600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r>
              <a:rPr lang="pt-BR" sz="2800" b="1" spc="600" dirty="0">
                <a:solidFill>
                  <a:srgbClr val="FF0000"/>
                </a:solidFill>
                <a:latin typeface="Montserrat" panose="00000500000000000000" pitchFamily="2" charset="0"/>
              </a:rPr>
              <a:t>   </a:t>
            </a:r>
            <a:r>
              <a:rPr lang="pt-BR" sz="2800" b="1" spc="600" dirty="0" err="1">
                <a:solidFill>
                  <a:srgbClr val="FF0000"/>
                </a:solidFill>
                <a:latin typeface="Montserrat" panose="00000500000000000000" pitchFamily="2" charset="0"/>
              </a:rPr>
              <a:t>instruçãoN</a:t>
            </a:r>
            <a:endParaRPr lang="en-US" sz="2800" b="1" spc="600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9A933D1-58F1-3477-BE3E-3B7903A5B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7644" t="16873" r="16886"/>
          <a:stretch>
            <a:fillRect/>
          </a:stretch>
        </p:blipFill>
        <p:spPr>
          <a:xfrm>
            <a:off x="7547212" y="2365536"/>
            <a:ext cx="7078285" cy="505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43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C273A14-5727-FE57-323E-73CE7A23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7FCFF1E7-4924-0604-0465-1EA54E0DEA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8B28180-864E-4B6F-CFBD-BF5FDC802C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D2FD6BA-BEEA-E535-44A9-855F1C4C7396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5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84EFA0-F1BA-35F4-6C2D-FC7E2C06A81E}"/>
              </a:ext>
            </a:extLst>
          </p:cNvPr>
          <p:cNvSpPr txBox="1"/>
          <p:nvPr/>
        </p:nvSpPr>
        <p:spPr>
          <a:xfrm>
            <a:off x="1187357" y="2336236"/>
            <a:ext cx="126651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Faça</a:t>
            </a:r>
            <a:r>
              <a:rPr lang="en-US" sz="2800" dirty="0">
                <a:latin typeface="Montserrat" panose="00000500000000000000" pitchFamily="2" charset="0"/>
              </a:rPr>
              <a:t> um </a:t>
            </a:r>
            <a:r>
              <a:rPr lang="en-US" sz="2800" dirty="0" err="1">
                <a:latin typeface="Montserrat" panose="00000500000000000000" pitchFamily="2" charset="0"/>
              </a:rPr>
              <a:t>jogo</a:t>
            </a:r>
            <a:r>
              <a:rPr lang="en-US" sz="2800" dirty="0">
                <a:latin typeface="Montserrat" panose="00000500000000000000" pitchFamily="2" charset="0"/>
              </a:rPr>
              <a:t> com </a:t>
            </a:r>
            <a:r>
              <a:rPr lang="en-US" sz="2800" dirty="0" err="1">
                <a:latin typeface="Montserrat" panose="00000500000000000000" pitchFamily="2" charset="0"/>
              </a:rPr>
              <a:t>dois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jogadores</a:t>
            </a:r>
            <a:r>
              <a:rPr lang="en-US" sz="2800" dirty="0">
                <a:latin typeface="Montserrat" panose="00000500000000000000" pitchFamily="2" charset="0"/>
              </a:rPr>
              <a:t>. </a:t>
            </a:r>
          </a:p>
          <a:p>
            <a:endParaRPr lang="en-US" sz="2800" dirty="0">
              <a:latin typeface="Montserrat" panose="00000500000000000000" pitchFamily="2" charset="0"/>
            </a:endParaRPr>
          </a:p>
          <a:p>
            <a:r>
              <a:rPr lang="en-US" sz="2800" dirty="0">
                <a:latin typeface="Montserrat" panose="00000500000000000000" pitchFamily="2" charset="0"/>
              </a:rPr>
              <a:t>Cada um deles </a:t>
            </a:r>
            <a:r>
              <a:rPr lang="en-US" sz="2800" dirty="0" err="1">
                <a:latin typeface="Montserrat" panose="00000500000000000000" pitchFamily="2" charset="0"/>
              </a:rPr>
              <a:t>digita</a:t>
            </a:r>
            <a:r>
              <a:rPr lang="en-US" sz="2800" dirty="0">
                <a:latin typeface="Montserrat" panose="00000500000000000000" pitchFamily="2" charset="0"/>
              </a:rPr>
              <a:t> um </a:t>
            </a:r>
            <a:r>
              <a:rPr lang="en-US" sz="2800" dirty="0" err="1">
                <a:latin typeface="Montserrat" panose="00000500000000000000" pitchFamily="2" charset="0"/>
              </a:rPr>
              <a:t>número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por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vez</a:t>
            </a:r>
            <a:r>
              <a:rPr lang="en-US" sz="2800" dirty="0">
                <a:latin typeface="Montserrat" panose="00000500000000000000" pitchFamily="2" charset="0"/>
              </a:rPr>
              <a:t>. </a:t>
            </a:r>
          </a:p>
          <a:p>
            <a:endParaRPr lang="en-US" sz="2800" dirty="0">
              <a:latin typeface="Montserrat" panose="00000500000000000000" pitchFamily="2" charset="0"/>
            </a:endParaRPr>
          </a:p>
          <a:p>
            <a:r>
              <a:rPr lang="en-US" sz="2800" dirty="0">
                <a:latin typeface="Montserrat" panose="00000500000000000000" pitchFamily="2" charset="0"/>
              </a:rPr>
              <a:t>Se </a:t>
            </a:r>
            <a:r>
              <a:rPr lang="en-US" sz="2800" dirty="0" err="1">
                <a:latin typeface="Montserrat" panose="00000500000000000000" pitchFamily="2" charset="0"/>
              </a:rPr>
              <a:t>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números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forem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iguais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mostrar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mensagem</a:t>
            </a:r>
            <a:r>
              <a:rPr lang="en-US" sz="2800" dirty="0">
                <a:latin typeface="Montserrat" panose="00000500000000000000" pitchFamily="2" charset="0"/>
              </a:rPr>
              <a:t> “</a:t>
            </a:r>
            <a:r>
              <a:rPr lang="en-US" sz="2800" dirty="0" err="1">
                <a:latin typeface="Montserrat" panose="00000500000000000000" pitchFamily="2" charset="0"/>
              </a:rPr>
              <a:t>empate</a:t>
            </a:r>
            <a:r>
              <a:rPr lang="en-US" sz="2800" dirty="0">
                <a:latin typeface="Montserrat" panose="00000500000000000000" pitchFamily="2" charset="0"/>
              </a:rPr>
              <a:t>”.</a:t>
            </a:r>
          </a:p>
          <a:p>
            <a:r>
              <a:rPr lang="en-US" sz="2800" dirty="0">
                <a:latin typeface="Montserrat" panose="00000500000000000000" pitchFamily="2" charset="0"/>
              </a:rPr>
              <a:t>Caso </a:t>
            </a:r>
            <a:r>
              <a:rPr lang="en-US" sz="2800" dirty="0" err="1">
                <a:latin typeface="Montserrat" panose="00000500000000000000" pitchFamily="2" charset="0"/>
              </a:rPr>
              <a:t>contrário</a:t>
            </a:r>
            <a:r>
              <a:rPr lang="en-US" sz="2800" dirty="0">
                <a:latin typeface="Montserrat" panose="00000500000000000000" pitchFamily="2" charset="0"/>
              </a:rPr>
              <a:t>, o </a:t>
            </a:r>
            <a:r>
              <a:rPr lang="en-US" sz="2800" dirty="0" err="1">
                <a:latin typeface="Montserrat" panose="00000500000000000000" pitchFamily="2" charset="0"/>
              </a:rPr>
              <a:t>jogo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irá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sortear</a:t>
            </a:r>
            <a:r>
              <a:rPr lang="en-US" sz="2800" dirty="0">
                <a:latin typeface="Montserrat" panose="00000500000000000000" pitchFamily="2" charset="0"/>
              </a:rPr>
              <a:t> um </a:t>
            </a:r>
            <a:r>
              <a:rPr lang="en-US" sz="2800" dirty="0" err="1">
                <a:latin typeface="Montserrat" panose="00000500000000000000" pitchFamily="2" charset="0"/>
              </a:rPr>
              <a:t>número</a:t>
            </a:r>
            <a:r>
              <a:rPr lang="en-US" sz="2800" dirty="0">
                <a:latin typeface="Montserrat" panose="00000500000000000000" pitchFamily="2" charset="0"/>
              </a:rPr>
              <a:t> entre 0 </a:t>
            </a:r>
            <a:r>
              <a:rPr lang="en-US" sz="2800" dirty="0" err="1">
                <a:latin typeface="Montserrat" panose="00000500000000000000" pitchFamily="2" charset="0"/>
              </a:rPr>
              <a:t>ou</a:t>
            </a:r>
            <a:r>
              <a:rPr lang="en-US" sz="2800" dirty="0">
                <a:latin typeface="Montserrat" panose="00000500000000000000" pitchFamily="2" charset="0"/>
              </a:rPr>
              <a:t> 1.</a:t>
            </a:r>
          </a:p>
          <a:p>
            <a:r>
              <a:rPr lang="en-US" sz="2800" dirty="0">
                <a:latin typeface="Montserrat" panose="00000500000000000000" pitchFamily="2" charset="0"/>
              </a:rPr>
              <a:t>	- se 0, </a:t>
            </a:r>
            <a:r>
              <a:rPr lang="en-US" sz="2800" dirty="0" err="1">
                <a:latin typeface="Montserrat" panose="00000500000000000000" pitchFamily="2" charset="0"/>
              </a:rPr>
              <a:t>ganha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quem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jogou</a:t>
            </a:r>
            <a:r>
              <a:rPr lang="en-US" sz="2800" dirty="0">
                <a:latin typeface="Montserrat" panose="00000500000000000000" pitchFamily="2" charset="0"/>
              </a:rPr>
              <a:t> o </a:t>
            </a:r>
            <a:r>
              <a:rPr lang="en-US" sz="2800" dirty="0" err="1">
                <a:latin typeface="Montserrat" panose="00000500000000000000" pitchFamily="2" charset="0"/>
              </a:rPr>
              <a:t>menor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numero</a:t>
            </a:r>
            <a:endParaRPr lang="en-US" sz="2800" dirty="0">
              <a:latin typeface="Montserrat" panose="00000500000000000000" pitchFamily="2" charset="0"/>
            </a:endParaRPr>
          </a:p>
          <a:p>
            <a:r>
              <a:rPr lang="en-US" sz="2800" dirty="0">
                <a:latin typeface="Montserrat" panose="00000500000000000000" pitchFamily="2" charset="0"/>
              </a:rPr>
              <a:t>	- se 1, </a:t>
            </a:r>
            <a:r>
              <a:rPr lang="en-US" sz="2800" dirty="0" err="1">
                <a:latin typeface="Montserrat" panose="00000500000000000000" pitchFamily="2" charset="0"/>
              </a:rPr>
              <a:t>ganha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quem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jogou</a:t>
            </a:r>
            <a:r>
              <a:rPr lang="en-US" sz="2800" dirty="0">
                <a:latin typeface="Montserrat" panose="00000500000000000000" pitchFamily="2" charset="0"/>
              </a:rPr>
              <a:t> o </a:t>
            </a:r>
            <a:r>
              <a:rPr lang="en-US" sz="2800" dirty="0" err="1">
                <a:latin typeface="Montserrat" panose="00000500000000000000" pitchFamily="2" charset="0"/>
              </a:rPr>
              <a:t>maior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número</a:t>
            </a:r>
            <a:endParaRPr lang="en-US" sz="2800" dirty="0">
              <a:latin typeface="Montserrat" panose="00000500000000000000" pitchFamily="2" charset="0"/>
            </a:endParaRPr>
          </a:p>
          <a:p>
            <a:endParaRPr lang="en-US" sz="2800" dirty="0">
              <a:latin typeface="Montserrat" panose="00000500000000000000" pitchFamily="2" charset="0"/>
            </a:endParaRPr>
          </a:p>
          <a:p>
            <a:endParaRPr lang="en-US" sz="2800" dirty="0">
              <a:latin typeface="Montserrat" panose="00000500000000000000" pitchFamily="2" charset="0"/>
            </a:endParaRPr>
          </a:p>
          <a:p>
            <a:endParaRPr lang="en-US" sz="2800" dirty="0">
              <a:latin typeface="Montserrat" panose="00000500000000000000" pitchFamily="2" charset="0"/>
            </a:endParaRPr>
          </a:p>
          <a:p>
            <a:r>
              <a:rPr lang="en-US" sz="2800" b="1" dirty="0">
                <a:latin typeface="Montserrat" panose="00000500000000000000" pitchFamily="2" charset="0"/>
              </a:rPr>
              <a:t>- Utilize </a:t>
            </a:r>
            <a:r>
              <a:rPr lang="en-US" sz="2800" b="1" dirty="0" err="1">
                <a:latin typeface="Montserrat" panose="00000500000000000000" pitchFamily="2" charset="0"/>
              </a:rPr>
              <a:t>Math.random</a:t>
            </a:r>
            <a:r>
              <a:rPr lang="en-US" sz="2800" b="1" dirty="0">
                <a:latin typeface="Montserrat" panose="00000500000000000000" pitchFamily="2" charset="0"/>
              </a:rPr>
              <a:t>()</a:t>
            </a:r>
            <a:endParaRPr lang="pt-BR" sz="28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17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63B61B3-1CA8-DE59-87CD-E06712B4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7472B4BE-0F51-FC83-59DB-7B30DCC029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7ECD0EC-80DE-4A1B-27B9-88DE180123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7B666BE9-6558-6312-C765-D6AB9551EAAC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00" b="1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CBDBE2-7E6C-0F05-44EA-3DAB6B714952}"/>
              </a:ext>
            </a:extLst>
          </p:cNvPr>
          <p:cNvSpPr txBox="1"/>
          <p:nvPr/>
        </p:nvSpPr>
        <p:spPr>
          <a:xfrm>
            <a:off x="1187357" y="2336236"/>
            <a:ext cx="126651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O </a:t>
            </a:r>
            <a:r>
              <a:rPr lang="en-US" sz="2800" dirty="0" err="1">
                <a:latin typeface="Montserrat" panose="00000500000000000000" pitchFamily="2" charset="0"/>
              </a:rPr>
              <a:t>usuário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deve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digitar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dois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números</a:t>
            </a:r>
            <a:r>
              <a:rPr lang="en-US" sz="2800" dirty="0">
                <a:latin typeface="Montserrat" panose="00000500000000000000" pitchFamily="2" charset="0"/>
              </a:rPr>
              <a:t> e </a:t>
            </a:r>
            <a:r>
              <a:rPr lang="en-US" sz="2800" dirty="0" err="1">
                <a:latin typeface="Montserrat" panose="00000500000000000000" pitchFamily="2" charset="0"/>
              </a:rPr>
              <a:t>mostrar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uma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mensagem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informando</a:t>
            </a:r>
            <a:r>
              <a:rPr lang="en-US" sz="2800" dirty="0">
                <a:latin typeface="Montserrat" panose="00000500000000000000" pitchFamily="2" charset="0"/>
              </a:rPr>
              <a:t> se </a:t>
            </a:r>
            <a:r>
              <a:rPr lang="en-US" sz="2800" dirty="0" err="1">
                <a:latin typeface="Montserrat" panose="00000500000000000000" pitchFamily="2" charset="0"/>
              </a:rPr>
              <a:t>foi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aprovado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ou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não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endParaRPr lang="en-US" sz="2800" b="1" dirty="0">
              <a:latin typeface="Montserrat" panose="00000500000000000000" pitchFamily="2" charset="0"/>
            </a:endParaRPr>
          </a:p>
          <a:p>
            <a:r>
              <a:rPr lang="en-US" sz="2800" dirty="0">
                <a:latin typeface="Montserrat" panose="00000500000000000000" pitchFamily="2" charset="0"/>
              </a:rPr>
              <a:t>- </a:t>
            </a:r>
            <a:r>
              <a:rPr lang="en-US" sz="2800" dirty="0" err="1">
                <a:latin typeface="Montserrat" panose="00000500000000000000" pitchFamily="2" charset="0"/>
              </a:rPr>
              <a:t>Contudo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b="1" dirty="0">
                <a:latin typeface="Montserrat" panose="00000500000000000000" pitchFamily="2" charset="0"/>
              </a:rPr>
              <a:t>se </a:t>
            </a:r>
            <a:r>
              <a:rPr lang="en-US" sz="2800" b="1" dirty="0" err="1">
                <a:latin typeface="Montserrat" panose="00000500000000000000" pitchFamily="2" charset="0"/>
              </a:rPr>
              <a:t>qualquer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uma</a:t>
            </a:r>
            <a:r>
              <a:rPr lang="en-US" sz="2800" b="1" dirty="0">
                <a:latin typeface="Montserrat" panose="00000500000000000000" pitchFamily="2" charset="0"/>
              </a:rPr>
              <a:t> das </a:t>
            </a:r>
            <a:r>
              <a:rPr lang="en-US" sz="2800" b="1" dirty="0" err="1">
                <a:latin typeface="Montserrat" panose="00000500000000000000" pitchFamily="2" charset="0"/>
              </a:rPr>
              <a:t>notas</a:t>
            </a:r>
            <a:r>
              <a:rPr lang="en-US" sz="2800" b="1" dirty="0">
                <a:latin typeface="Montserrat" panose="00000500000000000000" pitchFamily="2" charset="0"/>
              </a:rPr>
              <a:t> for zero, </a:t>
            </a:r>
            <a:r>
              <a:rPr lang="en-US" sz="2800" b="1" dirty="0" err="1">
                <a:latin typeface="Montserrat" panose="00000500000000000000" pitchFamily="2" charset="0"/>
              </a:rPr>
              <a:t>reprova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automaticamente</a:t>
            </a:r>
            <a:r>
              <a:rPr lang="en-US" sz="2800" b="1" dirty="0">
                <a:latin typeface="Montserrat" panose="00000500000000000000" pitchFamily="2" charset="0"/>
              </a:rPr>
              <a:t>.</a:t>
            </a:r>
            <a:endParaRPr lang="pt-BR" sz="28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781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0293849-6261-FCC1-AB38-CD0C88E6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3976DAD-D48A-805F-5523-BA240C90EC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2650539-2F4D-5991-2233-9771BDC906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C8AEAE08-F886-00BE-D87D-207AFB628D7A}"/>
              </a:ext>
            </a:extLst>
          </p:cNvPr>
          <p:cNvSpPr txBox="1"/>
          <p:nvPr/>
        </p:nvSpPr>
        <p:spPr>
          <a:xfrm>
            <a:off x="1964080" y="1297172"/>
            <a:ext cx="644039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Operadores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Lógicos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CF24C5-09C4-8735-1871-8CB89D651399}"/>
              </a:ext>
            </a:extLst>
          </p:cNvPr>
          <p:cNvSpPr txBox="1"/>
          <p:nvPr/>
        </p:nvSpPr>
        <p:spPr>
          <a:xfrm>
            <a:off x="1000843" y="4722433"/>
            <a:ext cx="8975670" cy="138499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800" b="1" spc="600" dirty="0">
                <a:solidFill>
                  <a:schemeClr val="tx1"/>
                </a:solidFill>
                <a:latin typeface="Montserrat" panose="00000500000000000000" pitchFamily="2" charset="0"/>
              </a:rPr>
              <a:t>! 	NÃO (NOT)</a:t>
            </a:r>
          </a:p>
          <a:p>
            <a:r>
              <a:rPr lang="en-US" sz="2800" b="1" spc="600" dirty="0">
                <a:solidFill>
                  <a:schemeClr val="tx1"/>
                </a:solidFill>
                <a:latin typeface="Montserrat" panose="00000500000000000000" pitchFamily="2" charset="0"/>
              </a:rPr>
              <a:t>&amp;&amp; 	E (AND)</a:t>
            </a:r>
          </a:p>
          <a:p>
            <a:r>
              <a:rPr lang="en-US" sz="2800" b="1" spc="600" dirty="0">
                <a:solidFill>
                  <a:schemeClr val="tx1"/>
                </a:solidFill>
                <a:latin typeface="Montserrat" panose="00000500000000000000" pitchFamily="2" charset="0"/>
              </a:rPr>
              <a:t>||	OU (OR)</a:t>
            </a:r>
          </a:p>
        </p:txBody>
      </p:sp>
      <p:pic>
        <p:nvPicPr>
          <p:cNvPr id="1026" name="Picture 2" descr="javascript - Dúvidas com estrutura condicional - Stack Overflow em Português">
            <a:extLst>
              <a:ext uri="{FF2B5EF4-FFF2-40B4-BE49-F238E27FC236}">
                <a16:creationId xmlns:a16="http://schemas.microsoft.com/office/drawing/2014/main" id="{CF49233A-60E1-42F1-DB28-670AC9FF2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464" y="2871756"/>
            <a:ext cx="8324850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5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29319EF-82F9-949F-9077-9E89981F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A36417B-87C0-DACC-B67E-DB25D4127D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9E557FD-D93B-12D0-F802-91C2AE7BC2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137BB3B-FD5A-9BCF-073B-16F5CF41BA31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7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557BB7-5A05-E61D-6DA1-70D304E132DF}"/>
              </a:ext>
            </a:extLst>
          </p:cNvPr>
          <p:cNvSpPr txBox="1"/>
          <p:nvPr/>
        </p:nvSpPr>
        <p:spPr>
          <a:xfrm>
            <a:off x="1187357" y="2336236"/>
            <a:ext cx="12665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Crie</a:t>
            </a:r>
            <a:r>
              <a:rPr lang="en-US" sz="2800" dirty="0">
                <a:latin typeface="Montserrat" panose="00000500000000000000" pitchFamily="2" charset="0"/>
              </a:rPr>
              <a:t> um </a:t>
            </a:r>
            <a:r>
              <a:rPr lang="en-US" sz="2800" dirty="0" err="1">
                <a:latin typeface="Montserrat" panose="00000500000000000000" pitchFamily="2" charset="0"/>
              </a:rPr>
              <a:t>botão</a:t>
            </a:r>
            <a:r>
              <a:rPr lang="en-US" sz="2800" dirty="0">
                <a:latin typeface="Montserrat" panose="00000500000000000000" pitchFamily="2" charset="0"/>
              </a:rPr>
              <a:t> no </a:t>
            </a:r>
            <a:r>
              <a:rPr lang="en-US" sz="2800" dirty="0" err="1">
                <a:latin typeface="Montserrat" panose="00000500000000000000" pitchFamily="2" charset="0"/>
              </a:rPr>
              <a:t>corpo</a:t>
            </a:r>
            <a:r>
              <a:rPr lang="en-US" sz="2800" dirty="0">
                <a:latin typeface="Montserrat" panose="00000500000000000000" pitchFamily="2" charset="0"/>
              </a:rPr>
              <a:t> do </a:t>
            </a:r>
            <a:r>
              <a:rPr lang="en-US" sz="2800" dirty="0" err="1">
                <a:latin typeface="Montserrat" panose="00000500000000000000" pitchFamily="2" charset="0"/>
              </a:rPr>
              <a:t>arquivo</a:t>
            </a:r>
            <a:r>
              <a:rPr lang="en-US" sz="2800" dirty="0">
                <a:latin typeface="Montserrat" panose="00000500000000000000" pitchFamily="2" charset="0"/>
              </a:rPr>
              <a:t> HTML que, </a:t>
            </a:r>
            <a:r>
              <a:rPr lang="en-US" sz="2800" dirty="0" err="1">
                <a:latin typeface="Montserrat" panose="00000500000000000000" pitchFamily="2" charset="0"/>
              </a:rPr>
              <a:t>ao</a:t>
            </a:r>
            <a:r>
              <a:rPr lang="en-US" sz="2800" dirty="0">
                <a:latin typeface="Montserrat" panose="00000500000000000000" pitchFamily="2" charset="0"/>
              </a:rPr>
              <a:t> ser </a:t>
            </a:r>
            <a:r>
              <a:rPr lang="en-US" sz="2800" dirty="0" err="1">
                <a:latin typeface="Montserrat" panose="00000500000000000000" pitchFamily="2" charset="0"/>
              </a:rPr>
              <a:t>clicado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aparecerá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uma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mensagem</a:t>
            </a:r>
            <a:r>
              <a:rPr lang="en-US" sz="2800" dirty="0">
                <a:latin typeface="Montserrat" panose="00000500000000000000" pitchFamily="2" charset="0"/>
              </a:rPr>
              <a:t> de “</a:t>
            </a:r>
            <a:r>
              <a:rPr lang="en-US" sz="2800" dirty="0" err="1">
                <a:latin typeface="Montserrat" panose="00000500000000000000" pitchFamily="2" charset="0"/>
              </a:rPr>
              <a:t>bem-vindo</a:t>
            </a:r>
            <a:r>
              <a:rPr lang="en-US" sz="2800" dirty="0">
                <a:latin typeface="Montserrat" panose="00000500000000000000" pitchFamily="2" charset="0"/>
              </a:rPr>
              <a:t>”</a:t>
            </a:r>
            <a:endParaRPr lang="pt-BR" sz="2800" b="1" dirty="0">
              <a:latin typeface="Montserrat" panose="000005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A991D7-1404-A3DE-0853-5FE01A185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360" y="4255435"/>
            <a:ext cx="11385149" cy="19815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A2061E8-AED8-D124-4E27-607BFC6E7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861" y="5833801"/>
            <a:ext cx="7365579" cy="242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06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EA09AB6-FE6C-18DC-3348-4CBB9860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8EF2A2E-638C-E695-FCE1-22D1A9C1ED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DB6C6BD-28D0-B398-A0C9-C3954519A6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507C168-988F-1E2C-A0E6-0DB968235095}"/>
              </a:ext>
            </a:extLst>
          </p:cNvPr>
          <p:cNvSpPr txBox="1"/>
          <p:nvPr/>
        </p:nvSpPr>
        <p:spPr>
          <a:xfrm>
            <a:off x="1964080" y="1297172"/>
            <a:ext cx="644039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Tag “</a:t>
            </a: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funcionais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” </a:t>
            </a: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na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página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6D331D-7F06-6E40-BDCF-1E6BF1FB8A96}"/>
              </a:ext>
            </a:extLst>
          </p:cNvPr>
          <p:cNvSpPr txBox="1"/>
          <p:nvPr/>
        </p:nvSpPr>
        <p:spPr>
          <a:xfrm>
            <a:off x="1423652" y="2688002"/>
            <a:ext cx="120466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A </a:t>
            </a:r>
            <a:r>
              <a:rPr lang="pt-BR" sz="3200" dirty="0" err="1">
                <a:latin typeface="Montserrat" panose="00000500000000000000" pitchFamily="2" charset="0"/>
              </a:rPr>
              <a:t>tag</a:t>
            </a:r>
            <a:r>
              <a:rPr lang="pt-BR" sz="3200" dirty="0">
                <a:latin typeface="Montserrat" panose="00000500000000000000" pitchFamily="2" charset="0"/>
              </a:rPr>
              <a:t> </a:t>
            </a:r>
            <a:r>
              <a:rPr lang="pt-BR" sz="3200" b="1" dirty="0">
                <a:latin typeface="Montserrat" panose="00000500000000000000" pitchFamily="2" charset="0"/>
              </a:rPr>
              <a:t>&lt;</a:t>
            </a:r>
            <a:r>
              <a:rPr lang="pt-BR" sz="3200" b="1" dirty="0" err="1">
                <a:latin typeface="Montserrat" panose="00000500000000000000" pitchFamily="2" charset="0"/>
              </a:rPr>
              <a:t>button</a:t>
            </a:r>
            <a:r>
              <a:rPr lang="pt-BR" sz="3200" b="1" dirty="0">
                <a:latin typeface="Montserrat" panose="00000500000000000000" pitchFamily="2" charset="0"/>
              </a:rPr>
              <a:t>&gt;</a:t>
            </a:r>
            <a:r>
              <a:rPr lang="pt-BR" sz="3200" dirty="0">
                <a:latin typeface="Montserrat" panose="00000500000000000000" pitchFamily="2" charset="0"/>
              </a:rPr>
              <a:t> define um botão clicável.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Dentro de um elemento &lt;</a:t>
            </a:r>
            <a:r>
              <a:rPr lang="pt-BR" sz="3200" dirty="0" err="1">
                <a:latin typeface="Montserrat" panose="00000500000000000000" pitchFamily="2" charset="0"/>
              </a:rPr>
              <a:t>button</a:t>
            </a:r>
            <a:r>
              <a:rPr lang="pt-BR" sz="3200" dirty="0">
                <a:latin typeface="Montserrat" panose="00000500000000000000" pitchFamily="2" charset="0"/>
              </a:rPr>
              <a:t>&gt;, você pode inserir texto (e </a:t>
            </a:r>
            <a:r>
              <a:rPr lang="pt-BR" sz="3200" dirty="0" err="1">
                <a:latin typeface="Montserrat" panose="00000500000000000000" pitchFamily="2" charset="0"/>
              </a:rPr>
              <a:t>tags</a:t>
            </a:r>
            <a:r>
              <a:rPr lang="pt-BR" sz="3200" dirty="0">
                <a:latin typeface="Montserrat" panose="00000500000000000000" pitchFamily="2" charset="0"/>
              </a:rPr>
              <a:t> como &lt;i&gt;, &lt;b&gt;, &lt;</a:t>
            </a:r>
            <a:r>
              <a:rPr lang="pt-BR" sz="3200" dirty="0" err="1">
                <a:latin typeface="Montserrat" panose="00000500000000000000" pitchFamily="2" charset="0"/>
              </a:rPr>
              <a:t>strong</a:t>
            </a:r>
            <a:r>
              <a:rPr lang="pt-BR" sz="3200" dirty="0">
                <a:latin typeface="Montserrat" panose="00000500000000000000" pitchFamily="2" charset="0"/>
              </a:rPr>
              <a:t>&gt;, &lt;</a:t>
            </a:r>
            <a:r>
              <a:rPr lang="pt-BR" sz="3200" dirty="0" err="1">
                <a:latin typeface="Montserrat" panose="00000500000000000000" pitchFamily="2" charset="0"/>
              </a:rPr>
              <a:t>br</a:t>
            </a:r>
            <a:r>
              <a:rPr lang="pt-BR" sz="3200" dirty="0">
                <a:latin typeface="Montserrat" panose="00000500000000000000" pitchFamily="2" charset="0"/>
              </a:rPr>
              <a:t>&gt;, &lt;</a:t>
            </a:r>
            <a:r>
              <a:rPr lang="pt-BR" sz="3200" dirty="0" err="1">
                <a:latin typeface="Montserrat" panose="00000500000000000000" pitchFamily="2" charset="0"/>
              </a:rPr>
              <a:t>img</a:t>
            </a:r>
            <a:r>
              <a:rPr lang="pt-BR" sz="3200" dirty="0">
                <a:latin typeface="Montserrat" panose="00000500000000000000" pitchFamily="2" charset="0"/>
              </a:rPr>
              <a:t>&gt;, etc.)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Podemos ter ações a medida que acionamos o botão, usando o evento de clique de mouse </a:t>
            </a:r>
            <a:r>
              <a:rPr lang="pt-BR" sz="3200" b="1" dirty="0" err="1">
                <a:latin typeface="Montserrat" panose="00000500000000000000" pitchFamily="2" charset="0"/>
              </a:rPr>
              <a:t>onclick</a:t>
            </a:r>
            <a:endParaRPr lang="pt-BR" sz="32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229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ABB204E-CD79-FAC6-4896-BB284AF5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88A5C49C-9080-7912-4E24-B15D8BB302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9B4CCA52-5D69-C75D-BE73-1F85287381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4C986205-7165-A746-3A20-9ACA34A25F7D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8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D9D5E0-49F0-CBFC-5F18-1CF5511E7819}"/>
              </a:ext>
            </a:extLst>
          </p:cNvPr>
          <p:cNvSpPr txBox="1"/>
          <p:nvPr/>
        </p:nvSpPr>
        <p:spPr>
          <a:xfrm>
            <a:off x="1187357" y="2336236"/>
            <a:ext cx="126651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Crie</a:t>
            </a:r>
            <a:r>
              <a:rPr lang="en-US" sz="2800" dirty="0">
                <a:latin typeface="Montserrat" panose="00000500000000000000" pitchFamily="2" charset="0"/>
              </a:rPr>
              <a:t> um campo input para </a:t>
            </a:r>
            <a:r>
              <a:rPr lang="en-US" sz="2800" dirty="0" err="1">
                <a:latin typeface="Montserrat" panose="00000500000000000000" pitchFamily="2" charset="0"/>
              </a:rPr>
              <a:t>escrever</a:t>
            </a:r>
            <a:r>
              <a:rPr lang="en-US" sz="2800" dirty="0">
                <a:latin typeface="Montserrat" panose="00000500000000000000" pitchFamily="2" charset="0"/>
              </a:rPr>
              <a:t> a </a:t>
            </a:r>
            <a:r>
              <a:rPr lang="en-US" sz="2800" dirty="0" err="1">
                <a:latin typeface="Montserrat" panose="00000500000000000000" pitchFamily="2" charset="0"/>
              </a:rPr>
              <a:t>mensagem</a:t>
            </a:r>
            <a:r>
              <a:rPr lang="en-US" sz="2800" dirty="0">
                <a:latin typeface="Montserrat" panose="00000500000000000000" pitchFamily="2" charset="0"/>
              </a:rPr>
              <a:t> do </a:t>
            </a:r>
            <a:r>
              <a:rPr lang="en-US" sz="2800" dirty="0" err="1">
                <a:latin typeface="Montserrat" panose="00000500000000000000" pitchFamily="2" charset="0"/>
              </a:rPr>
              <a:t>dia</a:t>
            </a:r>
            <a:r>
              <a:rPr lang="en-US" sz="2800" dirty="0">
                <a:latin typeface="Montserrat" panose="00000500000000000000" pitchFamily="2" charset="0"/>
              </a:rPr>
              <a:t> e um </a:t>
            </a:r>
            <a:r>
              <a:rPr lang="en-US" sz="2800" dirty="0" err="1">
                <a:latin typeface="Montserrat" panose="00000500000000000000" pitchFamily="2" charset="0"/>
              </a:rPr>
              <a:t>botão</a:t>
            </a:r>
            <a:r>
              <a:rPr lang="en-US" sz="2800" dirty="0">
                <a:latin typeface="Montserrat" panose="00000500000000000000" pitchFamily="2" charset="0"/>
              </a:rPr>
              <a:t> no </a:t>
            </a:r>
            <a:r>
              <a:rPr lang="en-US" sz="2800" dirty="0" err="1">
                <a:latin typeface="Montserrat" panose="00000500000000000000" pitchFamily="2" charset="0"/>
              </a:rPr>
              <a:t>corpo</a:t>
            </a:r>
            <a:r>
              <a:rPr lang="en-US" sz="2800" dirty="0">
                <a:latin typeface="Montserrat" panose="00000500000000000000" pitchFamily="2" charset="0"/>
              </a:rPr>
              <a:t> do </a:t>
            </a:r>
            <a:r>
              <a:rPr lang="en-US" sz="2800" dirty="0" err="1">
                <a:latin typeface="Montserrat" panose="00000500000000000000" pitchFamily="2" charset="0"/>
              </a:rPr>
              <a:t>arquivo</a:t>
            </a:r>
            <a:r>
              <a:rPr lang="en-US" sz="2800" dirty="0">
                <a:latin typeface="Montserrat" panose="00000500000000000000" pitchFamily="2" charset="0"/>
              </a:rPr>
              <a:t> HTML que, </a:t>
            </a:r>
            <a:r>
              <a:rPr lang="en-US" sz="2800" dirty="0" err="1">
                <a:latin typeface="Montserrat" panose="00000500000000000000" pitchFamily="2" charset="0"/>
              </a:rPr>
              <a:t>ao</a:t>
            </a:r>
            <a:r>
              <a:rPr lang="en-US" sz="2800" dirty="0">
                <a:latin typeface="Montserrat" panose="00000500000000000000" pitchFamily="2" charset="0"/>
              </a:rPr>
              <a:t> ser </a:t>
            </a:r>
            <a:r>
              <a:rPr lang="en-US" sz="2800" dirty="0" err="1">
                <a:latin typeface="Montserrat" panose="00000500000000000000" pitchFamily="2" charset="0"/>
              </a:rPr>
              <a:t>clicado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aparecerá</a:t>
            </a:r>
            <a:r>
              <a:rPr lang="en-US" sz="2800" dirty="0">
                <a:latin typeface="Montserrat" panose="00000500000000000000" pitchFamily="2" charset="0"/>
              </a:rPr>
              <a:t> a </a:t>
            </a:r>
            <a:r>
              <a:rPr lang="en-US" sz="2800" dirty="0" err="1">
                <a:latin typeface="Montserrat" panose="00000500000000000000" pitchFamily="2" charset="0"/>
              </a:rPr>
              <a:t>mensagem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digitada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pelo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usuário</a:t>
            </a:r>
            <a:endParaRPr lang="pt-BR" sz="2800" b="1" dirty="0">
              <a:latin typeface="Montserrat" panose="00000500000000000000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F9BB3F-3776-A011-2D04-D7BB37AC3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245" y="4141239"/>
            <a:ext cx="8800496" cy="177649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B9A9E12-AE40-92AE-EF99-B723FCA95E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066" y="5143500"/>
            <a:ext cx="6965440" cy="246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63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2FF7CD1-E00C-8C85-7FB1-03F845485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9B600E48-C5CC-9C26-3A73-E421A84873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A7E1F6A-F779-C521-0E33-04B2CBC310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3504E63-2CA2-35E3-971C-E499033E2BB6}"/>
              </a:ext>
            </a:extLst>
          </p:cNvPr>
          <p:cNvSpPr txBox="1"/>
          <p:nvPr/>
        </p:nvSpPr>
        <p:spPr>
          <a:xfrm>
            <a:off x="1964080" y="1297172"/>
            <a:ext cx="644039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Input Tag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CFDA52C-ED75-0BB1-E70B-826F8A1CA51F}"/>
              </a:ext>
            </a:extLst>
          </p:cNvPr>
          <p:cNvSpPr txBox="1"/>
          <p:nvPr/>
        </p:nvSpPr>
        <p:spPr>
          <a:xfrm>
            <a:off x="1964080" y="3807119"/>
            <a:ext cx="1147809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O elemento HTML </a:t>
            </a:r>
            <a:r>
              <a:rPr lang="pt-BR" sz="2800" b="1" dirty="0">
                <a:latin typeface="Montserrat" panose="00000500000000000000" pitchFamily="2" charset="0"/>
              </a:rPr>
              <a:t>&lt;input&gt; </a:t>
            </a:r>
            <a:r>
              <a:rPr lang="pt-BR" sz="2800" dirty="0">
                <a:latin typeface="Montserrat" panose="00000500000000000000" pitchFamily="2" charset="0"/>
              </a:rPr>
              <a:t>é </a:t>
            </a:r>
            <a:r>
              <a:rPr lang="pt-BR" sz="2800" b="1" dirty="0">
                <a:latin typeface="Montserrat" panose="00000500000000000000" pitchFamily="2" charset="0"/>
              </a:rPr>
              <a:t>usado para criar controles interativos</a:t>
            </a:r>
            <a:r>
              <a:rPr lang="pt-BR" sz="2800" dirty="0">
                <a:latin typeface="Montserrat" panose="00000500000000000000" pitchFamily="2" charset="0"/>
              </a:rPr>
              <a:t> para formulários baseados na web para receber dados do usuário. 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 semântica de um &lt;input&gt; varia consideravelmente dependendo do valor de seu atributo </a:t>
            </a:r>
            <a:r>
              <a:rPr lang="pt-BR" sz="2800" b="1" dirty="0" err="1">
                <a:latin typeface="Montserrat" panose="00000500000000000000" pitchFamily="2" charset="0"/>
              </a:rPr>
              <a:t>type</a:t>
            </a:r>
            <a:r>
              <a:rPr lang="pt-BR" sz="2800" dirty="0">
                <a:latin typeface="Montserrat" panose="00000500000000000000" pitchFamily="2" charset="0"/>
              </a:rPr>
              <a:t>.</a:t>
            </a:r>
          </a:p>
          <a:p>
            <a:endParaRPr lang="pt-BR" sz="2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34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3774053-DC20-44B5-1CB0-2754061E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B9321A5-7BB6-4CAF-6CFB-91685BB792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C1FA1DD-A20E-E522-DD18-1764F2D0752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887CF8C-71CE-EC8E-DB2C-4B567D5D9AC1}"/>
              </a:ext>
            </a:extLst>
          </p:cNvPr>
          <p:cNvSpPr txBox="1"/>
          <p:nvPr/>
        </p:nvSpPr>
        <p:spPr>
          <a:xfrm>
            <a:off x="1964080" y="1297172"/>
            <a:ext cx="644039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Document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A18916F-702D-CDB7-3FD6-7189411D7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122" y="2688002"/>
            <a:ext cx="7620000" cy="5715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23260D2-0DF6-0FF7-96D4-C6FA055A03B8}"/>
              </a:ext>
            </a:extLst>
          </p:cNvPr>
          <p:cNvSpPr txBox="1"/>
          <p:nvPr/>
        </p:nvSpPr>
        <p:spPr>
          <a:xfrm>
            <a:off x="1524000" y="2688002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Quando um documento HTML é carregado em um navegador da web, ele se torna um objeto de documento. 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- O objeto de documento é o nó raiz do documento HTML.</a:t>
            </a:r>
          </a:p>
          <a:p>
            <a:r>
              <a:rPr lang="pt-BR" sz="2800" dirty="0">
                <a:latin typeface="Montserrat" panose="00000500000000000000" pitchFamily="2" charset="0"/>
              </a:rPr>
              <a:t>- O objeto de documento é acessado com:</a:t>
            </a:r>
          </a:p>
          <a:p>
            <a:r>
              <a:rPr lang="pt-BR" sz="2800" dirty="0">
                <a:latin typeface="Montserrat" panose="00000500000000000000" pitchFamily="2" charset="0"/>
              </a:rPr>
              <a:t>	</a:t>
            </a:r>
            <a:r>
              <a:rPr lang="pt-BR" sz="2800" b="1" dirty="0" err="1">
                <a:latin typeface="Montserrat" panose="00000500000000000000" pitchFamily="2" charset="0"/>
              </a:rPr>
              <a:t>window.document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dirty="0">
                <a:latin typeface="Montserrat" panose="00000500000000000000" pitchFamily="2" charset="0"/>
              </a:rPr>
              <a:t>ou apenas </a:t>
            </a:r>
            <a:r>
              <a:rPr lang="pt-BR" sz="2800" b="1" dirty="0" err="1">
                <a:latin typeface="Montserrat" panose="00000500000000000000" pitchFamily="2" charset="0"/>
              </a:rPr>
              <a:t>document</a:t>
            </a:r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en-US" sz="2800" dirty="0" err="1">
                <a:latin typeface="Montserrat" panose="00000500000000000000" pitchFamily="2" charset="0"/>
              </a:rPr>
              <a:t>Método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querySelector</a:t>
            </a:r>
            <a:r>
              <a:rPr lang="en-US" sz="2800" b="1" dirty="0">
                <a:latin typeface="Montserrat" panose="00000500000000000000" pitchFamily="2" charset="0"/>
              </a:rPr>
              <a:t>()</a:t>
            </a:r>
            <a:r>
              <a:rPr lang="en-US" sz="2800" dirty="0">
                <a:latin typeface="Montserrat" panose="00000500000000000000" pitchFamily="2" charset="0"/>
              </a:rPr>
              <a:t>: </a:t>
            </a:r>
            <a:r>
              <a:rPr lang="en-US" sz="2800" dirty="0" err="1">
                <a:latin typeface="Montserrat" panose="00000500000000000000" pitchFamily="2" charset="0"/>
              </a:rPr>
              <a:t>retorna</a:t>
            </a:r>
            <a:r>
              <a:rPr lang="en-US" sz="2800" dirty="0">
                <a:latin typeface="Montserrat" panose="00000500000000000000" pitchFamily="2" charset="0"/>
              </a:rPr>
              <a:t> o </a:t>
            </a:r>
            <a:r>
              <a:rPr lang="en-US" sz="2800" dirty="0" err="1">
                <a:latin typeface="Montserrat" panose="00000500000000000000" pitchFamily="2" charset="0"/>
              </a:rPr>
              <a:t>primeiro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elemento</a:t>
            </a:r>
            <a:r>
              <a:rPr lang="en-US" sz="2800" dirty="0">
                <a:latin typeface="Montserrat" panose="00000500000000000000" pitchFamily="2" charset="0"/>
              </a:rPr>
              <a:t> do </a:t>
            </a:r>
            <a:r>
              <a:rPr lang="en-US" sz="2800" dirty="0" err="1">
                <a:latin typeface="Montserrat" panose="00000500000000000000" pitchFamily="2" charset="0"/>
              </a:rPr>
              <a:t>documento</a:t>
            </a:r>
            <a:r>
              <a:rPr lang="en-US" sz="2800" dirty="0">
                <a:latin typeface="Montserrat" panose="00000500000000000000" pitchFamily="2" charset="0"/>
              </a:rPr>
              <a:t> que combine com a </a:t>
            </a:r>
            <a:r>
              <a:rPr lang="en-US" sz="2800" dirty="0" err="1">
                <a:latin typeface="Montserrat" panose="00000500000000000000" pitchFamily="2" charset="0"/>
              </a:rPr>
              <a:t>palavra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definida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pelo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método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  <a:endParaRPr lang="pt-BR" sz="2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285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3FEAD9A-4D34-650B-D6FF-F024D18D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C91AAC8-1681-E755-0DD7-0716CE193B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04BA488-CA77-E6C5-3AE2-A8EA495F15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C3EF5688-2504-D606-C57F-8D4513F9829F}"/>
              </a:ext>
            </a:extLst>
          </p:cNvPr>
          <p:cNvSpPr txBox="1"/>
          <p:nvPr/>
        </p:nvSpPr>
        <p:spPr>
          <a:xfrm>
            <a:off x="1964080" y="1297172"/>
            <a:ext cx="644039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Objeto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e HTML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D3A381-87ED-7C06-A0EA-EB6996E68D4C}"/>
              </a:ext>
            </a:extLst>
          </p:cNvPr>
          <p:cNvSpPr txBox="1"/>
          <p:nvPr/>
        </p:nvSpPr>
        <p:spPr>
          <a:xfrm>
            <a:off x="763952" y="2487568"/>
            <a:ext cx="835275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Montserrat" panose="00000500000000000000" pitchFamily="2" charset="0"/>
              </a:rPr>
              <a:t>var youtuber = {</a:t>
            </a:r>
            <a:r>
              <a:rPr lang="en-US" sz="2000" b="1" dirty="0" err="1">
                <a:latin typeface="Montserrat" panose="00000500000000000000" pitchFamily="2" charset="0"/>
              </a:rPr>
              <a:t>name:”Bial</a:t>
            </a:r>
            <a:r>
              <a:rPr lang="en-US" sz="2000" b="1" dirty="0">
                <a:latin typeface="Montserrat" panose="00000500000000000000" pitchFamily="2" charset="0"/>
              </a:rPr>
              <a:t>”, </a:t>
            </a:r>
            <a:r>
              <a:rPr lang="en-US" sz="2000" b="1" dirty="0" err="1">
                <a:latin typeface="Montserrat" panose="00000500000000000000" pitchFamily="2" charset="0"/>
              </a:rPr>
              <a:t>inscritos</a:t>
            </a:r>
            <a:r>
              <a:rPr lang="en-US" sz="2000" b="1" dirty="0">
                <a:latin typeface="Montserrat" panose="00000500000000000000" pitchFamily="2" charset="0"/>
              </a:rPr>
              <a:t>: 100};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console.log(youtuber);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endParaRPr lang="en-US" sz="2000" b="1" dirty="0">
              <a:latin typeface="Montserrat" panose="00000500000000000000" pitchFamily="2" charset="0"/>
            </a:endParaRPr>
          </a:p>
          <a:p>
            <a:r>
              <a:rPr lang="en-US" sz="2000" b="1" dirty="0">
                <a:latin typeface="Montserrat" panose="00000500000000000000" pitchFamily="2" charset="0"/>
              </a:rPr>
              <a:t>var youtuber = {</a:t>
            </a:r>
            <a:r>
              <a:rPr lang="en-US" sz="2000" b="1" dirty="0" err="1">
                <a:latin typeface="Montserrat" panose="00000500000000000000" pitchFamily="2" charset="0"/>
              </a:rPr>
              <a:t>name:”Bial</a:t>
            </a:r>
            <a:r>
              <a:rPr lang="en-US" sz="2000" b="1" dirty="0">
                <a:latin typeface="Montserrat" panose="00000500000000000000" pitchFamily="2" charset="0"/>
              </a:rPr>
              <a:t>”, </a:t>
            </a:r>
            <a:r>
              <a:rPr lang="en-US" sz="2000" b="1" dirty="0" err="1">
                <a:latin typeface="Montserrat" panose="00000500000000000000" pitchFamily="2" charset="0"/>
              </a:rPr>
              <a:t>inscritos</a:t>
            </a:r>
            <a:r>
              <a:rPr lang="en-US" sz="2000" b="1" dirty="0">
                <a:latin typeface="Montserrat" panose="00000500000000000000" pitchFamily="2" charset="0"/>
              </a:rPr>
              <a:t>: 100, </a:t>
            </a:r>
          </a:p>
          <a:p>
            <a:r>
              <a:rPr lang="en-US" sz="2000" b="1" dirty="0">
                <a:latin typeface="Montserrat" panose="00000500000000000000" pitchFamily="2" charset="0"/>
              </a:rPr>
              <a:t>	</a:t>
            </a:r>
            <a:r>
              <a:rPr lang="en-US" sz="2000" b="1" dirty="0" err="1">
                <a:latin typeface="Montserrat" panose="00000500000000000000" pitchFamily="2" charset="0"/>
              </a:rPr>
              <a:t>ganharInscritos</a:t>
            </a:r>
            <a:r>
              <a:rPr lang="en-US" sz="2000" b="1" dirty="0">
                <a:latin typeface="Montserrat" panose="00000500000000000000" pitchFamily="2" charset="0"/>
              </a:rPr>
              <a:t>()</a:t>
            </a:r>
          </a:p>
          <a:p>
            <a:r>
              <a:rPr lang="en-US" sz="2000" b="1" dirty="0">
                <a:latin typeface="Montserrat" panose="00000500000000000000" pitchFamily="2" charset="0"/>
              </a:rPr>
              <a:t>	{</a:t>
            </a:r>
          </a:p>
          <a:p>
            <a:r>
              <a:rPr lang="en-US" sz="2000" b="1" dirty="0">
                <a:latin typeface="Montserrat" panose="00000500000000000000" pitchFamily="2" charset="0"/>
              </a:rPr>
              <a:t>		</a:t>
            </a:r>
            <a:r>
              <a:rPr lang="en-US" sz="2000" b="1" dirty="0" err="1">
                <a:latin typeface="Montserrat" panose="00000500000000000000" pitchFamily="2" charset="0"/>
              </a:rPr>
              <a:t>youtuber.inscritos</a:t>
            </a:r>
            <a:r>
              <a:rPr lang="en-US" sz="2000" b="1" dirty="0">
                <a:latin typeface="Montserrat" panose="00000500000000000000" pitchFamily="2" charset="0"/>
              </a:rPr>
              <a:t>++</a:t>
            </a:r>
          </a:p>
          <a:p>
            <a:r>
              <a:rPr lang="en-US" sz="2000" b="1" dirty="0">
                <a:latin typeface="Montserrat" panose="00000500000000000000" pitchFamily="2" charset="0"/>
              </a:rPr>
              <a:t>	}</a:t>
            </a:r>
          </a:p>
          <a:p>
            <a:r>
              <a:rPr lang="en-US" sz="2000" b="1" dirty="0">
                <a:latin typeface="Montserrat" panose="00000500000000000000" pitchFamily="2" charset="0"/>
              </a:rPr>
              <a:t>};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console.log(</a:t>
            </a:r>
            <a:r>
              <a:rPr lang="pt-BR" sz="2000" dirty="0" err="1">
                <a:latin typeface="Montserrat" panose="00000500000000000000" pitchFamily="2" charset="0"/>
              </a:rPr>
              <a:t>youtuber.inscritos</a:t>
            </a:r>
            <a:r>
              <a:rPr lang="pt-BR" sz="2000" dirty="0">
                <a:latin typeface="Montserrat" panose="00000500000000000000" pitchFamily="2" charset="0"/>
              </a:rPr>
              <a:t>);</a:t>
            </a:r>
          </a:p>
          <a:p>
            <a:endParaRPr lang="pt-BR" sz="2000" dirty="0">
              <a:latin typeface="Montserrat" panose="00000500000000000000" pitchFamily="2" charset="0"/>
            </a:endParaRPr>
          </a:p>
          <a:p>
            <a:endParaRPr lang="pt-BR" sz="2000" dirty="0">
              <a:latin typeface="Montserrat" panose="00000500000000000000" pitchFamily="2" charset="0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var frase = “</a:t>
            </a:r>
            <a:r>
              <a:rPr lang="pt-BR" sz="2000" dirty="0" err="1">
                <a:latin typeface="Montserrat" panose="00000500000000000000" pitchFamily="2" charset="0"/>
              </a:rPr>
              <a:t>ola</a:t>
            </a:r>
            <a:r>
              <a:rPr lang="pt-BR" sz="2000" dirty="0">
                <a:latin typeface="Montserrat" panose="00000500000000000000" pitchFamily="2" charset="0"/>
              </a:rPr>
              <a:t> Bial”</a:t>
            </a:r>
          </a:p>
          <a:p>
            <a:r>
              <a:rPr lang="pt-BR" sz="2000" b="1" dirty="0">
                <a:solidFill>
                  <a:srgbClr val="FF0000"/>
                </a:solidFill>
                <a:latin typeface="Montserrat" panose="00000500000000000000" pitchFamily="2" charset="0"/>
              </a:rPr>
              <a:t>console.log</a:t>
            </a:r>
            <a:r>
              <a:rPr lang="pt-BR" sz="2000" dirty="0">
                <a:latin typeface="Montserrat" panose="00000500000000000000" pitchFamily="2" charset="0"/>
              </a:rPr>
              <a:t>(</a:t>
            </a:r>
            <a:r>
              <a:rPr lang="pt-BR" sz="2000" b="1" dirty="0" err="1">
                <a:latin typeface="Montserrat" panose="00000500000000000000" pitchFamily="2" charset="0"/>
              </a:rPr>
              <a:t>frase.replace</a:t>
            </a:r>
            <a:r>
              <a:rPr lang="pt-BR" sz="2000" dirty="0">
                <a:latin typeface="Montserrat" panose="00000500000000000000" pitchFamily="2" charset="0"/>
              </a:rPr>
              <a:t>(“</a:t>
            </a:r>
            <a:r>
              <a:rPr lang="pt-BR" sz="2000" dirty="0" err="1">
                <a:latin typeface="Montserrat" panose="00000500000000000000" pitchFamily="2" charset="0"/>
              </a:rPr>
              <a:t>Bial”,”Baby</a:t>
            </a:r>
            <a:r>
              <a:rPr lang="pt-BR" sz="2000" dirty="0">
                <a:latin typeface="Montserrat" panose="00000500000000000000" pitchFamily="2" charset="0"/>
              </a:rPr>
              <a:t>”));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92D7BD8-5BFE-BD44-5C04-75F81509C066}"/>
              </a:ext>
            </a:extLst>
          </p:cNvPr>
          <p:cNvSpPr txBox="1"/>
          <p:nvPr/>
        </p:nvSpPr>
        <p:spPr>
          <a:xfrm>
            <a:off x="1146411" y="7424677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FF0000"/>
                </a:solidFill>
              </a:rPr>
              <a:t>Objeto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também</a:t>
            </a:r>
            <a:r>
              <a:rPr lang="en-US" sz="1800" dirty="0">
                <a:solidFill>
                  <a:srgbClr val="FF0000"/>
                </a:solidFill>
              </a:rPr>
              <a:t> (do </a:t>
            </a:r>
            <a:r>
              <a:rPr lang="en-US" sz="1800" dirty="0" err="1">
                <a:solidFill>
                  <a:srgbClr val="FF0000"/>
                </a:solidFill>
              </a:rPr>
              <a:t>navegador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endParaRPr lang="pt-BR" sz="1800" dirty="0">
              <a:solidFill>
                <a:srgbClr val="FF0000"/>
              </a:solidFill>
            </a:endParaRP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B8AA8EC5-338E-8426-2A4C-CCCA5F8E419E}"/>
              </a:ext>
            </a:extLst>
          </p:cNvPr>
          <p:cNvCxnSpPr/>
          <p:nvPr/>
        </p:nvCxnSpPr>
        <p:spPr>
          <a:xfrm flipH="1" flipV="1">
            <a:off x="1624084" y="7194607"/>
            <a:ext cx="177421" cy="232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862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00C220C-83C0-72C4-428F-5A0A209D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D1B2845-7F64-E466-D840-A4B92F066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45" y="3367139"/>
            <a:ext cx="7259063" cy="3839111"/>
          </a:xfrm>
          <a:prstGeom prst="rect">
            <a:avLst/>
          </a:prstGeom>
        </p:spPr>
      </p:pic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F5D512B-9E00-E136-0EB2-B9F16CCAE6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BA47BCD-F11C-E394-9A01-0A8BEFC34D6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D54C2ED-58A9-8F8B-9384-069BE2150A1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 err="1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3300" b="1" i="0" u="none" strike="noStrike" cap="none" dirty="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9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CD0D55-BAB5-E27D-DD86-C8D049D1A538}"/>
              </a:ext>
            </a:extLst>
          </p:cNvPr>
          <p:cNvSpPr txBox="1"/>
          <p:nvPr/>
        </p:nvSpPr>
        <p:spPr>
          <a:xfrm>
            <a:off x="1187357" y="2336236"/>
            <a:ext cx="126651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Crie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uma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pagina</a:t>
            </a:r>
            <a:r>
              <a:rPr lang="en-US" sz="2800" dirty="0">
                <a:latin typeface="Montserrat" panose="00000500000000000000" pitchFamily="2" charset="0"/>
              </a:rPr>
              <a:t> web que </a:t>
            </a:r>
            <a:r>
              <a:rPr lang="en-US" sz="2800" dirty="0" err="1">
                <a:latin typeface="Montserrat" panose="00000500000000000000" pitchFamily="2" charset="0"/>
              </a:rPr>
              <a:t>tenha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uma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lampada</a:t>
            </a:r>
            <a:r>
              <a:rPr lang="en-US" sz="2800" dirty="0">
                <a:latin typeface="Montserrat" panose="00000500000000000000" pitchFamily="2" charset="0"/>
              </a:rPr>
              <a:t> que </a:t>
            </a:r>
            <a:r>
              <a:rPr lang="en-US" sz="2800" dirty="0" err="1">
                <a:latin typeface="Montserrat" panose="00000500000000000000" pitchFamily="2" charset="0"/>
              </a:rPr>
              <a:t>liga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ao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clicar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em</a:t>
            </a:r>
            <a:r>
              <a:rPr lang="en-US" sz="2800" dirty="0">
                <a:latin typeface="Montserrat" panose="00000500000000000000" pitchFamily="2" charset="0"/>
              </a:rPr>
              <a:t> um </a:t>
            </a:r>
            <a:r>
              <a:rPr lang="en-US" sz="2800" dirty="0" err="1">
                <a:latin typeface="Montserrat" panose="00000500000000000000" pitchFamily="2" charset="0"/>
              </a:rPr>
              <a:t>botão</a:t>
            </a:r>
            <a:r>
              <a:rPr lang="en-US" sz="2800" dirty="0">
                <a:latin typeface="Montserrat" panose="00000500000000000000" pitchFamily="2" charset="0"/>
              </a:rPr>
              <a:t>, e </a:t>
            </a:r>
            <a:r>
              <a:rPr lang="en-US" sz="2800" dirty="0" err="1">
                <a:latin typeface="Montserrat" panose="00000500000000000000" pitchFamily="2" charset="0"/>
              </a:rPr>
              <a:t>desliga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ao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clicar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em</a:t>
            </a:r>
            <a:r>
              <a:rPr lang="en-US" sz="2800" dirty="0">
                <a:latin typeface="Montserrat" panose="00000500000000000000" pitchFamily="2" charset="0"/>
              </a:rPr>
              <a:t> outro </a:t>
            </a:r>
            <a:r>
              <a:rPr lang="en-US" sz="2800" dirty="0" err="1">
                <a:latin typeface="Montserrat" panose="00000500000000000000" pitchFamily="2" charset="0"/>
              </a:rPr>
              <a:t>botão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  <a:endParaRPr lang="pt-BR" sz="2800" b="1" dirty="0">
              <a:latin typeface="Montserrat" panose="000005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B409EAB-7A11-C2E6-D3E5-F4199D4EB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508" y="3410118"/>
            <a:ext cx="6758343" cy="3466763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1644592-14E7-261B-7A5C-7A563479DFE6}"/>
              </a:ext>
            </a:extLst>
          </p:cNvPr>
          <p:cNvSpPr txBox="1"/>
          <p:nvPr/>
        </p:nvSpPr>
        <p:spPr>
          <a:xfrm>
            <a:off x="763952" y="7458567"/>
            <a:ext cx="165550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Use o objeto </a:t>
            </a:r>
            <a:r>
              <a:rPr lang="pt-BR" sz="2800" b="1" dirty="0" err="1">
                <a:latin typeface="Montserrat" panose="00000500000000000000" pitchFamily="2" charset="0"/>
              </a:rPr>
              <a:t>document</a:t>
            </a:r>
            <a:r>
              <a:rPr lang="pt-BR" sz="2800" dirty="0">
                <a:latin typeface="Montserrat" panose="00000500000000000000" pitchFamily="2" charset="0"/>
              </a:rPr>
              <a:t> e seu método </a:t>
            </a:r>
            <a:r>
              <a:rPr lang="pt-BR" sz="2800" b="1" dirty="0" err="1">
                <a:latin typeface="Montserrat" panose="00000500000000000000" pitchFamily="2" charset="0"/>
              </a:rPr>
              <a:t>getElementById</a:t>
            </a:r>
            <a:r>
              <a:rPr lang="pt-BR" sz="2800" dirty="0">
                <a:latin typeface="Montserrat" panose="00000500000000000000" pitchFamily="2" charset="0"/>
              </a:rPr>
              <a:t>(“&lt;</a:t>
            </a:r>
            <a:r>
              <a:rPr lang="pt-BR" sz="2800" dirty="0" err="1">
                <a:latin typeface="Montserrat" panose="00000500000000000000" pitchFamily="2" charset="0"/>
              </a:rPr>
              <a:t>nome_id</a:t>
            </a:r>
            <a:r>
              <a:rPr lang="pt-BR" sz="2800" dirty="0">
                <a:latin typeface="Montserrat" panose="00000500000000000000" pitchFamily="2" charset="0"/>
              </a:rPr>
              <a:t>&gt;”)</a:t>
            </a:r>
            <a:r>
              <a:rPr lang="pt-BR" sz="2800" b="1" dirty="0">
                <a:latin typeface="Montserrat" panose="00000500000000000000" pitchFamily="2" charset="0"/>
              </a:rPr>
              <a:t>.</a:t>
            </a:r>
            <a:r>
              <a:rPr lang="pt-BR" sz="2800" b="1" dirty="0" err="1">
                <a:latin typeface="Montserrat" panose="00000500000000000000" pitchFamily="2" charset="0"/>
              </a:rPr>
              <a:t>src</a:t>
            </a:r>
            <a:r>
              <a:rPr lang="pt-BR" sz="2800" dirty="0">
                <a:latin typeface="Montserrat" panose="00000500000000000000" pitchFamily="2" charset="0"/>
              </a:rPr>
              <a:t>=“&lt;figura&gt;”</a:t>
            </a:r>
          </a:p>
          <a:p>
            <a:endParaRPr lang="pt-BR" sz="2800" dirty="0">
              <a:latin typeface="Montserrat" panose="00000500000000000000" pitchFamily="2" charset="0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E882BB9-7838-55D9-FDE9-97BF950BDEEA}"/>
              </a:ext>
            </a:extLst>
          </p:cNvPr>
          <p:cNvSpPr/>
          <p:nvPr/>
        </p:nvSpPr>
        <p:spPr>
          <a:xfrm>
            <a:off x="600501" y="5991367"/>
            <a:ext cx="1146412" cy="1137831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AB96BE0F-D652-43FF-6F99-0217E415B694}"/>
              </a:ext>
            </a:extLst>
          </p:cNvPr>
          <p:cNvCxnSpPr/>
          <p:nvPr/>
        </p:nvCxnSpPr>
        <p:spPr>
          <a:xfrm flipV="1">
            <a:off x="1746913" y="5554639"/>
            <a:ext cx="7287905" cy="941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364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780</Words>
  <Application>Microsoft Office PowerPoint</Application>
  <PresentationFormat>Personalizar</PresentationFormat>
  <Paragraphs>152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Calibri</vt:lpstr>
      <vt:lpstr>Arial</vt:lpstr>
      <vt:lpstr>Bahnschrift SemiBold SemiConden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Isaias Dias</dc:creator>
  <cp:lastModifiedBy>Dunfrey Pires Aragão</cp:lastModifiedBy>
  <cp:revision>1</cp:revision>
  <dcterms:created xsi:type="dcterms:W3CDTF">2006-08-16T00:00:00Z</dcterms:created>
  <dcterms:modified xsi:type="dcterms:W3CDTF">2025-08-14T00:29:09Z</dcterms:modified>
</cp:coreProperties>
</file>