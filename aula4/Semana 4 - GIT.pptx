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72" r:id="rId3"/>
    <p:sldId id="273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5" r:id="rId14"/>
    <p:sldId id="284" r:id="rId15"/>
    <p:sldId id="286" r:id="rId16"/>
    <p:sldId id="287" r:id="rId17"/>
    <p:sldId id="288" r:id="rId18"/>
    <p:sldId id="289" r:id="rId19"/>
    <p:sldId id="290" r:id="rId20"/>
    <p:sldId id="292" r:id="rId21"/>
    <p:sldId id="291" r:id="rId22"/>
    <p:sldId id="293" r:id="rId23"/>
    <p:sldId id="294" r:id="rId24"/>
    <p:sldId id="295" r:id="rId25"/>
    <p:sldId id="296" r:id="rId26"/>
    <p:sldId id="297" r:id="rId27"/>
    <p:sldId id="299" r:id="rId28"/>
    <p:sldId id="298" r:id="rId29"/>
    <p:sldId id="261" r:id="rId30"/>
  </p:sldIdLst>
  <p:sldSz cx="18288000" cy="10287000"/>
  <p:notesSz cx="6858000" cy="9144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Lucida Console" panose="020B0609040504020204" pitchFamily="49" charset="0"/>
      <p:regular r:id="rId36"/>
    </p:embeddedFont>
    <p:embeddedFont>
      <p:font typeface="Montserrat" panose="000005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hEaYkUcXm3CrT2V5KTSinrpT4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B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9D3A0F-34EA-4DBD-8450-C2532E0436A1}" v="221" dt="2025-08-28T13:58:58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customschemas.google.com/relationships/presentationmetadata" Target="metadata"/><Relationship Id="rId20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frey Pires Aragão" userId="a7272183b7b4f9fa" providerId="LiveId" clId="{BC093FEF-2209-4052-BD12-23EF25E16502}"/>
    <pc:docChg chg="undo custSel addSld delSld modSld sldOrd">
      <pc:chgData name="Dunfrey Pires Aragão" userId="a7272183b7b4f9fa" providerId="LiveId" clId="{BC093FEF-2209-4052-BD12-23EF25E16502}" dt="2025-08-21T17:40:54.720" v="3038" actId="20577"/>
      <pc:docMkLst>
        <pc:docMk/>
      </pc:docMkLst>
      <pc:sldChg chg="del">
        <pc:chgData name="Dunfrey Pires Aragão" userId="a7272183b7b4f9fa" providerId="LiveId" clId="{BC093FEF-2209-4052-BD12-23EF25E16502}" dt="2025-08-17T15:47:32.243" v="1" actId="47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BC093FEF-2209-4052-BD12-23EF25E16502}" dt="2025-08-19T13:46:35.869" v="722" actId="1076"/>
        <pc:sldMkLst>
          <pc:docMk/>
          <pc:sldMk cId="2693772875" sldId="272"/>
        </pc:sldMkLst>
        <pc:spChg chg="mod">
          <ac:chgData name="Dunfrey Pires Aragão" userId="a7272183b7b4f9fa" providerId="LiveId" clId="{BC093FEF-2209-4052-BD12-23EF25E16502}" dt="2025-08-17T15:58:46.875" v="226" actId="20577"/>
          <ac:spMkLst>
            <pc:docMk/>
            <pc:sldMk cId="2693772875" sldId="272"/>
            <ac:spMk id="3" creationId="{FEAFA6B6-31A9-38C5-4A6A-6E56C623DAEB}"/>
          </ac:spMkLst>
        </pc:spChg>
      </pc:sldChg>
      <pc:sldChg chg="del">
        <pc:chgData name="Dunfrey Pires Aragão" userId="a7272183b7b4f9fa" providerId="LiveId" clId="{BC093FEF-2209-4052-BD12-23EF25E16502}" dt="2025-08-17T15:47:30.881" v="0" actId="47"/>
        <pc:sldMkLst>
          <pc:docMk/>
          <pc:sldMk cId="2610903633" sldId="276"/>
        </pc:sldMkLst>
      </pc:sldChg>
      <pc:sldChg chg="addSp delSp modSp mod ord">
        <pc:chgData name="Dunfrey Pires Aragão" userId="a7272183b7b4f9fa" providerId="LiveId" clId="{BC093FEF-2209-4052-BD12-23EF25E16502}" dt="2025-08-17T16:12:39.716" v="499" actId="20577"/>
        <pc:sldMkLst>
          <pc:docMk/>
          <pc:sldMk cId="1289493354" sldId="27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209825020" sldId="278"/>
        </pc:sldMkLst>
      </pc:sldChg>
      <pc:sldChg chg="addSp delSp modSp add mod">
        <pc:chgData name="Dunfrey Pires Aragão" userId="a7272183b7b4f9fa" providerId="LiveId" clId="{BC093FEF-2209-4052-BD12-23EF25E16502}" dt="2025-08-19T13:40:43.780" v="720" actId="14100"/>
        <pc:sldMkLst>
          <pc:docMk/>
          <pc:sldMk cId="3983019990" sldId="27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816410113" sldId="279"/>
        </pc:sldMkLst>
      </pc:sldChg>
      <pc:sldChg chg="addSp delSp modSp add mod">
        <pc:chgData name="Dunfrey Pires Aragão" userId="a7272183b7b4f9fa" providerId="LiveId" clId="{BC093FEF-2209-4052-BD12-23EF25E16502}" dt="2025-08-19T14:30:08.470" v="1411"/>
        <pc:sldMkLst>
          <pc:docMk/>
          <pc:sldMk cId="3967362222" sldId="279"/>
        </pc:sldMkLst>
      </pc:sldChg>
      <pc:sldChg chg="addSp modSp add mod">
        <pc:chgData name="Dunfrey Pires Aragão" userId="a7272183b7b4f9fa" providerId="LiveId" clId="{BC093FEF-2209-4052-BD12-23EF25E16502}" dt="2025-08-19T14:36:40.095" v="1620"/>
        <pc:sldMkLst>
          <pc:docMk/>
          <pc:sldMk cId="1742874426" sldId="28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5640942" sldId="280"/>
        </pc:sldMkLst>
      </pc:sldChg>
      <pc:sldChg chg="addSp delSp modSp add mod">
        <pc:chgData name="Dunfrey Pires Aragão" userId="a7272183b7b4f9fa" providerId="LiveId" clId="{BC093FEF-2209-4052-BD12-23EF25E16502}" dt="2025-08-19T14:56:33.326" v="2143" actId="207"/>
        <pc:sldMkLst>
          <pc:docMk/>
          <pc:sldMk cId="2089862149" sldId="281"/>
        </pc:sldMkLst>
      </pc:sldChg>
      <pc:sldChg chg="modSp add mod">
        <pc:chgData name="Dunfrey Pires Aragão" userId="a7272183b7b4f9fa" providerId="LiveId" clId="{BC093FEF-2209-4052-BD12-23EF25E16502}" dt="2025-08-19T14:56:28.402" v="2141" actId="207"/>
        <pc:sldMkLst>
          <pc:docMk/>
          <pc:sldMk cId="1890113241" sldId="28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577570395" sldId="283"/>
        </pc:sldMkLst>
      </pc:sldChg>
      <pc:sldChg chg="addSp delSp modSp add mod">
        <pc:chgData name="Dunfrey Pires Aragão" userId="a7272183b7b4f9fa" providerId="LiveId" clId="{BC093FEF-2209-4052-BD12-23EF25E16502}" dt="2025-08-19T14:56:23.079" v="2139" actId="113"/>
        <pc:sldMkLst>
          <pc:docMk/>
          <pc:sldMk cId="2973689496" sldId="283"/>
        </pc:sldMkLst>
      </pc:sldChg>
      <pc:sldChg chg="addSp delSp modSp add mod">
        <pc:chgData name="Dunfrey Pires Aragão" userId="a7272183b7b4f9fa" providerId="LiveId" clId="{BC093FEF-2209-4052-BD12-23EF25E16502}" dt="2025-08-19T14:56:13.399" v="2135" actId="113"/>
        <pc:sldMkLst>
          <pc:docMk/>
          <pc:sldMk cId="3181291770" sldId="28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BC093FEF-2209-4052-BD12-23EF25E16502}" dt="2025-08-19T14:55:57.784" v="2133" actId="20577"/>
        <pc:sldMkLst>
          <pc:docMk/>
          <pc:sldMk cId="448178509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437489870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805043110" sldId="286"/>
        </pc:sldMkLst>
      </pc:sldChg>
      <pc:sldChg chg="addSp delSp modSp add mod">
        <pc:chgData name="Dunfrey Pires Aragão" userId="a7272183b7b4f9fa" providerId="LiveId" clId="{BC093FEF-2209-4052-BD12-23EF25E16502}" dt="2025-08-19T14:58:28.555" v="2165" actId="1076"/>
        <pc:sldMkLst>
          <pc:docMk/>
          <pc:sldMk cId="4130277746" sldId="286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08817509" sldId="287"/>
        </pc:sldMkLst>
      </pc:sldChg>
      <pc:sldChg chg="addSp delSp modSp add del mod">
        <pc:chgData name="Dunfrey Pires Aragão" userId="a7272183b7b4f9fa" providerId="LiveId" clId="{BC093FEF-2209-4052-BD12-23EF25E16502}" dt="2025-08-21T01:07:05.213" v="2198" actId="47"/>
        <pc:sldMkLst>
          <pc:docMk/>
          <pc:sldMk cId="3274987948" sldId="28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32781362" sldId="288"/>
        </pc:sldMkLst>
      </pc:sldChg>
      <pc:sldChg chg="addSp delSp modSp add mod ord">
        <pc:chgData name="Dunfrey Pires Aragão" userId="a7272183b7b4f9fa" providerId="LiveId" clId="{BC093FEF-2209-4052-BD12-23EF25E16502}" dt="2025-08-19T15:04:31.584" v="2196"/>
        <pc:sldMkLst>
          <pc:docMk/>
          <pc:sldMk cId="1948615925" sldId="28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96054855" sldId="289"/>
        </pc:sldMkLst>
      </pc:sldChg>
      <pc:sldChg chg="addSp delSp modSp add mod">
        <pc:chgData name="Dunfrey Pires Aragão" userId="a7272183b7b4f9fa" providerId="LiveId" clId="{BC093FEF-2209-4052-BD12-23EF25E16502}" dt="2025-08-21T17:40:54.720" v="3038" actId="2057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BC093FEF-2209-4052-BD12-23EF25E16502}" dt="2025-08-21T01:46:11.290" v="2995" actId="1076"/>
        <pc:sldMkLst>
          <pc:docMk/>
          <pc:sldMk cId="1399810990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70906923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BC093FEF-2209-4052-BD12-23EF25E16502}" dt="2025-08-21T01:45:41.039" v="2987" actId="6549"/>
        <pc:sldMkLst>
          <pc:docMk/>
          <pc:sldMk cId="3290488586" sldId="291"/>
        </pc:sldMkLst>
      </pc:sldChg>
      <pc:sldChg chg="addSp delSp modSp add mod">
        <pc:chgData name="Dunfrey Pires Aragão" userId="a7272183b7b4f9fa" providerId="LiveId" clId="{BC093FEF-2209-4052-BD12-23EF25E16502}" dt="2025-08-21T01:45:36.613" v="2986" actId="20577"/>
        <pc:sldMkLst>
          <pc:docMk/>
          <pc:sldMk cId="63218480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9536377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134615" sldId="293"/>
        </pc:sldMkLst>
      </pc:sldChg>
      <pc:sldChg chg="add del">
        <pc:chgData name="Dunfrey Pires Aragão" userId="a7272183b7b4f9fa" providerId="LiveId" clId="{BC093FEF-2209-4052-BD12-23EF25E16502}" dt="2025-08-21T01:41:23.868" v="2954"/>
        <pc:sldMkLst>
          <pc:docMk/>
          <pc:sldMk cId="1050955040" sldId="293"/>
        </pc:sldMkLst>
      </pc:sldChg>
      <pc:sldChg chg="addSp delSp modSp add mod">
        <pc:chgData name="Dunfrey Pires Aragão" userId="a7272183b7b4f9fa" providerId="LiveId" clId="{BC093FEF-2209-4052-BD12-23EF25E16502}" dt="2025-08-21T01:48:20.461" v="3037" actId="1076"/>
        <pc:sldMkLst>
          <pc:docMk/>
          <pc:sldMk cId="3624316801" sldId="293"/>
        </pc:sldMkLst>
      </pc:sldChg>
      <pc:sldChg chg="add del">
        <pc:chgData name="Dunfrey Pires Aragão" userId="a7272183b7b4f9fa" providerId="LiveId" clId="{BC093FEF-2209-4052-BD12-23EF25E16502}" dt="2025-08-21T01:41:14.737" v="2952"/>
        <pc:sldMkLst>
          <pc:docMk/>
          <pc:sldMk cId="3866261861" sldId="293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967285722" sldId="29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81364848" sldId="29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02862243" sldId="296"/>
        </pc:sldMkLst>
      </pc:sldChg>
    </pc:docChg>
  </pc:docChgLst>
  <pc:docChgLst>
    <pc:chgData name="Dunfrey Pires Aragão" userId="a7272183b7b4f9fa" providerId="LiveId" clId="{BEBF720F-E34B-4E5A-9A0F-E29D0FE7B0FF}"/>
    <pc:docChg chg="undo redo custSel addSld delSld modSld sldOrd">
      <pc:chgData name="Dunfrey Pires Aragão" userId="a7272183b7b4f9fa" providerId="LiveId" clId="{BEBF720F-E34B-4E5A-9A0F-E29D0FE7B0FF}" dt="2025-08-05T18:34:44.692" v="3157" actId="14100"/>
      <pc:docMkLst>
        <pc:docMk/>
      </pc:docMkLst>
      <pc:sldChg chg="addSp delSp modSp mod modAnim">
        <pc:chgData name="Dunfrey Pires Aragão" userId="a7272183b7b4f9fa" providerId="LiveId" clId="{BEBF720F-E34B-4E5A-9A0F-E29D0FE7B0FF}" dt="2025-08-03T00:26:24.519" v="195" actId="1076"/>
        <pc:sldMkLst>
          <pc:docMk/>
          <pc:sldMk cId="0" sldId="257"/>
        </pc:sldMkLst>
      </pc:sldChg>
      <pc:sldChg chg="addSp modSp del mod ord">
        <pc:chgData name="Dunfrey Pires Aragão" userId="a7272183b7b4f9fa" providerId="LiveId" clId="{BEBF720F-E34B-4E5A-9A0F-E29D0FE7B0FF}" dt="2025-08-04T20:13:42.839" v="1814" actId="47"/>
        <pc:sldMkLst>
          <pc:docMk/>
          <pc:sldMk cId="0" sldId="258"/>
        </pc:sldMkLst>
      </pc:sldChg>
      <pc:sldChg chg="addSp modSp mod">
        <pc:chgData name="Dunfrey Pires Aragão" userId="a7272183b7b4f9fa" providerId="LiveId" clId="{BEBF720F-E34B-4E5A-9A0F-E29D0FE7B0FF}" dt="2025-08-03T23:37:13.899" v="706" actId="1076"/>
        <pc:sldMkLst>
          <pc:docMk/>
          <pc:sldMk cId="0" sldId="259"/>
        </pc:sldMkLst>
      </pc:sldChg>
      <pc:sldChg chg="addSp modSp mod modAnim">
        <pc:chgData name="Dunfrey Pires Aragão" userId="a7272183b7b4f9fa" providerId="LiveId" clId="{BEBF720F-E34B-4E5A-9A0F-E29D0FE7B0FF}" dt="2025-08-03T23:26:12.389" v="615"/>
        <pc:sldMkLst>
          <pc:docMk/>
          <pc:sldMk cId="0" sldId="260"/>
        </pc:sldMkLst>
      </pc:sldChg>
      <pc:sldChg chg="new del">
        <pc:chgData name="Dunfrey Pires Aragão" userId="a7272183b7b4f9fa" providerId="LiveId" clId="{BEBF720F-E34B-4E5A-9A0F-E29D0FE7B0FF}" dt="2025-08-02T19:52:11.856" v="1" actId="2696"/>
        <pc:sldMkLst>
          <pc:docMk/>
          <pc:sldMk cId="1450792625" sldId="262"/>
        </pc:sldMkLst>
      </pc:sldChg>
      <pc:sldChg chg="addSp delSp modSp add mod ord">
        <pc:chgData name="Dunfrey Pires Aragão" userId="a7272183b7b4f9fa" providerId="LiveId" clId="{BEBF720F-E34B-4E5A-9A0F-E29D0FE7B0FF}" dt="2025-08-03T23:37:28.969" v="708"/>
        <pc:sldMkLst>
          <pc:docMk/>
          <pc:sldMk cId="1458883685" sldId="262"/>
        </pc:sldMkLst>
      </pc:sldChg>
      <pc:sldChg chg="addSp modSp add mod modAnim">
        <pc:chgData name="Dunfrey Pires Aragão" userId="a7272183b7b4f9fa" providerId="LiveId" clId="{BEBF720F-E34B-4E5A-9A0F-E29D0FE7B0FF}" dt="2025-08-03T23:36:31.601" v="692"/>
        <pc:sldMkLst>
          <pc:docMk/>
          <pc:sldMk cId="4060919478" sldId="263"/>
        </pc:sldMkLst>
      </pc:sldChg>
      <pc:sldChg chg="addSp delSp modSp add mod ord">
        <pc:chgData name="Dunfrey Pires Aragão" userId="a7272183b7b4f9fa" providerId="LiveId" clId="{BEBF720F-E34B-4E5A-9A0F-E29D0FE7B0FF}" dt="2025-08-03T23:34:30.344" v="682" actId="1076"/>
        <pc:sldMkLst>
          <pc:docMk/>
          <pc:sldMk cId="2480116363" sldId="264"/>
        </pc:sldMkLst>
      </pc:sldChg>
      <pc:sldChg chg="addSp modSp add mod modAnim">
        <pc:chgData name="Dunfrey Pires Aragão" userId="a7272183b7b4f9fa" providerId="LiveId" clId="{BEBF720F-E34B-4E5A-9A0F-E29D0FE7B0FF}" dt="2025-08-03T23:41:13.713" v="766"/>
        <pc:sldMkLst>
          <pc:docMk/>
          <pc:sldMk cId="85031420" sldId="265"/>
        </pc:sldMkLst>
      </pc:sldChg>
      <pc:sldChg chg="addSp delSp modSp add mod modAnim">
        <pc:chgData name="Dunfrey Pires Aragão" userId="a7272183b7b4f9fa" providerId="LiveId" clId="{BEBF720F-E34B-4E5A-9A0F-E29D0FE7B0FF}" dt="2025-08-04T19:22:22.579" v="1619" actId="1076"/>
        <pc:sldMkLst>
          <pc:docMk/>
          <pc:sldMk cId="1611498639" sldId="266"/>
        </pc:sldMkLst>
      </pc:sldChg>
      <pc:sldChg chg="addSp delSp modSp add del mod">
        <pc:chgData name="Dunfrey Pires Aragão" userId="a7272183b7b4f9fa" providerId="LiveId" clId="{BEBF720F-E34B-4E5A-9A0F-E29D0FE7B0FF}" dt="2025-08-04T19:22:01.421" v="1617" actId="47"/>
        <pc:sldMkLst>
          <pc:docMk/>
          <pc:sldMk cId="1595534256" sldId="267"/>
        </pc:sldMkLst>
      </pc:sldChg>
      <pc:sldChg chg="addSp delSp modSp add mod">
        <pc:chgData name="Dunfrey Pires Aragão" userId="a7272183b7b4f9fa" providerId="LiveId" clId="{BEBF720F-E34B-4E5A-9A0F-E29D0FE7B0FF}" dt="2025-08-05T14:47:32.155" v="2832" actId="255"/>
        <pc:sldMkLst>
          <pc:docMk/>
          <pc:sldMk cId="2697673226" sldId="268"/>
        </pc:sldMkLst>
      </pc:sldChg>
      <pc:sldChg chg="new del">
        <pc:chgData name="Dunfrey Pires Aragão" userId="a7272183b7b4f9fa" providerId="LiveId" clId="{BEBF720F-E34B-4E5A-9A0F-E29D0FE7B0FF}" dt="2025-08-03T23:28:28.126" v="617" actId="47"/>
        <pc:sldMkLst>
          <pc:docMk/>
          <pc:sldMk cId="2739562512" sldId="268"/>
        </pc:sldMkLst>
      </pc:sldChg>
      <pc:sldChg chg="addSp delSp modSp add mod modAnim">
        <pc:chgData name="Dunfrey Pires Aragão" userId="a7272183b7b4f9fa" providerId="LiveId" clId="{BEBF720F-E34B-4E5A-9A0F-E29D0FE7B0FF}" dt="2025-08-04T19:34:43.735" v="1813" actId="1038"/>
        <pc:sldMkLst>
          <pc:docMk/>
          <pc:sldMk cId="2316104281" sldId="269"/>
        </pc:sldMkLst>
      </pc:sldChg>
      <pc:sldChg chg="addSp delSp modSp add mod">
        <pc:chgData name="Dunfrey Pires Aragão" userId="a7272183b7b4f9fa" providerId="LiveId" clId="{BEBF720F-E34B-4E5A-9A0F-E29D0FE7B0FF}" dt="2025-08-04T19:04:19.079" v="1555" actId="1076"/>
        <pc:sldMkLst>
          <pc:docMk/>
          <pc:sldMk cId="2115306864" sldId="270"/>
        </pc:sldMkLst>
      </pc:sldChg>
      <pc:sldChg chg="new del">
        <pc:chgData name="Dunfrey Pires Aragão" userId="a7272183b7b4f9fa" providerId="LiveId" clId="{BEBF720F-E34B-4E5A-9A0F-E29D0FE7B0FF}" dt="2025-08-04T20:13:51.259" v="1816" actId="47"/>
        <pc:sldMkLst>
          <pc:docMk/>
          <pc:sldMk cId="2085091797" sldId="271"/>
        </pc:sldMkLst>
      </pc:sldChg>
      <pc:sldChg chg="addSp modSp add mod">
        <pc:chgData name="Dunfrey Pires Aragão" userId="a7272183b7b4f9fa" providerId="LiveId" clId="{BEBF720F-E34B-4E5A-9A0F-E29D0FE7B0FF}" dt="2025-08-05T14:26:52.275" v="2327" actId="14100"/>
        <pc:sldMkLst>
          <pc:docMk/>
          <pc:sldMk cId="2301139209" sldId="271"/>
        </pc:sldMkLst>
      </pc:sldChg>
      <pc:sldChg chg="addSp modSp add mod">
        <pc:chgData name="Dunfrey Pires Aragão" userId="a7272183b7b4f9fa" providerId="LiveId" clId="{BEBF720F-E34B-4E5A-9A0F-E29D0FE7B0FF}" dt="2025-08-05T14:34:37.699" v="2566" actId="1076"/>
        <pc:sldMkLst>
          <pc:docMk/>
          <pc:sldMk cId="2693772875" sldId="272"/>
        </pc:sldMkLst>
        <pc:spChg chg="mod">
          <ac:chgData name="Dunfrey Pires Aragão" userId="a7272183b7b4f9fa" providerId="LiveId" clId="{BEBF720F-E34B-4E5A-9A0F-E29D0FE7B0FF}" dt="2025-08-05T14:27:50.354" v="2341" actId="20577"/>
          <ac:spMkLst>
            <pc:docMk/>
            <pc:sldMk cId="2693772875" sldId="272"/>
            <ac:spMk id="112" creationId="{BE948C0D-5CF7-1E55-F219-F6129DAB92D5}"/>
          </ac:spMkLst>
        </pc:spChg>
        <pc:picChg chg="mod">
          <ac:chgData name="Dunfrey Pires Aragão" userId="a7272183b7b4f9fa" providerId="LiveId" clId="{BEBF720F-E34B-4E5A-9A0F-E29D0FE7B0FF}" dt="2025-08-05T14:27:45.677" v="2330" actId="1076"/>
          <ac:picMkLst>
            <pc:docMk/>
            <pc:sldMk cId="2693772875" sldId="272"/>
            <ac:picMk id="110" creationId="{2874A6B9-94B0-057E-B30C-C9ADD914F5B7}"/>
          </ac:picMkLst>
        </pc:picChg>
        <pc:picChg chg="mod">
          <ac:chgData name="Dunfrey Pires Aragão" userId="a7272183b7b4f9fa" providerId="LiveId" clId="{BEBF720F-E34B-4E5A-9A0F-E29D0FE7B0FF}" dt="2025-08-05T14:27:46.082" v="2331" actId="1076"/>
          <ac:picMkLst>
            <pc:docMk/>
            <pc:sldMk cId="2693772875" sldId="272"/>
            <ac:picMk id="111" creationId="{5EBA16AA-4218-1A8E-6D6D-B0ED6BC05053}"/>
          </ac:picMkLst>
        </pc:picChg>
      </pc:sldChg>
      <pc:sldChg chg="addSp delSp modSp add mod">
        <pc:chgData name="Dunfrey Pires Aragão" userId="a7272183b7b4f9fa" providerId="LiveId" clId="{BEBF720F-E34B-4E5A-9A0F-E29D0FE7B0FF}" dt="2025-08-05T14:36:10.462" v="2616" actId="12"/>
        <pc:sldMkLst>
          <pc:docMk/>
          <pc:sldMk cId="872432489" sldId="273"/>
        </pc:sldMkLst>
      </pc:sldChg>
      <pc:sldChg chg="addSp modSp add mod">
        <pc:chgData name="Dunfrey Pires Aragão" userId="a7272183b7b4f9fa" providerId="LiveId" clId="{BEBF720F-E34B-4E5A-9A0F-E29D0FE7B0FF}" dt="2025-08-05T15:38:07.010" v="2930" actId="167"/>
        <pc:sldMkLst>
          <pc:docMk/>
          <pc:sldMk cId="2941323628" sldId="274"/>
        </pc:sldMkLst>
      </pc:sldChg>
      <pc:sldChg chg="delSp modSp add del mod">
        <pc:chgData name="Dunfrey Pires Aragão" userId="a7272183b7b4f9fa" providerId="LiveId" clId="{BEBF720F-E34B-4E5A-9A0F-E29D0FE7B0FF}" dt="2025-08-05T14:41:46.260" v="2730" actId="1076"/>
        <pc:sldMkLst>
          <pc:docMk/>
          <pc:sldMk cId="1906933139" sldId="275"/>
        </pc:sldMkLst>
      </pc:sldChg>
      <pc:sldChg chg="addSp modSp add mod ord">
        <pc:chgData name="Dunfrey Pires Aragão" userId="a7272183b7b4f9fa" providerId="LiveId" clId="{BEBF720F-E34B-4E5A-9A0F-E29D0FE7B0FF}" dt="2025-08-05T14:38:25.112" v="2687" actId="20577"/>
        <pc:sldMkLst>
          <pc:docMk/>
          <pc:sldMk cId="2610903633" sldId="276"/>
        </pc:sldMkLst>
      </pc:sldChg>
      <pc:sldChg chg="addSp modSp add mod">
        <pc:chgData name="Dunfrey Pires Aragão" userId="a7272183b7b4f9fa" providerId="LiveId" clId="{BEBF720F-E34B-4E5A-9A0F-E29D0FE7B0FF}" dt="2025-08-05T17:28:47.324" v="2997"/>
        <pc:sldMkLst>
          <pc:docMk/>
          <pc:sldMk cId="513384730" sldId="277"/>
        </pc:sldMkLst>
      </pc:sldChg>
      <pc:sldChg chg="new del">
        <pc:chgData name="Dunfrey Pires Aragão" userId="a7272183b7b4f9fa" providerId="LiveId" clId="{BEBF720F-E34B-4E5A-9A0F-E29D0FE7B0FF}" dt="2025-08-05T15:45:04.082" v="2932" actId="680"/>
        <pc:sldMkLst>
          <pc:docMk/>
          <pc:sldMk cId="3280849938" sldId="277"/>
        </pc:sldMkLst>
      </pc:sldChg>
      <pc:sldChg chg="addSp delSp modSp add mod">
        <pc:chgData name="Dunfrey Pires Aragão" userId="a7272183b7b4f9fa" providerId="LiveId" clId="{BEBF720F-E34B-4E5A-9A0F-E29D0FE7B0FF}" dt="2025-08-05T17:39:46.146" v="3023" actId="14100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BEBF720F-E34B-4E5A-9A0F-E29D0FE7B0FF}" dt="2025-08-05T17:42:55.307" v="3036" actId="1076"/>
        <pc:sldMkLst>
          <pc:docMk/>
          <pc:sldMk cId="4276310836" sldId="279"/>
        </pc:sldMkLst>
      </pc:sldChg>
      <pc:sldChg chg="addSp delSp modSp add mod">
        <pc:chgData name="Dunfrey Pires Aragão" userId="a7272183b7b4f9fa" providerId="LiveId" clId="{BEBF720F-E34B-4E5A-9A0F-E29D0FE7B0FF}" dt="2025-08-05T18:31:02.711" v="3137" actId="1076"/>
        <pc:sldMkLst>
          <pc:docMk/>
          <pc:sldMk cId="833210588" sldId="280"/>
        </pc:sldMkLst>
      </pc:sldChg>
      <pc:sldChg chg="new del">
        <pc:chgData name="Dunfrey Pires Aragão" userId="a7272183b7b4f9fa" providerId="LiveId" clId="{BEBF720F-E34B-4E5A-9A0F-E29D0FE7B0FF}" dt="2025-08-05T18:32:41.638" v="3140" actId="47"/>
        <pc:sldMkLst>
          <pc:docMk/>
          <pc:sldMk cId="3312444262" sldId="281"/>
        </pc:sldMkLst>
      </pc:sldChg>
      <pc:sldChg chg="addSp delSp modSp add mod">
        <pc:chgData name="Dunfrey Pires Aragão" userId="a7272183b7b4f9fa" providerId="LiveId" clId="{BEBF720F-E34B-4E5A-9A0F-E29D0FE7B0FF}" dt="2025-08-05T18:34:44.692" v="3157" actId="14100"/>
        <pc:sldMkLst>
          <pc:docMk/>
          <pc:sldMk cId="2037166137" sldId="282"/>
        </pc:sldMkLst>
      </pc:sldChg>
      <pc:sldChg chg="add del">
        <pc:chgData name="Dunfrey Pires Aragão" userId="a7272183b7b4f9fa" providerId="LiveId" clId="{BEBF720F-E34B-4E5A-9A0F-E29D0FE7B0FF}" dt="2025-08-05T18:32:54.693" v="3144"/>
        <pc:sldMkLst>
          <pc:docMk/>
          <pc:sldMk cId="224136690" sldId="283"/>
        </pc:sldMkLst>
      </pc:sldChg>
      <pc:sldMasterChg chg="delSldLayout">
        <pc:chgData name="Dunfrey Pires Aragão" userId="a7272183b7b4f9fa" providerId="LiveId" clId="{BEBF720F-E34B-4E5A-9A0F-E29D0FE7B0FF}" dt="2025-08-05T18:32:41.638" v="3140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BEBF720F-E34B-4E5A-9A0F-E29D0FE7B0FF}" dt="2025-08-02T19:52:11.856" v="1" actId="2696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unfrey Pires Aragão" userId="a7272183b7b4f9fa" providerId="LiveId" clId="{BEBF720F-E34B-4E5A-9A0F-E29D0FE7B0FF}" dt="2025-08-03T23:28:28.126" v="617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Dunfrey Pires Aragão" userId="a7272183b7b4f9fa" providerId="LiveId" clId="{BEBF720F-E34B-4E5A-9A0F-E29D0FE7B0FF}" dt="2025-08-04T20:13:51.259" v="1816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unfrey Pires Aragão" userId="a7272183b7b4f9fa" providerId="LiveId" clId="{BEBF720F-E34B-4E5A-9A0F-E29D0FE7B0FF}" dt="2025-08-05T18:32:41.638" v="3140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  <pc:docChgLst>
    <pc:chgData name="Dunfrey Pires Aragão" userId="a7272183b7b4f9fa" providerId="LiveId" clId="{C5A2FD75-C252-4619-88C8-ACAA7B112D69}"/>
    <pc:docChg chg="undo custSel addSld delSld modSld sldOrd">
      <pc:chgData name="Dunfrey Pires Aragão" userId="a7272183b7b4f9fa" providerId="LiveId" clId="{C5A2FD75-C252-4619-88C8-ACAA7B112D69}" dt="2025-08-14T00:28:58.513" v="4541"/>
      <pc:docMkLst>
        <pc:docMk/>
      </pc:docMkLst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7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60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458883685" sldId="262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060919478" sldId="26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80116363" sldId="26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5031420" sldId="265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611498639" sldId="26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697673226" sldId="26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316104281" sldId="26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115306864" sldId="270"/>
        </pc:sldMkLst>
      </pc:sldChg>
      <pc:sldChg chg="modSp mod">
        <pc:chgData name="Dunfrey Pires Aragão" userId="a7272183b7b4f9fa" providerId="LiveId" clId="{C5A2FD75-C252-4619-88C8-ACAA7B112D69}" dt="2025-08-06T18:57:31.341" v="302" actId="15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C5A2FD75-C252-4619-88C8-ACAA7B112D69}" dt="2025-08-08T19:28:25.535" v="917"/>
        <pc:sldMkLst>
          <pc:docMk/>
          <pc:sldMk cId="2693772875" sldId="272"/>
        </pc:sldMkLst>
        <pc:spChg chg="add mod">
          <ac:chgData name="Dunfrey Pires Aragão" userId="a7272183b7b4f9fa" providerId="LiveId" clId="{C5A2FD75-C252-4619-88C8-ACAA7B112D69}" dt="2025-08-08T19:18:57.199" v="912" actId="1076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C5A2FD75-C252-4619-88C8-ACAA7B112D69}" dt="2025-08-08T19:08:46.299" v="817" actId="20577"/>
          <ac:spMkLst>
            <pc:docMk/>
            <pc:sldMk cId="2693772875" sldId="272"/>
            <ac:spMk id="112" creationId="{BE948C0D-5CF7-1E55-F219-F6129DAB92D5}"/>
          </ac:spMkLst>
        </pc:spChg>
        <pc:picChg chg="add del">
          <ac:chgData name="Dunfrey Pires Aragão" userId="a7272183b7b4f9fa" providerId="LiveId" clId="{C5A2FD75-C252-4619-88C8-ACAA7B112D69}" dt="2025-08-08T19:08:19.882" v="766" actId="478"/>
          <ac:picMkLst>
            <pc:docMk/>
            <pc:sldMk cId="2693772875" sldId="272"/>
            <ac:picMk id="110" creationId="{2874A6B9-94B0-057E-B30C-C9ADD914F5B7}"/>
          </ac:picMkLst>
        </pc:picChg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72432489" sldId="27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941323628" sldId="27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906933139" sldId="275"/>
        </pc:sldMkLst>
      </pc:sldChg>
      <pc:sldChg chg="modSp mod">
        <pc:chgData name="Dunfrey Pires Aragão" userId="a7272183b7b4f9fa" providerId="LiveId" clId="{C5A2FD75-C252-4619-88C8-ACAA7B112D69}" dt="2025-08-06T18:27:14.213" v="43" actId="20577"/>
        <pc:sldMkLst>
          <pc:docMk/>
          <pc:sldMk cId="2610903633" sldId="27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513384730" sldId="277"/>
        </pc:sldMkLst>
      </pc:sldChg>
      <pc:sldChg chg="modSp add mod">
        <pc:chgData name="Dunfrey Pires Aragão" userId="a7272183b7b4f9fa" providerId="LiveId" clId="{C5A2FD75-C252-4619-88C8-ACAA7B112D69}" dt="2025-08-08T19:28:58.848" v="929" actId="1076"/>
        <pc:sldMkLst>
          <pc:docMk/>
          <pc:sldMk cId="1289493354" sldId="277"/>
        </pc:sldMkLst>
      </pc:sldChg>
      <pc:sldChg chg="addSp delSp modSp add mod ord">
        <pc:chgData name="Dunfrey Pires Aragão" userId="a7272183b7b4f9fa" providerId="LiveId" clId="{C5A2FD75-C252-4619-88C8-ACAA7B112D69}" dt="2025-08-11T18:53:18.055" v="1853" actId="20577"/>
        <pc:sldMkLst>
          <pc:docMk/>
          <pc:sldMk cId="1209825020" sldId="27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C5A2FD75-C252-4619-88C8-ACAA7B112D69}" dt="2025-08-11T18:51:12.776" v="1791" actId="1076"/>
        <pc:sldMkLst>
          <pc:docMk/>
          <pc:sldMk cId="816410113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276310836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33210588" sldId="280"/>
        </pc:sldMkLst>
      </pc:sldChg>
      <pc:sldChg chg="addSp delSp modSp add mod">
        <pc:chgData name="Dunfrey Pires Aragão" userId="a7272183b7b4f9fa" providerId="LiveId" clId="{C5A2FD75-C252-4619-88C8-ACAA7B112D69}" dt="2025-08-11T19:01:03.826" v="1864" actId="14100"/>
        <pc:sldMkLst>
          <pc:docMk/>
          <pc:sldMk cId="4275640942" sldId="280"/>
        </pc:sldMkLst>
      </pc:sldChg>
      <pc:sldChg chg="add del">
        <pc:chgData name="Dunfrey Pires Aragão" userId="a7272183b7b4f9fa" providerId="LiveId" clId="{C5A2FD75-C252-4619-88C8-ACAA7B112D69}" dt="2025-08-11T19:01:08.105" v="1865" actId="47"/>
        <pc:sldMkLst>
          <pc:docMk/>
          <pc:sldMk cId="4121033361" sldId="281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037166137" sldId="282"/>
        </pc:sldMkLst>
      </pc:sldChg>
      <pc:sldChg chg="add del">
        <pc:chgData name="Dunfrey Pires Aragão" userId="a7272183b7b4f9fa" providerId="LiveId" clId="{C5A2FD75-C252-4619-88C8-ACAA7B112D69}" dt="2025-08-11T19:01:08.737" v="1866" actId="47"/>
        <pc:sldMkLst>
          <pc:docMk/>
          <pc:sldMk cId="3379580487" sldId="282"/>
        </pc:sldMkLst>
      </pc:sldChg>
      <pc:sldChg chg="addSp delSp modSp add mod ord">
        <pc:chgData name="Dunfrey Pires Aragão" userId="a7272183b7b4f9fa" providerId="LiveId" clId="{C5A2FD75-C252-4619-88C8-ACAA7B112D69}" dt="2025-08-11T18:50:26.214" v="1785" actId="20577"/>
        <pc:sldMkLst>
          <pc:docMk/>
          <pc:sldMk cId="2577570395" sldId="283"/>
        </pc:sldMkLst>
      </pc:sldChg>
      <pc:sldChg chg="new del">
        <pc:chgData name="Dunfrey Pires Aragão" userId="a7272183b7b4f9fa" providerId="LiveId" clId="{C5A2FD75-C252-4619-88C8-ACAA7B112D69}" dt="2025-08-08T19:29:11.212" v="931" actId="680"/>
        <pc:sldMkLst>
          <pc:docMk/>
          <pc:sldMk cId="413737103" sldId="284"/>
        </pc:sldMkLst>
      </pc:sldChg>
      <pc:sldChg chg="delSp modSp add mod ord">
        <pc:chgData name="Dunfrey Pires Aragão" userId="a7272183b7b4f9fa" providerId="LiveId" clId="{C5A2FD75-C252-4619-88C8-ACAA7B112D69}" dt="2025-08-11T19:30:42.511" v="2317" actId="103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C5A2FD75-C252-4619-88C8-ACAA7B112D69}" dt="2025-08-11T19:38:08.147" v="2426" actId="1076"/>
        <pc:sldMkLst>
          <pc:docMk/>
          <pc:sldMk cId="2437489870" sldId="285"/>
        </pc:sldMkLst>
      </pc:sldChg>
      <pc:sldChg chg="addSp delSp modSp add mod">
        <pc:chgData name="Dunfrey Pires Aragão" userId="a7272183b7b4f9fa" providerId="LiveId" clId="{C5A2FD75-C252-4619-88C8-ACAA7B112D69}" dt="2025-08-11T19:37:22.016" v="2421" actId="1076"/>
        <pc:sldMkLst>
          <pc:docMk/>
          <pc:sldMk cId="3805043110" sldId="286"/>
        </pc:sldMkLst>
      </pc:sldChg>
      <pc:sldChg chg="new del">
        <pc:chgData name="Dunfrey Pires Aragão" userId="a7272183b7b4f9fa" providerId="LiveId" clId="{C5A2FD75-C252-4619-88C8-ACAA7B112D69}" dt="2025-08-12T00:00:59.426" v="2428" actId="2696"/>
        <pc:sldMkLst>
          <pc:docMk/>
          <pc:sldMk cId="1402331715" sldId="287"/>
        </pc:sldMkLst>
      </pc:sldChg>
      <pc:sldChg chg="addSp delSp modSp add mod">
        <pc:chgData name="Dunfrey Pires Aragão" userId="a7272183b7b4f9fa" providerId="LiveId" clId="{C5A2FD75-C252-4619-88C8-ACAA7B112D69}" dt="2025-08-12T00:53:20.308" v="2881" actId="20577"/>
        <pc:sldMkLst>
          <pc:docMk/>
          <pc:sldMk cId="2308817509" sldId="287"/>
        </pc:sldMkLst>
      </pc:sldChg>
      <pc:sldChg chg="modSp add mod">
        <pc:chgData name="Dunfrey Pires Aragão" userId="a7272183b7b4f9fa" providerId="LiveId" clId="{C5A2FD75-C252-4619-88C8-ACAA7B112D69}" dt="2025-08-12T13:32:46.704" v="3162" actId="20577"/>
        <pc:sldMkLst>
          <pc:docMk/>
          <pc:sldMk cId="1132781362" sldId="288"/>
        </pc:sldMkLst>
      </pc:sldChg>
      <pc:sldChg chg="add del">
        <pc:chgData name="Dunfrey Pires Aragão" userId="a7272183b7b4f9fa" providerId="LiveId" clId="{C5A2FD75-C252-4619-88C8-ACAA7B112D69}" dt="2025-08-12T00:45:05.509" v="2872" actId="47"/>
        <pc:sldMkLst>
          <pc:docMk/>
          <pc:sldMk cId="1538180366" sldId="288"/>
        </pc:sldMkLst>
      </pc:sldChg>
      <pc:sldChg chg="addSp modSp add mod ord">
        <pc:chgData name="Dunfrey Pires Aragão" userId="a7272183b7b4f9fa" providerId="LiveId" clId="{C5A2FD75-C252-4619-88C8-ACAA7B112D69}" dt="2025-08-12T00:57:53.017" v="3126" actId="1076"/>
        <pc:sldMkLst>
          <pc:docMk/>
          <pc:sldMk cId="96054855" sldId="289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939929158" sldId="290"/>
        </pc:sldMkLst>
      </pc:sldChg>
      <pc:sldChg chg="addSp modSp add mod">
        <pc:chgData name="Dunfrey Pires Aragão" userId="a7272183b7b4f9fa" providerId="LiveId" clId="{C5A2FD75-C252-4619-88C8-ACAA7B112D69}" dt="2025-08-12T16:21:37.699" v="3604" actId="20577"/>
        <pc:sldMkLst>
          <pc:docMk/>
          <pc:sldMk cId="2370906923" sldId="290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1001297686" sldId="291"/>
        </pc:sldMkLst>
      </pc:sldChg>
      <pc:sldChg chg="addSp delSp modSp add mod ord">
        <pc:chgData name="Dunfrey Pires Aragão" userId="a7272183b7b4f9fa" providerId="LiveId" clId="{C5A2FD75-C252-4619-88C8-ACAA7B112D69}" dt="2025-08-12T13:48:02.858" v="3508" actId="113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C5A2FD75-C252-4619-88C8-ACAA7B112D69}" dt="2025-08-12T16:29:26.500" v="3887" actId="1076"/>
        <pc:sldMkLst>
          <pc:docMk/>
          <pc:sldMk cId="1195363776" sldId="292"/>
        </pc:sldMkLst>
      </pc:sldChg>
      <pc:sldChg chg="addSp modSp add mod ord">
        <pc:chgData name="Dunfrey Pires Aragão" userId="a7272183b7b4f9fa" providerId="LiveId" clId="{C5A2FD75-C252-4619-88C8-ACAA7B112D69}" dt="2025-08-14T00:28:58.513" v="4541"/>
        <pc:sldMkLst>
          <pc:docMk/>
          <pc:sldMk cId="427134615" sldId="293"/>
        </pc:sldMkLst>
      </pc:sldChg>
      <pc:sldChg chg="addSp delSp modSp add mod ord">
        <pc:chgData name="Dunfrey Pires Aragão" userId="a7272183b7b4f9fa" providerId="LiveId" clId="{C5A2FD75-C252-4619-88C8-ACAA7B112D69}" dt="2025-08-14T00:28:36.648" v="4539"/>
        <pc:sldMkLst>
          <pc:docMk/>
          <pc:sldMk cId="3967285722" sldId="294"/>
        </pc:sldMkLst>
      </pc:sldChg>
      <pc:sldChg chg="addSp delSp modSp add mod ord">
        <pc:chgData name="Dunfrey Pires Aragão" userId="a7272183b7b4f9fa" providerId="LiveId" clId="{C5A2FD75-C252-4619-88C8-ACAA7B112D69}" dt="2025-08-14T00:28:30.502" v="4537"/>
        <pc:sldMkLst>
          <pc:docMk/>
          <pc:sldMk cId="2381364848" sldId="295"/>
        </pc:sldMkLst>
      </pc:sldChg>
      <pc:sldChg chg="new del">
        <pc:chgData name="Dunfrey Pires Aragão" userId="a7272183b7b4f9fa" providerId="LiveId" clId="{C5A2FD75-C252-4619-88C8-ACAA7B112D69}" dt="2025-08-14T00:12:50" v="4208" actId="47"/>
        <pc:sldMkLst>
          <pc:docMk/>
          <pc:sldMk cId="259556705" sldId="296"/>
        </pc:sldMkLst>
      </pc:sldChg>
      <pc:sldChg chg="addSp modSp add mod">
        <pc:chgData name="Dunfrey Pires Aragão" userId="a7272183b7b4f9fa" providerId="LiveId" clId="{C5A2FD75-C252-4619-88C8-ACAA7B112D69}" dt="2025-08-14T00:20:41.181" v="4533" actId="1076"/>
        <pc:sldMkLst>
          <pc:docMk/>
          <pc:sldMk cId="1102862243" sldId="296"/>
        </pc:sldMkLst>
      </pc:sldChg>
      <pc:sldMasterChg chg="delSldLayout">
        <pc:chgData name="Dunfrey Pires Aragão" userId="a7272183b7b4f9fa" providerId="LiveId" clId="{C5A2FD75-C252-4619-88C8-ACAA7B112D69}" dt="2025-08-14T00:12:50" v="4208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C5A2FD75-C252-4619-88C8-ACAA7B112D69}" dt="2025-08-12T00:00:59.426" v="2428" actId="2696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Dunfrey Pires Aragão" userId="a7272183b7b4f9fa" providerId="LiveId" clId="{C5A2FD75-C252-4619-88C8-ACAA7B112D69}" dt="2025-08-14T00:12:50" v="4208" actId="47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  <pc:docChgLst>
    <pc:chgData name="Dunfrey Pires Aragão" userId="a7272183b7b4f9fa" providerId="LiveId" clId="{AF0DBD31-B8D2-47FF-A3D2-71D5A8072E7E}"/>
    <pc:docChg chg="undo redo custSel addSld delSld modSld sldOrd">
      <pc:chgData name="Dunfrey Pires Aragão" userId="a7272183b7b4f9fa" providerId="LiveId" clId="{AF0DBD31-B8D2-47FF-A3D2-71D5A8072E7E}" dt="2025-08-26T16:10:28.750" v="1749" actId="1037"/>
      <pc:docMkLst>
        <pc:docMk/>
      </pc:docMkLst>
      <pc:sldChg chg="addSp delSp modSp mod">
        <pc:chgData name="Dunfrey Pires Aragão" userId="a7272183b7b4f9fa" providerId="LiveId" clId="{AF0DBD31-B8D2-47FF-A3D2-71D5A8072E7E}" dt="2025-08-25T22:54:14.090" v="41" actId="20577"/>
        <pc:sldMkLst>
          <pc:docMk/>
          <pc:sldMk cId="2693772875" sldId="272"/>
        </pc:sldMkLst>
        <pc:spChg chg="mod">
          <ac:chgData name="Dunfrey Pires Aragão" userId="a7272183b7b4f9fa" providerId="LiveId" clId="{AF0DBD31-B8D2-47FF-A3D2-71D5A8072E7E}" dt="2025-08-25T22:54:14.090" v="41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AF0DBD31-B8D2-47FF-A3D2-71D5A8072E7E}" dt="2025-08-25T22:53:12.126" v="26"/>
          <ac:spMkLst>
            <pc:docMk/>
            <pc:sldMk cId="2693772875" sldId="272"/>
            <ac:spMk id="112" creationId="{BE948C0D-5CF7-1E55-F219-F6129DAB92D5}"/>
          </ac:spMkLst>
        </pc:spChg>
      </pc:sldChg>
      <pc:sldChg chg="addSp modSp add mod">
        <pc:chgData name="Dunfrey Pires Aragão" userId="a7272183b7b4f9fa" providerId="LiveId" clId="{AF0DBD31-B8D2-47FF-A3D2-71D5A8072E7E}" dt="2025-08-25T22:56:21.723" v="91" actId="1076"/>
        <pc:sldMkLst>
          <pc:docMk/>
          <pc:sldMk cId="2777992100" sldId="273"/>
        </pc:sldMkLst>
      </pc:sldChg>
      <pc:sldChg chg="addSp delSp modSp add del mod">
        <pc:chgData name="Dunfrey Pires Aragão" userId="a7272183b7b4f9fa" providerId="LiveId" clId="{AF0DBD31-B8D2-47FF-A3D2-71D5A8072E7E}" dt="2025-08-26T16:07:12.851" v="1736" actId="47"/>
        <pc:sldMkLst>
          <pc:docMk/>
          <pc:sldMk cId="1809379589" sldId="274"/>
        </pc:sldMkLst>
      </pc:sldChg>
      <pc:sldChg chg="addSp modSp add mod">
        <pc:chgData name="Dunfrey Pires Aragão" userId="a7272183b7b4f9fa" providerId="LiveId" clId="{AF0DBD31-B8D2-47FF-A3D2-71D5A8072E7E}" dt="2025-08-25T22:57:22.961" v="115" actId="403"/>
        <pc:sldMkLst>
          <pc:docMk/>
          <pc:sldMk cId="1785984796" sldId="275"/>
        </pc:sldMkLst>
      </pc:sldChg>
      <pc:sldChg chg="addSp delSp modSp add mod">
        <pc:chgData name="Dunfrey Pires Aragão" userId="a7272183b7b4f9fa" providerId="LiveId" clId="{AF0DBD31-B8D2-47FF-A3D2-71D5A8072E7E}" dt="2025-08-25T22:59:26.011" v="154" actId="1076"/>
        <pc:sldMkLst>
          <pc:docMk/>
          <pc:sldMk cId="99185344" sldId="276"/>
        </pc:sldMkLst>
      </pc:sldChg>
      <pc:sldChg chg="del">
        <pc:chgData name="Dunfrey Pires Aragão" userId="a7272183b7b4f9fa" providerId="LiveId" clId="{AF0DBD31-B8D2-47FF-A3D2-71D5A8072E7E}" dt="2025-08-25T22:48:09.564" v="1" actId="47"/>
        <pc:sldMkLst>
          <pc:docMk/>
          <pc:sldMk cId="1289493354" sldId="277"/>
        </pc:sldMkLst>
      </pc:sldChg>
      <pc:sldChg chg="addSp delSp modSp add mod">
        <pc:chgData name="Dunfrey Pires Aragão" userId="a7272183b7b4f9fa" providerId="LiveId" clId="{AF0DBD31-B8D2-47FF-A3D2-71D5A8072E7E}" dt="2025-08-25T23:01:31.709" v="199" actId="1076"/>
        <pc:sldMkLst>
          <pc:docMk/>
          <pc:sldMk cId="2537415451" sldId="277"/>
        </pc:sldMkLst>
      </pc:sldChg>
      <pc:sldChg chg="addSp delSp modSp add mod">
        <pc:chgData name="Dunfrey Pires Aragão" userId="a7272183b7b4f9fa" providerId="LiveId" clId="{AF0DBD31-B8D2-47FF-A3D2-71D5A8072E7E}" dt="2025-08-26T16:07:37.725" v="1746" actId="1036"/>
        <pc:sldMkLst>
          <pc:docMk/>
          <pc:sldMk cId="3444229016" sldId="27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83019990" sldId="278"/>
        </pc:sldMkLst>
      </pc:sldChg>
      <pc:sldChg chg="addSp delSp modSp add mod">
        <pc:chgData name="Dunfrey Pires Aragão" userId="a7272183b7b4f9fa" providerId="LiveId" clId="{AF0DBD31-B8D2-47FF-A3D2-71D5A8072E7E}" dt="2025-08-25T23:23:46.467" v="375" actId="115"/>
        <pc:sldMkLst>
          <pc:docMk/>
          <pc:sldMk cId="1213054393" sldId="27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67362222" sldId="27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742874426" sldId="280"/>
        </pc:sldMkLst>
      </pc:sldChg>
      <pc:sldChg chg="addSp delSp modSp add mod">
        <pc:chgData name="Dunfrey Pires Aragão" userId="a7272183b7b4f9fa" providerId="LiveId" clId="{AF0DBD31-B8D2-47FF-A3D2-71D5A8072E7E}" dt="2025-08-25T23:29:30.044" v="434"/>
        <pc:sldMkLst>
          <pc:docMk/>
          <pc:sldMk cId="2155939721" sldId="280"/>
        </pc:sldMkLst>
      </pc:sldChg>
      <pc:sldChg chg="addSp delSp modSp add mod">
        <pc:chgData name="Dunfrey Pires Aragão" userId="a7272183b7b4f9fa" providerId="LiveId" clId="{AF0DBD31-B8D2-47FF-A3D2-71D5A8072E7E}" dt="2025-08-25T23:40:47.755" v="532"/>
        <pc:sldMkLst>
          <pc:docMk/>
          <pc:sldMk cId="1230389461" sldId="28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089862149" sldId="28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890113241" sldId="282"/>
        </pc:sldMkLst>
      </pc:sldChg>
      <pc:sldChg chg="addSp delSp modSp add mod">
        <pc:chgData name="Dunfrey Pires Aragão" userId="a7272183b7b4f9fa" providerId="LiveId" clId="{AF0DBD31-B8D2-47FF-A3D2-71D5A8072E7E}" dt="2025-08-26T16:10:28.750" v="1749" actId="1037"/>
        <pc:sldMkLst>
          <pc:docMk/>
          <pc:sldMk cId="4075041728" sldId="282"/>
        </pc:sldMkLst>
      </pc:sldChg>
      <pc:sldChg chg="addSp modSp add mod">
        <pc:chgData name="Dunfrey Pires Aragão" userId="a7272183b7b4f9fa" providerId="LiveId" clId="{AF0DBD31-B8D2-47FF-A3D2-71D5A8072E7E}" dt="2025-08-26T00:09:00.915" v="708" actId="1035"/>
        <pc:sldMkLst>
          <pc:docMk/>
          <pc:sldMk cId="512337633" sldId="283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973689496" sldId="283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181291770" sldId="284"/>
        </pc:sldMkLst>
      </pc:sldChg>
      <pc:sldChg chg="addSp delSp modSp add mod">
        <pc:chgData name="Dunfrey Pires Aragão" userId="a7272183b7b4f9fa" providerId="LiveId" clId="{AF0DBD31-B8D2-47FF-A3D2-71D5A8072E7E}" dt="2025-08-26T00:15:47.137" v="810" actId="1076"/>
        <pc:sldMkLst>
          <pc:docMk/>
          <pc:sldMk cId="3621015451" sldId="284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48178509" sldId="285"/>
        </pc:sldMkLst>
      </pc:sldChg>
      <pc:sldChg chg="addSp modSp add mod ord">
        <pc:chgData name="Dunfrey Pires Aragão" userId="a7272183b7b4f9fa" providerId="LiveId" clId="{AF0DBD31-B8D2-47FF-A3D2-71D5A8072E7E}" dt="2025-08-26T00:13:14.010" v="765"/>
        <pc:sldMkLst>
          <pc:docMk/>
          <pc:sldMk cId="755647164" sldId="285"/>
        </pc:sldMkLst>
      </pc:sldChg>
      <pc:sldChg chg="addSp delSp modSp add mod">
        <pc:chgData name="Dunfrey Pires Aragão" userId="a7272183b7b4f9fa" providerId="LiveId" clId="{AF0DBD31-B8D2-47FF-A3D2-71D5A8072E7E}" dt="2025-08-26T01:34:01.713" v="910" actId="20577"/>
        <pc:sldMkLst>
          <pc:docMk/>
          <pc:sldMk cId="1595746387" sldId="286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130277746" sldId="286"/>
        </pc:sldMkLst>
      </pc:sldChg>
      <pc:sldChg chg="addSp modSp add mod">
        <pc:chgData name="Dunfrey Pires Aragão" userId="a7272183b7b4f9fa" providerId="LiveId" clId="{AF0DBD31-B8D2-47FF-A3D2-71D5A8072E7E}" dt="2025-08-26T01:35:34.745" v="928" actId="1076"/>
        <pc:sldMkLst>
          <pc:docMk/>
          <pc:sldMk cId="3741163756" sldId="287"/>
        </pc:sldMkLst>
      </pc:sldChg>
      <pc:sldChg chg="addSp delSp modSp add mod">
        <pc:chgData name="Dunfrey Pires Aragão" userId="a7272183b7b4f9fa" providerId="LiveId" clId="{AF0DBD31-B8D2-47FF-A3D2-71D5A8072E7E}" dt="2025-08-26T01:40:00.603" v="1001" actId="20577"/>
        <pc:sldMkLst>
          <pc:docMk/>
          <pc:sldMk cId="955532757" sldId="28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948615925" sldId="28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AF0DBD31-B8D2-47FF-A3D2-71D5A8072E7E}" dt="2025-08-26T01:46:01.301" v="1087" actId="14100"/>
        <pc:sldMkLst>
          <pc:docMk/>
          <pc:sldMk cId="3327209629" sldId="28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399810990" sldId="290"/>
        </pc:sldMkLst>
      </pc:sldChg>
      <pc:sldChg chg="addSp delSp modSp add mod">
        <pc:chgData name="Dunfrey Pires Aragão" userId="a7272183b7b4f9fa" providerId="LiveId" clId="{AF0DBD31-B8D2-47FF-A3D2-71D5A8072E7E}" dt="2025-08-26T01:49:14.357" v="1258" actId="1076"/>
        <pc:sldMkLst>
          <pc:docMk/>
          <pc:sldMk cId="2174839300" sldId="290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290488586" sldId="291"/>
        </pc:sldMkLst>
      </pc:sldChg>
      <pc:sldChg chg="addSp delSp modSp add del mod">
        <pc:chgData name="Dunfrey Pires Aragão" userId="a7272183b7b4f9fa" providerId="LiveId" clId="{AF0DBD31-B8D2-47FF-A3D2-71D5A8072E7E}" dt="2025-08-26T01:54:22.769" v="1280" actId="47"/>
        <pc:sldMkLst>
          <pc:docMk/>
          <pc:sldMk cId="3357546054" sldId="29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632184806" sldId="292"/>
        </pc:sldMkLst>
      </pc:sldChg>
      <pc:sldChg chg="addSp delSp modSp add mod">
        <pc:chgData name="Dunfrey Pires Aragão" userId="a7272183b7b4f9fa" providerId="LiveId" clId="{AF0DBD31-B8D2-47FF-A3D2-71D5A8072E7E}" dt="2025-08-26T01:55:08.347" v="1288" actId="1076"/>
        <pc:sldMkLst>
          <pc:docMk/>
          <pc:sldMk cId="1267227549" sldId="292"/>
        </pc:sldMkLst>
      </pc:sldChg>
      <pc:sldChg chg="addSp delSp modSp add mod">
        <pc:chgData name="Dunfrey Pires Aragão" userId="a7272183b7b4f9fa" providerId="LiveId" clId="{AF0DBD31-B8D2-47FF-A3D2-71D5A8072E7E}" dt="2025-08-26T02:05:28.841" v="1322" actId="1076"/>
        <pc:sldMkLst>
          <pc:docMk/>
          <pc:sldMk cId="1960935585" sldId="293"/>
        </pc:sldMkLst>
      </pc:sldChg>
      <pc:sldChg chg="del">
        <pc:chgData name="Dunfrey Pires Aragão" userId="a7272183b7b4f9fa" providerId="LiveId" clId="{AF0DBD31-B8D2-47FF-A3D2-71D5A8072E7E}" dt="2025-08-25T22:48:04.441" v="0" actId="47"/>
        <pc:sldMkLst>
          <pc:docMk/>
          <pc:sldMk cId="3624316801" sldId="293"/>
        </pc:sldMkLst>
      </pc:sldChg>
      <pc:sldChg chg="addSp delSp modSp add mod">
        <pc:chgData name="Dunfrey Pires Aragão" userId="a7272183b7b4f9fa" providerId="LiveId" clId="{AF0DBD31-B8D2-47FF-A3D2-71D5A8072E7E}" dt="2025-08-26T02:08:37.592" v="1364" actId="1076"/>
        <pc:sldMkLst>
          <pc:docMk/>
          <pc:sldMk cId="1597760224" sldId="294"/>
        </pc:sldMkLst>
      </pc:sldChg>
      <pc:sldChg chg="addSp delSp modSp add mod">
        <pc:chgData name="Dunfrey Pires Aragão" userId="a7272183b7b4f9fa" providerId="LiveId" clId="{AF0DBD31-B8D2-47FF-A3D2-71D5A8072E7E}" dt="2025-08-26T02:15:29.557" v="1411" actId="1076"/>
        <pc:sldMkLst>
          <pc:docMk/>
          <pc:sldMk cId="3521384937" sldId="295"/>
        </pc:sldMkLst>
      </pc:sldChg>
      <pc:sldChg chg="addSp delSp modSp add mod">
        <pc:chgData name="Dunfrey Pires Aragão" userId="a7272183b7b4f9fa" providerId="LiveId" clId="{AF0DBD31-B8D2-47FF-A3D2-71D5A8072E7E}" dt="2025-08-26T15:50:56.463" v="1534" actId="1076"/>
        <pc:sldMkLst>
          <pc:docMk/>
          <pc:sldMk cId="934565050" sldId="296"/>
        </pc:sldMkLst>
      </pc:sldChg>
      <pc:sldChg chg="delSp modSp add mod">
        <pc:chgData name="Dunfrey Pires Aragão" userId="a7272183b7b4f9fa" providerId="LiveId" clId="{AF0DBD31-B8D2-47FF-A3D2-71D5A8072E7E}" dt="2025-08-26T15:58:13.365" v="1632" actId="20577"/>
        <pc:sldMkLst>
          <pc:docMk/>
          <pc:sldMk cId="577453922" sldId="297"/>
        </pc:sldMkLst>
      </pc:sldChg>
      <pc:sldChg chg="addSp modSp add del mod">
        <pc:chgData name="Dunfrey Pires Aragão" userId="a7272183b7b4f9fa" providerId="LiveId" clId="{AF0DBD31-B8D2-47FF-A3D2-71D5A8072E7E}" dt="2025-08-26T16:01:57.904" v="1686" actId="47"/>
        <pc:sldMkLst>
          <pc:docMk/>
          <pc:sldMk cId="264067451" sldId="298"/>
        </pc:sldMkLst>
      </pc:sldChg>
      <pc:sldChg chg="addSp modSp add mod">
        <pc:chgData name="Dunfrey Pires Aragão" userId="a7272183b7b4f9fa" providerId="LiveId" clId="{AF0DBD31-B8D2-47FF-A3D2-71D5A8072E7E}" dt="2025-08-26T16:00:24.230" v="1666" actId="1076"/>
        <pc:sldMkLst>
          <pc:docMk/>
          <pc:sldMk cId="872351133" sldId="299"/>
        </pc:sldMkLst>
      </pc:sldChg>
      <pc:sldChg chg="addSp delSp modSp add mod">
        <pc:chgData name="Dunfrey Pires Aragão" userId="a7272183b7b4f9fa" providerId="LiveId" clId="{AF0DBD31-B8D2-47FF-A3D2-71D5A8072E7E}" dt="2025-08-26T16:02:23.199" v="1693" actId="1076"/>
        <pc:sldMkLst>
          <pc:docMk/>
          <pc:sldMk cId="3010182672" sldId="300"/>
        </pc:sldMkLst>
      </pc:sldChg>
      <pc:sldChg chg="add">
        <pc:chgData name="Dunfrey Pires Aragão" userId="a7272183b7b4f9fa" providerId="LiveId" clId="{AF0DBD31-B8D2-47FF-A3D2-71D5A8072E7E}" dt="2025-08-26T16:02:25.017" v="1694"/>
        <pc:sldMkLst>
          <pc:docMk/>
          <pc:sldMk cId="2837892893" sldId="301"/>
        </pc:sldMkLst>
      </pc:sldChg>
      <pc:sldChg chg="addSp delSp modSp add mod">
        <pc:chgData name="Dunfrey Pires Aragão" userId="a7272183b7b4f9fa" providerId="LiveId" clId="{AF0DBD31-B8D2-47FF-A3D2-71D5A8072E7E}" dt="2025-08-26T16:04:16.428" v="1715" actId="14100"/>
        <pc:sldMkLst>
          <pc:docMk/>
          <pc:sldMk cId="2346775664" sldId="302"/>
        </pc:sldMkLst>
      </pc:sldChg>
      <pc:sldChg chg="modSp add mod">
        <pc:chgData name="Dunfrey Pires Aragão" userId="a7272183b7b4f9fa" providerId="LiveId" clId="{AF0DBD31-B8D2-47FF-A3D2-71D5A8072E7E}" dt="2025-08-26T16:06:35.591" v="1735" actId="20577"/>
        <pc:sldMkLst>
          <pc:docMk/>
          <pc:sldMk cId="1834463686" sldId="303"/>
        </pc:sldMkLst>
      </pc:sldChg>
    </pc:docChg>
  </pc:docChgLst>
  <pc:docChgLst>
    <pc:chgData name="Dunfrey Pires Aragão" userId="a7272183b7b4f9fa" providerId="LiveId" clId="{119D3A0F-34EA-4DBD-8450-C2532E0436A1}"/>
    <pc:docChg chg="undo custSel addSld delSld modSld sldOrd">
      <pc:chgData name="Dunfrey Pires Aragão" userId="a7272183b7b4f9fa" providerId="LiveId" clId="{119D3A0F-34EA-4DBD-8450-C2532E0436A1}" dt="2025-08-28T14:00:34.284" v="3318" actId="14100"/>
      <pc:docMkLst>
        <pc:docMk/>
      </pc:docMkLst>
      <pc:sldChg chg="modSp add del mod">
        <pc:chgData name="Dunfrey Pires Aragão" userId="a7272183b7b4f9fa" providerId="LiveId" clId="{119D3A0F-34EA-4DBD-8450-C2532E0436A1}" dt="2025-08-27T23:03:24.211" v="122" actId="20577"/>
        <pc:sldMkLst>
          <pc:docMk/>
          <pc:sldMk cId="2693772875" sldId="272"/>
        </pc:sldMkLst>
        <pc:spChg chg="mod">
          <ac:chgData name="Dunfrey Pires Aragão" userId="a7272183b7b4f9fa" providerId="LiveId" clId="{119D3A0F-34EA-4DBD-8450-C2532E0436A1}" dt="2025-08-27T23:03:24.211" v="122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119D3A0F-34EA-4DBD-8450-C2532E0436A1}" dt="2025-08-27T22:58:59.414" v="2" actId="20577"/>
          <ac:spMkLst>
            <pc:docMk/>
            <pc:sldMk cId="2693772875" sldId="272"/>
            <ac:spMk id="112" creationId="{BE948C0D-5CF7-1E55-F219-F6129DAB92D5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777992100" sldId="273"/>
        </pc:sldMkLst>
      </pc:sldChg>
      <pc:sldChg chg="modSp add mod">
        <pc:chgData name="Dunfrey Pires Aragão" userId="a7272183b7b4f9fa" providerId="LiveId" clId="{119D3A0F-34EA-4DBD-8450-C2532E0436A1}" dt="2025-08-27T23:06:32.412" v="274" actId="113"/>
        <pc:sldMkLst>
          <pc:docMk/>
          <pc:sldMk cId="3903808442" sldId="273"/>
        </pc:sldMkLst>
        <pc:spChg chg="mod">
          <ac:chgData name="Dunfrey Pires Aragão" userId="a7272183b7b4f9fa" providerId="LiveId" clId="{119D3A0F-34EA-4DBD-8450-C2532E0436A1}" dt="2025-08-27T23:06:32.412" v="274" actId="113"/>
          <ac:spMkLst>
            <pc:docMk/>
            <pc:sldMk cId="3903808442" sldId="273"/>
            <ac:spMk id="3" creationId="{6F09F800-1693-D1ED-5565-F7F42714F534}"/>
          </ac:spMkLst>
        </pc:spChg>
      </pc:sldChg>
      <pc:sldChg chg="addSp modSp add del mod ord">
        <pc:chgData name="Dunfrey Pires Aragão" userId="a7272183b7b4f9fa" providerId="LiveId" clId="{119D3A0F-34EA-4DBD-8450-C2532E0436A1}" dt="2025-08-27T23:12:28.663" v="472" actId="47"/>
        <pc:sldMkLst>
          <pc:docMk/>
          <pc:sldMk cId="3797725400" sldId="274"/>
        </pc:sldMkLst>
        <pc:spChg chg="mod">
          <ac:chgData name="Dunfrey Pires Aragão" userId="a7272183b7b4f9fa" providerId="LiveId" clId="{119D3A0F-34EA-4DBD-8450-C2532E0436A1}" dt="2025-08-27T23:11:50.733" v="468" actId="113"/>
          <ac:spMkLst>
            <pc:docMk/>
            <pc:sldMk cId="3797725400" sldId="274"/>
            <ac:spMk id="3" creationId="{EECDE660-4251-9EFD-CD3F-D9E85A6060D7}"/>
          </ac:spMkLst>
        </pc:spChg>
        <pc:spChg chg="add mod">
          <ac:chgData name="Dunfrey Pires Aragão" userId="a7272183b7b4f9fa" providerId="LiveId" clId="{119D3A0F-34EA-4DBD-8450-C2532E0436A1}" dt="2025-08-27T23:08:25.849" v="296" actId="403"/>
          <ac:spMkLst>
            <pc:docMk/>
            <pc:sldMk cId="3797725400" sldId="274"/>
            <ac:spMk id="4" creationId="{9C5A24A3-AEDA-8BD8-ED35-6FD3525BA04D}"/>
          </ac:spMkLst>
        </pc:spChg>
        <pc:spChg chg="add mod">
          <ac:chgData name="Dunfrey Pires Aragão" userId="a7272183b7b4f9fa" providerId="LiveId" clId="{119D3A0F-34EA-4DBD-8450-C2532E0436A1}" dt="2025-08-27T23:10:31.695" v="442" actId="1037"/>
          <ac:spMkLst>
            <pc:docMk/>
            <pc:sldMk cId="3797725400" sldId="274"/>
            <ac:spMk id="6" creationId="{30EC239E-99A2-F37A-04DB-8ABB7CB3D8F0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785984796" sldId="275"/>
        </pc:sldMkLst>
      </pc:sldChg>
      <pc:sldChg chg="addSp modSp add mod">
        <pc:chgData name="Dunfrey Pires Aragão" userId="a7272183b7b4f9fa" providerId="LiveId" clId="{119D3A0F-34EA-4DBD-8450-C2532E0436A1}" dt="2025-08-27T23:28:38.399" v="780" actId="20577"/>
        <pc:sldMkLst>
          <pc:docMk/>
          <pc:sldMk cId="4036805717" sldId="275"/>
        </pc:sldMkLst>
        <pc:spChg chg="mod">
          <ac:chgData name="Dunfrey Pires Aragão" userId="a7272183b7b4f9fa" providerId="LiveId" clId="{119D3A0F-34EA-4DBD-8450-C2532E0436A1}" dt="2025-08-27T23:12:06.408" v="471" actId="113"/>
          <ac:spMkLst>
            <pc:docMk/>
            <pc:sldMk cId="4036805717" sldId="275"/>
            <ac:spMk id="3" creationId="{21958D2C-4E2B-F5EC-051B-F4DDECEB72E7}"/>
          </ac:spMkLst>
        </pc:spChg>
        <pc:spChg chg="mod">
          <ac:chgData name="Dunfrey Pires Aragão" userId="a7272183b7b4f9fa" providerId="LiveId" clId="{119D3A0F-34EA-4DBD-8450-C2532E0436A1}" dt="2025-08-27T23:28:38.399" v="780" actId="20577"/>
          <ac:spMkLst>
            <pc:docMk/>
            <pc:sldMk cId="4036805717" sldId="275"/>
            <ac:spMk id="4" creationId="{B81D1931-4266-191D-433D-F9EFAB6F90EF}"/>
          </ac:spMkLst>
        </pc:spChg>
        <pc:spChg chg="add mod">
          <ac:chgData name="Dunfrey Pires Aragão" userId="a7272183b7b4f9fa" providerId="LiveId" clId="{119D3A0F-34EA-4DBD-8450-C2532E0436A1}" dt="2025-08-27T23:11:21.656" v="459" actId="403"/>
          <ac:spMkLst>
            <pc:docMk/>
            <pc:sldMk cId="4036805717" sldId="275"/>
            <ac:spMk id="5" creationId="{3A5E2A14-5357-2748-2086-E23E1EAF6B2C}"/>
          </ac:spMkLst>
        </pc:spChg>
        <pc:spChg chg="mod">
          <ac:chgData name="Dunfrey Pires Aragão" userId="a7272183b7b4f9fa" providerId="LiveId" clId="{119D3A0F-34EA-4DBD-8450-C2532E0436A1}" dt="2025-08-27T23:11:07.961" v="452" actId="1076"/>
          <ac:spMkLst>
            <pc:docMk/>
            <pc:sldMk cId="4036805717" sldId="275"/>
            <ac:spMk id="6" creationId="{C775FBF6-DD42-407D-C440-409C7CFE4488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9185344" sldId="276"/>
        </pc:sldMkLst>
      </pc:sldChg>
      <pc:sldChg chg="addSp delSp modSp add mod setBg">
        <pc:chgData name="Dunfrey Pires Aragão" userId="a7272183b7b4f9fa" providerId="LiveId" clId="{119D3A0F-34EA-4DBD-8450-C2532E0436A1}" dt="2025-08-27T23:16:21.619" v="512" actId="20577"/>
        <pc:sldMkLst>
          <pc:docMk/>
          <pc:sldMk cId="2276371994" sldId="276"/>
        </pc:sldMkLst>
        <pc:spChg chg="add">
          <ac:chgData name="Dunfrey Pires Aragão" userId="a7272183b7b4f9fa" providerId="LiveId" clId="{119D3A0F-34EA-4DBD-8450-C2532E0436A1}" dt="2025-08-27T23:15:02.245" v="482"/>
          <ac:spMkLst>
            <pc:docMk/>
            <pc:sldMk cId="2276371994" sldId="276"/>
            <ac:spMk id="2" creationId="{22F4C6C0-B7B1-5421-B2AA-2C4B7A130FD2}"/>
          </ac:spMkLst>
        </pc:spChg>
        <pc:spChg chg="mod">
          <ac:chgData name="Dunfrey Pires Aragão" userId="a7272183b7b4f9fa" providerId="LiveId" clId="{119D3A0F-34EA-4DBD-8450-C2532E0436A1}" dt="2025-08-27T23:16:21.619" v="512" actId="20577"/>
          <ac:spMkLst>
            <pc:docMk/>
            <pc:sldMk cId="2276371994" sldId="276"/>
            <ac:spMk id="3" creationId="{4811A5E3-4CAA-8DF4-4224-0DD09B6FF12B}"/>
          </ac:spMkLst>
        </pc:spChg>
        <pc:spChg chg="del">
          <ac:chgData name="Dunfrey Pires Aragão" userId="a7272183b7b4f9fa" providerId="LiveId" clId="{119D3A0F-34EA-4DBD-8450-C2532E0436A1}" dt="2025-08-27T23:14:56.895" v="481" actId="478"/>
          <ac:spMkLst>
            <pc:docMk/>
            <pc:sldMk cId="2276371994" sldId="276"/>
            <ac:spMk id="4" creationId="{5897A573-AAB4-52AC-0768-2740462D87CD}"/>
          </ac:spMkLst>
        </pc:spChg>
        <pc:spChg chg="del">
          <ac:chgData name="Dunfrey Pires Aragão" userId="a7272183b7b4f9fa" providerId="LiveId" clId="{119D3A0F-34EA-4DBD-8450-C2532E0436A1}" dt="2025-08-27T23:14:53.087" v="479" actId="478"/>
          <ac:spMkLst>
            <pc:docMk/>
            <pc:sldMk cId="2276371994" sldId="276"/>
            <ac:spMk id="5" creationId="{3E092498-9A6F-3C12-1C06-82B838A6FBB5}"/>
          </ac:spMkLst>
        </pc:spChg>
        <pc:spChg chg="del">
          <ac:chgData name="Dunfrey Pires Aragão" userId="a7272183b7b4f9fa" providerId="LiveId" clId="{119D3A0F-34EA-4DBD-8450-C2532E0436A1}" dt="2025-08-27T23:14:54.759" v="480" actId="478"/>
          <ac:spMkLst>
            <pc:docMk/>
            <pc:sldMk cId="2276371994" sldId="276"/>
            <ac:spMk id="6" creationId="{1E569C30-12EF-8E83-B298-90164BBB459D}"/>
          </ac:spMkLst>
        </pc:spChg>
      </pc:sldChg>
      <pc:sldChg chg="addSp modSp add mod">
        <pc:chgData name="Dunfrey Pires Aragão" userId="a7272183b7b4f9fa" providerId="LiveId" clId="{119D3A0F-34EA-4DBD-8450-C2532E0436A1}" dt="2025-08-27T23:19:04.591" v="569" actId="20577"/>
        <pc:sldMkLst>
          <pc:docMk/>
          <pc:sldMk cId="2002624183" sldId="277"/>
        </pc:sldMkLst>
        <pc:spChg chg="mod">
          <ac:chgData name="Dunfrey Pires Aragão" userId="a7272183b7b4f9fa" providerId="LiveId" clId="{119D3A0F-34EA-4DBD-8450-C2532E0436A1}" dt="2025-08-27T23:19:04.591" v="569" actId="20577"/>
          <ac:spMkLst>
            <pc:docMk/>
            <pc:sldMk cId="2002624183" sldId="277"/>
            <ac:spMk id="3" creationId="{3604D133-14A8-2320-F0C0-2F152A86C5EF}"/>
          </ac:spMkLst>
        </pc:spChg>
        <pc:spChg chg="add mod">
          <ac:chgData name="Dunfrey Pires Aragão" userId="a7272183b7b4f9fa" providerId="LiveId" clId="{119D3A0F-34EA-4DBD-8450-C2532E0436A1}" dt="2025-08-27T23:17:58.580" v="555" actId="1076"/>
          <ac:spMkLst>
            <pc:docMk/>
            <pc:sldMk cId="2002624183" sldId="277"/>
            <ac:spMk id="4" creationId="{9262E875-64E2-1AF1-0AB3-FDA569E8913D}"/>
          </ac:spMkLst>
        </pc:spChg>
        <pc:spChg chg="add mod">
          <ac:chgData name="Dunfrey Pires Aragão" userId="a7272183b7b4f9fa" providerId="LiveId" clId="{119D3A0F-34EA-4DBD-8450-C2532E0436A1}" dt="2025-08-27T23:18:22.732" v="568" actId="14100"/>
          <ac:spMkLst>
            <pc:docMk/>
            <pc:sldMk cId="2002624183" sldId="277"/>
            <ac:spMk id="6" creationId="{E2F6D2A8-BD93-FDFB-20E4-8C2BD725DEC3}"/>
          </ac:spMkLst>
        </pc:spChg>
        <pc:picChg chg="mod">
          <ac:chgData name="Dunfrey Pires Aragão" userId="a7272183b7b4f9fa" providerId="LiveId" clId="{119D3A0F-34EA-4DBD-8450-C2532E0436A1}" dt="2025-08-27T23:17:01.210" v="526" actId="1076"/>
          <ac:picMkLst>
            <pc:docMk/>
            <pc:sldMk cId="2002624183" sldId="277"/>
            <ac:picMk id="111" creationId="{4D895BFC-9A9C-1F25-51EF-BF4CDAF27583}"/>
          </ac:picMkLst>
        </pc:pic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537415451" sldId="277"/>
        </pc:sldMkLst>
      </pc:sldChg>
      <pc:sldChg chg="addSp delSp modSp add mod">
        <pc:chgData name="Dunfrey Pires Aragão" userId="a7272183b7b4f9fa" providerId="LiveId" clId="{119D3A0F-34EA-4DBD-8450-C2532E0436A1}" dt="2025-08-27T23:30:02.129" v="788" actId="20577"/>
        <pc:sldMkLst>
          <pc:docMk/>
          <pc:sldMk cId="1571451691" sldId="278"/>
        </pc:sldMkLst>
        <pc:spChg chg="mod">
          <ac:chgData name="Dunfrey Pires Aragão" userId="a7272183b7b4f9fa" providerId="LiveId" clId="{119D3A0F-34EA-4DBD-8450-C2532E0436A1}" dt="2025-08-27T23:19:19.118" v="575"/>
          <ac:spMkLst>
            <pc:docMk/>
            <pc:sldMk cId="1571451691" sldId="278"/>
            <ac:spMk id="3" creationId="{CD9C0B87-407E-AB87-DA43-55FEE1BCA0F6}"/>
          </ac:spMkLst>
        </pc:spChg>
        <pc:spChg chg="del">
          <ac:chgData name="Dunfrey Pires Aragão" userId="a7272183b7b4f9fa" providerId="LiveId" clId="{119D3A0F-34EA-4DBD-8450-C2532E0436A1}" dt="2025-08-27T23:19:20.736" v="576" actId="478"/>
          <ac:spMkLst>
            <pc:docMk/>
            <pc:sldMk cId="1571451691" sldId="278"/>
            <ac:spMk id="4" creationId="{E2BBFC6D-5386-5182-8821-C0F8DA023A83}"/>
          </ac:spMkLst>
        </pc:spChg>
        <pc:spChg chg="add mod">
          <ac:chgData name="Dunfrey Pires Aragão" userId="a7272183b7b4f9fa" providerId="LiveId" clId="{119D3A0F-34EA-4DBD-8450-C2532E0436A1}" dt="2025-08-27T23:30:02.129" v="788" actId="20577"/>
          <ac:spMkLst>
            <pc:docMk/>
            <pc:sldMk cId="1571451691" sldId="278"/>
            <ac:spMk id="5" creationId="{E24F151D-AD47-3A9C-99FA-049310DE0FEA}"/>
          </ac:spMkLst>
        </pc:spChg>
        <pc:spChg chg="del">
          <ac:chgData name="Dunfrey Pires Aragão" userId="a7272183b7b4f9fa" providerId="LiveId" clId="{119D3A0F-34EA-4DBD-8450-C2532E0436A1}" dt="2025-08-27T23:19:23.597" v="577" actId="478"/>
          <ac:spMkLst>
            <pc:docMk/>
            <pc:sldMk cId="1571451691" sldId="278"/>
            <ac:spMk id="6" creationId="{04C53E26-5B2F-BC11-BB67-9F918A7249B5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444229016" sldId="27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13054393" sldId="279"/>
        </pc:sldMkLst>
      </pc:sldChg>
      <pc:sldChg chg="addSp delSp modSp add mod">
        <pc:chgData name="Dunfrey Pires Aragão" userId="a7272183b7b4f9fa" providerId="LiveId" clId="{119D3A0F-34EA-4DBD-8450-C2532E0436A1}" dt="2025-08-27T23:23:31.343" v="701" actId="20577"/>
        <pc:sldMkLst>
          <pc:docMk/>
          <pc:sldMk cId="3980039042" sldId="279"/>
        </pc:sldMkLst>
        <pc:spChg chg="mod">
          <ac:chgData name="Dunfrey Pires Aragão" userId="a7272183b7b4f9fa" providerId="LiveId" clId="{119D3A0F-34EA-4DBD-8450-C2532E0436A1}" dt="2025-08-27T23:23:31.343" v="701" actId="20577"/>
          <ac:spMkLst>
            <pc:docMk/>
            <pc:sldMk cId="3980039042" sldId="279"/>
            <ac:spMk id="3" creationId="{07373942-D0F1-991D-4367-391499C51DCF}"/>
          </ac:spMkLst>
        </pc:spChg>
        <pc:spChg chg="add mod">
          <ac:chgData name="Dunfrey Pires Aragão" userId="a7272183b7b4f9fa" providerId="LiveId" clId="{119D3A0F-34EA-4DBD-8450-C2532E0436A1}" dt="2025-08-27T23:22:22.981" v="663" actId="1036"/>
          <ac:spMkLst>
            <pc:docMk/>
            <pc:sldMk cId="3980039042" sldId="279"/>
            <ac:spMk id="4" creationId="{FC94001A-AE6F-ED24-9035-D7F1DA4EC64B}"/>
          </ac:spMkLst>
        </pc:spChg>
        <pc:spChg chg="del">
          <ac:chgData name="Dunfrey Pires Aragão" userId="a7272183b7b4f9fa" providerId="LiveId" clId="{119D3A0F-34EA-4DBD-8450-C2532E0436A1}" dt="2025-08-27T23:20:51.490" v="597" actId="478"/>
          <ac:spMkLst>
            <pc:docMk/>
            <pc:sldMk cId="3980039042" sldId="279"/>
            <ac:spMk id="5" creationId="{C3BAF190-483E-7BA0-FD39-C2E17896F057}"/>
          </ac:spMkLst>
        </pc:spChg>
        <pc:spChg chg="add mod">
          <ac:chgData name="Dunfrey Pires Aragão" userId="a7272183b7b4f9fa" providerId="LiveId" clId="{119D3A0F-34EA-4DBD-8450-C2532E0436A1}" dt="2025-08-27T23:23:15.061" v="698" actId="20577"/>
          <ac:spMkLst>
            <pc:docMk/>
            <pc:sldMk cId="3980039042" sldId="279"/>
            <ac:spMk id="7" creationId="{E18CB5CE-0436-F6EE-A321-226F0FB6032B}"/>
          </ac:spMkLst>
        </pc:spChg>
      </pc:sldChg>
      <pc:sldChg chg="addSp delSp modSp add mod setBg">
        <pc:chgData name="Dunfrey Pires Aragão" userId="a7272183b7b4f9fa" providerId="LiveId" clId="{119D3A0F-34EA-4DBD-8450-C2532E0436A1}" dt="2025-08-27T23:25:15.530" v="774" actId="20577"/>
        <pc:sldMkLst>
          <pc:docMk/>
          <pc:sldMk cId="45713392" sldId="280"/>
        </pc:sldMkLst>
        <pc:spChg chg="add">
          <ac:chgData name="Dunfrey Pires Aragão" userId="a7272183b7b4f9fa" providerId="LiveId" clId="{119D3A0F-34EA-4DBD-8450-C2532E0436A1}" dt="2025-08-27T23:23:50.577" v="703"/>
          <ac:spMkLst>
            <pc:docMk/>
            <pc:sldMk cId="45713392" sldId="280"/>
            <ac:spMk id="2" creationId="{25EF256D-D334-1D05-2178-E7E581FCC890}"/>
          </ac:spMkLst>
        </pc:spChg>
        <pc:spChg chg="mod">
          <ac:chgData name="Dunfrey Pires Aragão" userId="a7272183b7b4f9fa" providerId="LiveId" clId="{119D3A0F-34EA-4DBD-8450-C2532E0436A1}" dt="2025-08-27T23:24:59.232" v="765" actId="20577"/>
          <ac:spMkLst>
            <pc:docMk/>
            <pc:sldMk cId="45713392" sldId="280"/>
            <ac:spMk id="3" creationId="{FC316626-7A84-8A31-561A-971A3C7B2828}"/>
          </ac:spMkLst>
        </pc:spChg>
        <pc:spChg chg="del mod">
          <ac:chgData name="Dunfrey Pires Aragão" userId="a7272183b7b4f9fa" providerId="LiveId" clId="{119D3A0F-34EA-4DBD-8450-C2532E0436A1}" dt="2025-08-27T23:24:10.242" v="716" actId="478"/>
          <ac:spMkLst>
            <pc:docMk/>
            <pc:sldMk cId="45713392" sldId="280"/>
            <ac:spMk id="4" creationId="{F33A3E09-7D65-3099-CC67-15786838A61A}"/>
          </ac:spMkLst>
        </pc:spChg>
        <pc:spChg chg="add">
          <ac:chgData name="Dunfrey Pires Aragão" userId="a7272183b7b4f9fa" providerId="LiveId" clId="{119D3A0F-34EA-4DBD-8450-C2532E0436A1}" dt="2025-08-27T23:24:27.987" v="723"/>
          <ac:spMkLst>
            <pc:docMk/>
            <pc:sldMk cId="45713392" sldId="280"/>
            <ac:spMk id="5" creationId="{EDC6B622-D62B-25DB-5A59-35338454F756}"/>
          </ac:spMkLst>
        </pc:spChg>
        <pc:spChg chg="del mod">
          <ac:chgData name="Dunfrey Pires Aragão" userId="a7272183b7b4f9fa" providerId="LiveId" clId="{119D3A0F-34EA-4DBD-8450-C2532E0436A1}" dt="2025-08-27T23:24:12.282" v="717" actId="478"/>
          <ac:spMkLst>
            <pc:docMk/>
            <pc:sldMk cId="45713392" sldId="280"/>
            <ac:spMk id="7" creationId="{4BB15076-4B37-FC61-7787-72CE20826824}"/>
          </ac:spMkLst>
        </pc:spChg>
        <pc:spChg chg="add mod">
          <ac:chgData name="Dunfrey Pires Aragão" userId="a7272183b7b4f9fa" providerId="LiveId" clId="{119D3A0F-34EA-4DBD-8450-C2532E0436A1}" dt="2025-08-27T23:25:15.530" v="774" actId="20577"/>
          <ac:spMkLst>
            <pc:docMk/>
            <pc:sldMk cId="45713392" sldId="280"/>
            <ac:spMk id="8" creationId="{3519019A-16C9-1619-24B8-A3F0AB0E51CF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155939721" sldId="280"/>
        </pc:sldMkLst>
      </pc:sldChg>
      <pc:sldChg chg="new del">
        <pc:chgData name="Dunfrey Pires Aragão" userId="a7272183b7b4f9fa" providerId="LiveId" clId="{119D3A0F-34EA-4DBD-8450-C2532E0436A1}" dt="2025-08-27T23:28:57.629" v="782" actId="680"/>
        <pc:sldMkLst>
          <pc:docMk/>
          <pc:sldMk cId="543530440" sldId="281"/>
        </pc:sldMkLst>
      </pc:sldChg>
      <pc:sldChg chg="addSp delSp modSp add mod setBg">
        <pc:chgData name="Dunfrey Pires Aragão" userId="a7272183b7b4f9fa" providerId="LiveId" clId="{119D3A0F-34EA-4DBD-8450-C2532E0436A1}" dt="2025-08-27T23:35:19.230" v="946" actId="1036"/>
        <pc:sldMkLst>
          <pc:docMk/>
          <pc:sldMk cId="941205668" sldId="281"/>
        </pc:sldMkLst>
        <pc:spChg chg="add">
          <ac:chgData name="Dunfrey Pires Aragão" userId="a7272183b7b4f9fa" providerId="LiveId" clId="{119D3A0F-34EA-4DBD-8450-C2532E0436A1}" dt="2025-08-27T23:32:16.243" v="791"/>
          <ac:spMkLst>
            <pc:docMk/>
            <pc:sldMk cId="941205668" sldId="281"/>
            <ac:spMk id="2" creationId="{D92043DB-1650-FF4C-B68A-303FD994ABEC}"/>
          </ac:spMkLst>
        </pc:spChg>
        <pc:spChg chg="mod">
          <ac:chgData name="Dunfrey Pires Aragão" userId="a7272183b7b4f9fa" providerId="LiveId" clId="{119D3A0F-34EA-4DBD-8450-C2532E0436A1}" dt="2025-08-27T23:35:14.704" v="938" actId="20577"/>
          <ac:spMkLst>
            <pc:docMk/>
            <pc:sldMk cId="941205668" sldId="281"/>
            <ac:spMk id="3" creationId="{26DFFD16-D676-729E-F466-729A045BEDB2}"/>
          </ac:spMkLst>
        </pc:spChg>
        <pc:spChg chg="add">
          <ac:chgData name="Dunfrey Pires Aragão" userId="a7272183b7b4f9fa" providerId="LiveId" clId="{119D3A0F-34EA-4DBD-8450-C2532E0436A1}" dt="2025-08-27T23:32:19.243" v="794"/>
          <ac:spMkLst>
            <pc:docMk/>
            <pc:sldMk cId="941205668" sldId="281"/>
            <ac:spMk id="4" creationId="{D2452136-EC6C-5C54-7590-6B1815E0F9AD}"/>
          </ac:spMkLst>
        </pc:spChg>
        <pc:spChg chg="add">
          <ac:chgData name="Dunfrey Pires Aragão" userId="a7272183b7b4f9fa" providerId="LiveId" clId="{119D3A0F-34EA-4DBD-8450-C2532E0436A1}" dt="2025-08-27T23:33:49.448" v="895"/>
          <ac:spMkLst>
            <pc:docMk/>
            <pc:sldMk cId="941205668" sldId="281"/>
            <ac:spMk id="5" creationId="{ACED41C3-4063-5ABB-549F-CF14F1055072}"/>
          </ac:spMkLst>
        </pc:spChg>
        <pc:spChg chg="add mod">
          <ac:chgData name="Dunfrey Pires Aragão" userId="a7272183b7b4f9fa" providerId="LiveId" clId="{119D3A0F-34EA-4DBD-8450-C2532E0436A1}" dt="2025-08-27T23:35:19.230" v="946" actId="1036"/>
          <ac:spMkLst>
            <pc:docMk/>
            <pc:sldMk cId="941205668" sldId="281"/>
            <ac:spMk id="7" creationId="{C4591E54-0334-1CF9-D8A0-B6779FC876BF}"/>
          </ac:spMkLst>
        </pc:spChg>
        <pc:spChg chg="del">
          <ac:chgData name="Dunfrey Pires Aragão" userId="a7272183b7b4f9fa" providerId="LiveId" clId="{119D3A0F-34EA-4DBD-8450-C2532E0436A1}" dt="2025-08-27T23:32:12.979" v="790" actId="478"/>
          <ac:spMkLst>
            <pc:docMk/>
            <pc:sldMk cId="941205668" sldId="281"/>
            <ac:spMk id="8" creationId="{5D66B1CE-96EB-E2B1-FB9A-FB7EDC025B8A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30389461" sldId="281"/>
        </pc:sldMkLst>
      </pc:sldChg>
      <pc:sldChg chg="addSp delSp modSp add mod setBg">
        <pc:chgData name="Dunfrey Pires Aragão" userId="a7272183b7b4f9fa" providerId="LiveId" clId="{119D3A0F-34EA-4DBD-8450-C2532E0436A1}" dt="2025-08-27T23:37:39.632" v="979" actId="1076"/>
        <pc:sldMkLst>
          <pc:docMk/>
          <pc:sldMk cId="1449549412" sldId="282"/>
        </pc:sldMkLst>
        <pc:spChg chg="del">
          <ac:chgData name="Dunfrey Pires Aragão" userId="a7272183b7b4f9fa" providerId="LiveId" clId="{119D3A0F-34EA-4DBD-8450-C2532E0436A1}" dt="2025-08-27T23:36:02.396" v="948" actId="478"/>
          <ac:spMkLst>
            <pc:docMk/>
            <pc:sldMk cId="1449549412" sldId="282"/>
            <ac:spMk id="3" creationId="{026C2EA2-7FD6-A4CB-4A3F-26D54CD09C76}"/>
          </ac:spMkLst>
        </pc:spChg>
        <pc:spChg chg="add mod">
          <ac:chgData name="Dunfrey Pires Aragão" userId="a7272183b7b4f9fa" providerId="LiveId" clId="{119D3A0F-34EA-4DBD-8450-C2532E0436A1}" dt="2025-08-27T23:36:18.871" v="955" actId="1076"/>
          <ac:spMkLst>
            <pc:docMk/>
            <pc:sldMk cId="1449549412" sldId="282"/>
            <ac:spMk id="4" creationId="{123B1F7E-5B49-6489-FFCE-577C5BB5C637}"/>
          </ac:spMkLst>
        </pc:spChg>
        <pc:spChg chg="add del mod">
          <ac:chgData name="Dunfrey Pires Aragão" userId="a7272183b7b4f9fa" providerId="LiveId" clId="{119D3A0F-34EA-4DBD-8450-C2532E0436A1}" dt="2025-08-27T23:37:39.632" v="979" actId="1076"/>
          <ac:spMkLst>
            <pc:docMk/>
            <pc:sldMk cId="1449549412" sldId="282"/>
            <ac:spMk id="5" creationId="{DC48947C-0A23-6AD0-017C-777E605DCA8E}"/>
          </ac:spMkLst>
        </pc:spChg>
        <pc:spChg chg="add del">
          <ac:chgData name="Dunfrey Pires Aragão" userId="a7272183b7b4f9fa" providerId="LiveId" clId="{119D3A0F-34EA-4DBD-8450-C2532E0436A1}" dt="2025-08-27T23:36:55.692" v="962" actId="21"/>
          <ac:spMkLst>
            <pc:docMk/>
            <pc:sldMk cId="1449549412" sldId="282"/>
            <ac:spMk id="6" creationId="{6CB36A91-25F2-9E7E-FD36-F35B1B73E8CC}"/>
          </ac:spMkLst>
        </pc:spChg>
        <pc:spChg chg="del">
          <ac:chgData name="Dunfrey Pires Aragão" userId="a7272183b7b4f9fa" providerId="LiveId" clId="{119D3A0F-34EA-4DBD-8450-C2532E0436A1}" dt="2025-08-27T23:36:22.011" v="956" actId="478"/>
          <ac:spMkLst>
            <pc:docMk/>
            <pc:sldMk cId="1449549412" sldId="282"/>
            <ac:spMk id="7" creationId="{57000743-A5BC-2ABA-364E-F8D849A23850}"/>
          </ac:spMkLst>
        </pc:spChg>
        <pc:spChg chg="add mod">
          <ac:chgData name="Dunfrey Pires Aragão" userId="a7272183b7b4f9fa" providerId="LiveId" clId="{119D3A0F-34EA-4DBD-8450-C2532E0436A1}" dt="2025-08-27T23:37:04.073" v="965"/>
          <ac:spMkLst>
            <pc:docMk/>
            <pc:sldMk cId="1449549412" sldId="282"/>
            <ac:spMk id="8" creationId="{DC48947C-0A23-6AD0-017C-777E605DCA8E}"/>
          </ac:spMkLst>
        </pc:spChg>
        <pc:spChg chg="add mod">
          <ac:chgData name="Dunfrey Pires Aragão" userId="a7272183b7b4f9fa" providerId="LiveId" clId="{119D3A0F-34EA-4DBD-8450-C2532E0436A1}" dt="2025-08-27T23:37:04.073" v="965"/>
          <ac:spMkLst>
            <pc:docMk/>
            <pc:sldMk cId="1449549412" sldId="282"/>
            <ac:spMk id="9" creationId="{6CB36A91-25F2-9E7E-FD36-F35B1B73E8CC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4075041728" sldId="282"/>
        </pc:sldMkLst>
      </pc:sldChg>
      <pc:sldChg chg="delSp modSp add mod ord">
        <pc:chgData name="Dunfrey Pires Aragão" userId="a7272183b7b4f9fa" providerId="LiveId" clId="{119D3A0F-34EA-4DBD-8450-C2532E0436A1}" dt="2025-08-27T23:39:57.542" v="1005" actId="20577"/>
        <pc:sldMkLst>
          <pc:docMk/>
          <pc:sldMk cId="290847051" sldId="283"/>
        </pc:sldMkLst>
        <pc:spChg chg="mod">
          <ac:chgData name="Dunfrey Pires Aragão" userId="a7272183b7b4f9fa" providerId="LiveId" clId="{119D3A0F-34EA-4DBD-8450-C2532E0436A1}" dt="2025-08-27T23:39:57.542" v="1005" actId="20577"/>
          <ac:spMkLst>
            <pc:docMk/>
            <pc:sldMk cId="290847051" sldId="283"/>
            <ac:spMk id="3" creationId="{64CEFCF9-50AC-B05D-D233-4C8842AE4393}"/>
          </ac:spMkLst>
        </pc:spChg>
        <pc:spChg chg="del">
          <ac:chgData name="Dunfrey Pires Aragão" userId="a7272183b7b4f9fa" providerId="LiveId" clId="{119D3A0F-34EA-4DBD-8450-C2532E0436A1}" dt="2025-08-27T23:38:07.274" v="983" actId="478"/>
          <ac:spMkLst>
            <pc:docMk/>
            <pc:sldMk cId="290847051" sldId="283"/>
            <ac:spMk id="7" creationId="{93060471-652D-FF18-527E-389DB82605E2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512337633" sldId="283"/>
        </pc:sldMkLst>
      </pc:sldChg>
      <pc:sldChg chg="addSp delSp modSp add mod setBg">
        <pc:chgData name="Dunfrey Pires Aragão" userId="a7272183b7b4f9fa" providerId="LiveId" clId="{119D3A0F-34EA-4DBD-8450-C2532E0436A1}" dt="2025-08-28T13:25:03.298" v="2406" actId="403"/>
        <pc:sldMkLst>
          <pc:docMk/>
          <pc:sldMk cId="894141429" sldId="284"/>
        </pc:sldMkLst>
        <pc:spChg chg="add">
          <ac:chgData name="Dunfrey Pires Aragão" userId="a7272183b7b4f9fa" providerId="LiveId" clId="{119D3A0F-34EA-4DBD-8450-C2532E0436A1}" dt="2025-08-27T23:40:19.311" v="1007"/>
          <ac:spMkLst>
            <pc:docMk/>
            <pc:sldMk cId="894141429" sldId="284"/>
            <ac:spMk id="2" creationId="{978C2B18-3F1F-9E26-6F35-75C3E1C98160}"/>
          </ac:spMkLst>
        </pc:spChg>
        <pc:spChg chg="mod">
          <ac:chgData name="Dunfrey Pires Aragão" userId="a7272183b7b4f9fa" providerId="LiveId" clId="{119D3A0F-34EA-4DBD-8450-C2532E0436A1}" dt="2025-08-28T13:24:52.410" v="2400" actId="20577"/>
          <ac:spMkLst>
            <pc:docMk/>
            <pc:sldMk cId="894141429" sldId="284"/>
            <ac:spMk id="3" creationId="{8B8A14E4-BF22-01F1-EDD3-01F2C5CA4336}"/>
          </ac:spMkLst>
        </pc:spChg>
        <pc:spChg chg="add mod">
          <ac:chgData name="Dunfrey Pires Aragão" userId="a7272183b7b4f9fa" providerId="LiveId" clId="{119D3A0F-34EA-4DBD-8450-C2532E0436A1}" dt="2025-08-28T13:25:03.298" v="2406" actId="403"/>
          <ac:spMkLst>
            <pc:docMk/>
            <pc:sldMk cId="894141429" sldId="284"/>
            <ac:spMk id="4" creationId="{597AA7FB-56A2-4328-A0E0-FA50E43DF179}"/>
          </ac:spMkLst>
        </pc:spChg>
        <pc:spChg chg="add del mod">
          <ac:chgData name="Dunfrey Pires Aragão" userId="a7272183b7b4f9fa" providerId="LiveId" clId="{119D3A0F-34EA-4DBD-8450-C2532E0436A1}" dt="2025-08-27T23:43:42.978" v="1081" actId="478"/>
          <ac:spMkLst>
            <pc:docMk/>
            <pc:sldMk cId="894141429" sldId="284"/>
            <ac:spMk id="5" creationId="{084E03D3-5658-230C-74AF-D97D850A93E8}"/>
          </ac:spMkLst>
        </pc:spChg>
        <pc:spChg chg="add del mod">
          <ac:chgData name="Dunfrey Pires Aragão" userId="a7272183b7b4f9fa" providerId="LiveId" clId="{119D3A0F-34EA-4DBD-8450-C2532E0436A1}" dt="2025-08-27T23:43:39.274" v="1079" actId="478"/>
          <ac:spMkLst>
            <pc:docMk/>
            <pc:sldMk cId="894141429" sldId="284"/>
            <ac:spMk id="7" creationId="{1E89F303-4786-EF08-F7FE-0AB79E2AE3A2}"/>
          </ac:spMkLst>
        </pc:spChg>
        <pc:spChg chg="add mod">
          <ac:chgData name="Dunfrey Pires Aragão" userId="a7272183b7b4f9fa" providerId="LiveId" clId="{119D3A0F-34EA-4DBD-8450-C2532E0436A1}" dt="2025-08-27T23:49:33.630" v="1132" actId="207"/>
          <ac:spMkLst>
            <pc:docMk/>
            <pc:sldMk cId="894141429" sldId="284"/>
            <ac:spMk id="9" creationId="{15F6B9C1-E36C-9363-B933-42EFEE705579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621015451" sldId="284"/>
        </pc:sldMkLst>
      </pc:sldChg>
      <pc:sldChg chg="addSp modSp add mod ord setBg">
        <pc:chgData name="Dunfrey Pires Aragão" userId="a7272183b7b4f9fa" providerId="LiveId" clId="{119D3A0F-34EA-4DBD-8450-C2532E0436A1}" dt="2025-08-28T01:24:19.281" v="1873" actId="1076"/>
        <pc:sldMkLst>
          <pc:docMk/>
          <pc:sldMk cId="242293359" sldId="285"/>
        </pc:sldMkLst>
        <pc:spChg chg="add">
          <ac:chgData name="Dunfrey Pires Aragão" userId="a7272183b7b4f9fa" providerId="LiveId" clId="{119D3A0F-34EA-4DBD-8450-C2532E0436A1}" dt="2025-08-27T23:42:30.692" v="1047"/>
          <ac:spMkLst>
            <pc:docMk/>
            <pc:sldMk cId="242293359" sldId="285"/>
            <ac:spMk id="2" creationId="{A4A996BA-AFB6-8D00-98DF-891820F0A3B0}"/>
          </ac:spMkLst>
        </pc:spChg>
        <pc:spChg chg="add mod">
          <ac:chgData name="Dunfrey Pires Aragão" userId="a7272183b7b4f9fa" providerId="LiveId" clId="{119D3A0F-34EA-4DBD-8450-C2532E0436A1}" dt="2025-08-28T01:24:19.281" v="1873" actId="1076"/>
          <ac:spMkLst>
            <pc:docMk/>
            <pc:sldMk cId="242293359" sldId="285"/>
            <ac:spMk id="4" creationId="{6047CDE0-2F67-9CD5-3CD7-15039E867006}"/>
          </ac:spMkLst>
        </pc:spChg>
        <pc:spChg chg="mod">
          <ac:chgData name="Dunfrey Pires Aragão" userId="a7272183b7b4f9fa" providerId="LiveId" clId="{119D3A0F-34EA-4DBD-8450-C2532E0436A1}" dt="2025-08-28T01:23:53.851" v="1868" actId="1076"/>
          <ac:spMkLst>
            <pc:docMk/>
            <pc:sldMk cId="242293359" sldId="285"/>
            <ac:spMk id="5" creationId="{7358C326-7360-3D8E-6FE2-FC493144F86A}"/>
          </ac:spMkLst>
        </pc:spChg>
        <pc:spChg chg="add mod">
          <ac:chgData name="Dunfrey Pires Aragão" userId="a7272183b7b4f9fa" providerId="LiveId" clId="{119D3A0F-34EA-4DBD-8450-C2532E0436A1}" dt="2025-08-28T01:23:53.851" v="1868" actId="1076"/>
          <ac:spMkLst>
            <pc:docMk/>
            <pc:sldMk cId="242293359" sldId="285"/>
            <ac:spMk id="6" creationId="{8F393866-79D2-3E8D-EB75-67E3784696E9}"/>
          </ac:spMkLst>
        </pc:spChg>
        <pc:spChg chg="mod">
          <ac:chgData name="Dunfrey Pires Aragão" userId="a7272183b7b4f9fa" providerId="LiveId" clId="{119D3A0F-34EA-4DBD-8450-C2532E0436A1}" dt="2025-08-28T01:23:53.851" v="1868" actId="1076"/>
          <ac:spMkLst>
            <pc:docMk/>
            <pc:sldMk cId="242293359" sldId="285"/>
            <ac:spMk id="7" creationId="{01EF9AE4-36D0-9AFB-21C4-552C2E762A9E}"/>
          </ac:spMkLst>
        </pc:spChg>
        <pc:picChg chg="mod">
          <ac:chgData name="Dunfrey Pires Aragão" userId="a7272183b7b4f9fa" providerId="LiveId" clId="{119D3A0F-34EA-4DBD-8450-C2532E0436A1}" dt="2025-08-27T23:42:54.109" v="1067" actId="1076"/>
          <ac:picMkLst>
            <pc:docMk/>
            <pc:sldMk cId="242293359" sldId="285"/>
            <ac:picMk id="110" creationId="{082B9F21-4D55-22CE-B95E-07A792FB8BC8}"/>
          </ac:picMkLst>
        </pc:pic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755647164" sldId="28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595746387" sldId="286"/>
        </pc:sldMkLst>
      </pc:sldChg>
      <pc:sldChg chg="addSp delSp modSp add mod setBg">
        <pc:chgData name="Dunfrey Pires Aragão" userId="a7272183b7b4f9fa" providerId="LiveId" clId="{119D3A0F-34EA-4DBD-8450-C2532E0436A1}" dt="2025-08-27T23:56:06.346" v="1275" actId="1076"/>
        <pc:sldMkLst>
          <pc:docMk/>
          <pc:sldMk cId="2064109615" sldId="286"/>
        </pc:sldMkLst>
        <pc:spChg chg="add">
          <ac:chgData name="Dunfrey Pires Aragão" userId="a7272183b7b4f9fa" providerId="LiveId" clId="{119D3A0F-34EA-4DBD-8450-C2532E0436A1}" dt="2025-08-27T23:53:06.954" v="1187"/>
          <ac:spMkLst>
            <pc:docMk/>
            <pc:sldMk cId="2064109615" sldId="286"/>
            <ac:spMk id="2" creationId="{E0406208-D760-9548-F682-1328AB64C854}"/>
          </ac:spMkLst>
        </pc:spChg>
        <pc:spChg chg="mod">
          <ac:chgData name="Dunfrey Pires Aragão" userId="a7272183b7b4f9fa" providerId="LiveId" clId="{119D3A0F-34EA-4DBD-8450-C2532E0436A1}" dt="2025-08-27T23:55:55.280" v="1273" actId="113"/>
          <ac:spMkLst>
            <pc:docMk/>
            <pc:sldMk cId="2064109615" sldId="286"/>
            <ac:spMk id="3" creationId="{497085F1-31C3-EBAA-226F-C5A3DA0F8D6E}"/>
          </ac:spMkLst>
        </pc:spChg>
        <pc:spChg chg="add del mod">
          <ac:chgData name="Dunfrey Pires Aragão" userId="a7272183b7b4f9fa" providerId="LiveId" clId="{119D3A0F-34EA-4DBD-8450-C2532E0436A1}" dt="2025-08-27T23:53:19.511" v="1196" actId="478"/>
          <ac:spMkLst>
            <pc:docMk/>
            <pc:sldMk cId="2064109615" sldId="286"/>
            <ac:spMk id="5" creationId="{E1AAFFE4-E0FD-60EC-C58E-1926F4C33C3A}"/>
          </ac:spMkLst>
        </pc:spChg>
        <pc:spChg chg="add mod">
          <ac:chgData name="Dunfrey Pires Aragão" userId="a7272183b7b4f9fa" providerId="LiveId" clId="{119D3A0F-34EA-4DBD-8450-C2532E0436A1}" dt="2025-08-27T23:56:06.346" v="1275" actId="1076"/>
          <ac:spMkLst>
            <pc:docMk/>
            <pc:sldMk cId="2064109615" sldId="286"/>
            <ac:spMk id="7" creationId="{F74A4DCA-1260-E480-2F5A-2DDF56F5D561}"/>
          </ac:spMkLst>
        </pc:spChg>
        <pc:spChg chg="del">
          <ac:chgData name="Dunfrey Pires Aragão" userId="a7272183b7b4f9fa" providerId="LiveId" clId="{119D3A0F-34EA-4DBD-8450-C2532E0436A1}" dt="2025-08-27T23:50:34.945" v="1134" actId="478"/>
          <ac:spMkLst>
            <pc:docMk/>
            <pc:sldMk cId="2064109615" sldId="286"/>
            <ac:spMk id="9" creationId="{78FBBBD5-5D4D-E1CE-1862-9FCBA48C8719}"/>
          </ac:spMkLst>
        </pc:spChg>
        <pc:spChg chg="add mod">
          <ac:chgData name="Dunfrey Pires Aragão" userId="a7272183b7b4f9fa" providerId="LiveId" clId="{119D3A0F-34EA-4DBD-8450-C2532E0436A1}" dt="2025-08-27T23:56:01.481" v="1274" actId="1076"/>
          <ac:spMkLst>
            <pc:docMk/>
            <pc:sldMk cId="2064109615" sldId="286"/>
            <ac:spMk id="10" creationId="{944361B1-7971-0036-53C6-7D01A50717BB}"/>
          </ac:spMkLst>
        </pc:spChg>
        <pc:picChg chg="mod">
          <ac:chgData name="Dunfrey Pires Aragão" userId="a7272183b7b4f9fa" providerId="LiveId" clId="{119D3A0F-34EA-4DBD-8450-C2532E0436A1}" dt="2025-08-27T23:53:34.950" v="1198" actId="1076"/>
          <ac:picMkLst>
            <pc:docMk/>
            <pc:sldMk cId="2064109615" sldId="286"/>
            <ac:picMk id="110" creationId="{E4A628E4-07B4-8B65-B66D-53E3B2F7E154}"/>
          </ac:picMkLst>
        </pc:picChg>
      </pc:sldChg>
      <pc:sldChg chg="addSp delSp modSp add mod setBg">
        <pc:chgData name="Dunfrey Pires Aragão" userId="a7272183b7b4f9fa" providerId="LiveId" clId="{119D3A0F-34EA-4DBD-8450-C2532E0436A1}" dt="2025-08-28T00:06:48.165" v="1477" actId="20577"/>
        <pc:sldMkLst>
          <pc:docMk/>
          <pc:sldMk cId="2772939263" sldId="287"/>
        </pc:sldMkLst>
        <pc:spChg chg="add del mod">
          <ac:chgData name="Dunfrey Pires Aragão" userId="a7272183b7b4f9fa" providerId="LiveId" clId="{119D3A0F-34EA-4DBD-8450-C2532E0436A1}" dt="2025-08-28T00:06:08.793" v="1443" actId="20577"/>
          <ac:spMkLst>
            <pc:docMk/>
            <pc:sldMk cId="2772939263" sldId="287"/>
            <ac:spMk id="3" creationId="{6AF02879-C644-0C9B-A954-848AF6906F6E}"/>
          </ac:spMkLst>
        </pc:spChg>
        <pc:spChg chg="add">
          <ac:chgData name="Dunfrey Pires Aragão" userId="a7272183b7b4f9fa" providerId="LiveId" clId="{119D3A0F-34EA-4DBD-8450-C2532E0436A1}" dt="2025-08-28T00:02:48.516" v="1347"/>
          <ac:spMkLst>
            <pc:docMk/>
            <pc:sldMk cId="2772939263" sldId="287"/>
            <ac:spMk id="5" creationId="{C45A904F-F5AA-618C-189E-5C4317E953FA}"/>
          </ac:spMkLst>
        </pc:spChg>
        <pc:spChg chg="add mod">
          <ac:chgData name="Dunfrey Pires Aragão" userId="a7272183b7b4f9fa" providerId="LiveId" clId="{119D3A0F-34EA-4DBD-8450-C2532E0436A1}" dt="2025-08-28T00:05:42.451" v="1432" actId="14100"/>
          <ac:spMkLst>
            <pc:docMk/>
            <pc:sldMk cId="2772939263" sldId="287"/>
            <ac:spMk id="6" creationId="{890F0430-58CC-E7BC-6EDD-6BF14C477606}"/>
          </ac:spMkLst>
        </pc:spChg>
        <pc:spChg chg="add del">
          <ac:chgData name="Dunfrey Pires Aragão" userId="a7272183b7b4f9fa" providerId="LiveId" clId="{119D3A0F-34EA-4DBD-8450-C2532E0436A1}" dt="2025-08-28T00:00:26.667" v="1292" actId="478"/>
          <ac:spMkLst>
            <pc:docMk/>
            <pc:sldMk cId="2772939263" sldId="287"/>
            <ac:spMk id="7" creationId="{B012D58D-2A66-B72D-DEA4-BFB206D05E5F}"/>
          </ac:spMkLst>
        </pc:spChg>
        <pc:spChg chg="add mod">
          <ac:chgData name="Dunfrey Pires Aragão" userId="a7272183b7b4f9fa" providerId="LiveId" clId="{119D3A0F-34EA-4DBD-8450-C2532E0436A1}" dt="2025-08-28T00:06:29.134" v="1451" actId="1076"/>
          <ac:spMkLst>
            <pc:docMk/>
            <pc:sldMk cId="2772939263" sldId="287"/>
            <ac:spMk id="8" creationId="{6B7D4BC5-C047-CC9C-D339-0A8170C174AB}"/>
          </ac:spMkLst>
        </pc:spChg>
        <pc:spChg chg="add del">
          <ac:chgData name="Dunfrey Pires Aragão" userId="a7272183b7b4f9fa" providerId="LiveId" clId="{119D3A0F-34EA-4DBD-8450-C2532E0436A1}" dt="2025-08-28T00:00:22.850" v="1291" actId="478"/>
          <ac:spMkLst>
            <pc:docMk/>
            <pc:sldMk cId="2772939263" sldId="287"/>
            <ac:spMk id="10" creationId="{0994AD0F-EC9F-C2B6-B086-544DDA6EC828}"/>
          </ac:spMkLst>
        </pc:spChg>
        <pc:spChg chg="add del">
          <ac:chgData name="Dunfrey Pires Aragão" userId="a7272183b7b4f9fa" providerId="LiveId" clId="{119D3A0F-34EA-4DBD-8450-C2532E0436A1}" dt="2025-08-28T00:06:19.600" v="1447" actId="22"/>
          <ac:spMkLst>
            <pc:docMk/>
            <pc:sldMk cId="2772939263" sldId="287"/>
            <ac:spMk id="11" creationId="{484FDBF1-1439-9CC7-7D09-5F5EF2080CE0}"/>
          </ac:spMkLst>
        </pc:spChg>
        <pc:spChg chg="add mod">
          <ac:chgData name="Dunfrey Pires Aragão" userId="a7272183b7b4f9fa" providerId="LiveId" clId="{119D3A0F-34EA-4DBD-8450-C2532E0436A1}" dt="2025-08-28T00:06:48.165" v="1477" actId="20577"/>
          <ac:spMkLst>
            <pc:docMk/>
            <pc:sldMk cId="2772939263" sldId="287"/>
            <ac:spMk id="12" creationId="{B4FF43BB-D487-87DA-7E18-444DE85EB479}"/>
          </ac:spMkLst>
        </pc:spChg>
        <pc:picChg chg="add del mod">
          <ac:chgData name="Dunfrey Pires Aragão" userId="a7272183b7b4f9fa" providerId="LiveId" clId="{119D3A0F-34EA-4DBD-8450-C2532E0436A1}" dt="2025-08-28T00:00:19.751" v="1288" actId="22"/>
          <ac:picMkLst>
            <pc:docMk/>
            <pc:sldMk cId="2772939263" sldId="287"/>
            <ac:picMk id="4" creationId="{16C032CD-A51C-DFB6-0368-16AC6B1D3022}"/>
          </ac:picMkLst>
        </pc:picChg>
        <pc:picChg chg="mod">
          <ac:chgData name="Dunfrey Pires Aragão" userId="a7272183b7b4f9fa" providerId="LiveId" clId="{119D3A0F-34EA-4DBD-8450-C2532E0436A1}" dt="2025-08-28T00:06:17.288" v="1445" actId="1076"/>
          <ac:picMkLst>
            <pc:docMk/>
            <pc:sldMk cId="2772939263" sldId="287"/>
            <ac:picMk id="110" creationId="{5140E11F-0E2C-D975-622A-3DF6BFC6E1F7}"/>
          </ac:picMkLst>
        </pc:pic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741163756" sldId="28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55532757" sldId="288"/>
        </pc:sldMkLst>
      </pc:sldChg>
      <pc:sldChg chg="addSp delSp modSp add mod setBg">
        <pc:chgData name="Dunfrey Pires Aragão" userId="a7272183b7b4f9fa" providerId="LiveId" clId="{119D3A0F-34EA-4DBD-8450-C2532E0436A1}" dt="2025-08-28T01:11:29.679" v="1538" actId="403"/>
        <pc:sldMkLst>
          <pc:docMk/>
          <pc:sldMk cId="2941658418" sldId="288"/>
        </pc:sldMkLst>
        <pc:spChg chg="add">
          <ac:chgData name="Dunfrey Pires Aragão" userId="a7272183b7b4f9fa" providerId="LiveId" clId="{119D3A0F-34EA-4DBD-8450-C2532E0436A1}" dt="2025-08-28T01:10:11.405" v="1490"/>
          <ac:spMkLst>
            <pc:docMk/>
            <pc:sldMk cId="2941658418" sldId="288"/>
            <ac:spMk id="2" creationId="{95BA374F-CBEF-678C-0178-220961472970}"/>
          </ac:spMkLst>
        </pc:spChg>
        <pc:spChg chg="mod">
          <ac:chgData name="Dunfrey Pires Aragão" userId="a7272183b7b4f9fa" providerId="LiveId" clId="{119D3A0F-34EA-4DBD-8450-C2532E0436A1}" dt="2025-08-28T01:11:29.679" v="1538" actId="403"/>
          <ac:spMkLst>
            <pc:docMk/>
            <pc:sldMk cId="2941658418" sldId="288"/>
            <ac:spMk id="3" creationId="{7227FF0C-9419-10C1-4AE5-2F4373FC08BB}"/>
          </ac:spMkLst>
        </pc:spChg>
        <pc:spChg chg="del mod">
          <ac:chgData name="Dunfrey Pires Aragão" userId="a7272183b7b4f9fa" providerId="LiveId" clId="{119D3A0F-34EA-4DBD-8450-C2532E0436A1}" dt="2025-08-28T01:09:43.201" v="1482" actId="478"/>
          <ac:spMkLst>
            <pc:docMk/>
            <pc:sldMk cId="2941658418" sldId="288"/>
            <ac:spMk id="6" creationId="{E1226900-28DB-1558-8B71-723F830C95B4}"/>
          </ac:spMkLst>
        </pc:spChg>
        <pc:spChg chg="del">
          <ac:chgData name="Dunfrey Pires Aragão" userId="a7272183b7b4f9fa" providerId="LiveId" clId="{119D3A0F-34EA-4DBD-8450-C2532E0436A1}" dt="2025-08-28T01:09:44.390" v="1483" actId="478"/>
          <ac:spMkLst>
            <pc:docMk/>
            <pc:sldMk cId="2941658418" sldId="288"/>
            <ac:spMk id="8" creationId="{086A46C3-64F9-2423-FCF3-B3EA141C1C30}"/>
          </ac:spMkLst>
        </pc:spChg>
        <pc:spChg chg="del">
          <ac:chgData name="Dunfrey Pires Aragão" userId="a7272183b7b4f9fa" providerId="LiveId" clId="{119D3A0F-34EA-4DBD-8450-C2532E0436A1}" dt="2025-08-28T01:09:46.527" v="1484" actId="478"/>
          <ac:spMkLst>
            <pc:docMk/>
            <pc:sldMk cId="2941658418" sldId="288"/>
            <ac:spMk id="12" creationId="{FDEB83A4-E332-F7C5-081B-C9D1D3E71583}"/>
          </ac:spMkLst>
        </pc:spChg>
      </pc:sldChg>
      <pc:sldChg chg="addSp modSp add mod setBg">
        <pc:chgData name="Dunfrey Pires Aragão" userId="a7272183b7b4f9fa" providerId="LiveId" clId="{119D3A0F-34EA-4DBD-8450-C2532E0436A1}" dt="2025-08-28T01:25:54.924" v="1934" actId="20577"/>
        <pc:sldMkLst>
          <pc:docMk/>
          <pc:sldMk cId="1953123072" sldId="289"/>
        </pc:sldMkLst>
        <pc:spChg chg="add">
          <ac:chgData name="Dunfrey Pires Aragão" userId="a7272183b7b4f9fa" providerId="LiveId" clId="{119D3A0F-34EA-4DBD-8450-C2532E0436A1}" dt="2025-08-28T01:12:45.365" v="1547"/>
          <ac:spMkLst>
            <pc:docMk/>
            <pc:sldMk cId="1953123072" sldId="289"/>
            <ac:spMk id="2" creationId="{B8DE2C89-8FB1-9868-37CB-C7E00D2155EE}"/>
          </ac:spMkLst>
        </pc:spChg>
        <pc:spChg chg="mod">
          <ac:chgData name="Dunfrey Pires Aragão" userId="a7272183b7b4f9fa" providerId="LiveId" clId="{119D3A0F-34EA-4DBD-8450-C2532E0436A1}" dt="2025-08-28T01:15:19.813" v="1724" actId="20577"/>
          <ac:spMkLst>
            <pc:docMk/>
            <pc:sldMk cId="1953123072" sldId="289"/>
            <ac:spMk id="3" creationId="{2CEDA80B-7057-3C28-64EE-4BB163D28E14}"/>
          </ac:spMkLst>
        </pc:spChg>
        <pc:spChg chg="add mod">
          <ac:chgData name="Dunfrey Pires Aragão" userId="a7272183b7b4f9fa" providerId="LiveId" clId="{119D3A0F-34EA-4DBD-8450-C2532E0436A1}" dt="2025-08-28T01:25:49.320" v="1931"/>
          <ac:spMkLst>
            <pc:docMk/>
            <pc:sldMk cId="1953123072" sldId="289"/>
            <ac:spMk id="5" creationId="{7E65DA1F-F149-F9B4-F6B1-E4672C2F7A4B}"/>
          </ac:spMkLst>
        </pc:spChg>
        <pc:spChg chg="add mod">
          <ac:chgData name="Dunfrey Pires Aragão" userId="a7272183b7b4f9fa" providerId="LiveId" clId="{119D3A0F-34EA-4DBD-8450-C2532E0436A1}" dt="2025-08-28T01:25:54.924" v="1934" actId="20577"/>
          <ac:spMkLst>
            <pc:docMk/>
            <pc:sldMk cId="1953123072" sldId="289"/>
            <ac:spMk id="7" creationId="{31640185-887C-8A23-D710-A4CC907CCD82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327209629" sldId="28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174839300" sldId="290"/>
        </pc:sldMkLst>
      </pc:sldChg>
      <pc:sldChg chg="addSp delSp modSp add mod setBg">
        <pc:chgData name="Dunfrey Pires Aragão" userId="a7272183b7b4f9fa" providerId="LiveId" clId="{119D3A0F-34EA-4DBD-8450-C2532E0436A1}" dt="2025-08-28T01:25:45.625" v="1930" actId="20577"/>
        <pc:sldMkLst>
          <pc:docMk/>
          <pc:sldMk cId="3865094116" sldId="290"/>
        </pc:sldMkLst>
        <pc:spChg chg="mod">
          <ac:chgData name="Dunfrey Pires Aragão" userId="a7272183b7b4f9fa" providerId="LiveId" clId="{119D3A0F-34EA-4DBD-8450-C2532E0436A1}" dt="2025-08-28T01:19:59.706" v="1856" actId="14100"/>
          <ac:spMkLst>
            <pc:docMk/>
            <pc:sldMk cId="3865094116" sldId="290"/>
            <ac:spMk id="3" creationId="{C699B314-41AD-6EB0-FEC9-B9F0D4874BDA}"/>
          </ac:spMkLst>
        </pc:spChg>
        <pc:spChg chg="add mod">
          <ac:chgData name="Dunfrey Pires Aragão" userId="a7272183b7b4f9fa" providerId="LiveId" clId="{119D3A0F-34EA-4DBD-8450-C2532E0436A1}" dt="2025-08-28T01:25:45.625" v="1930" actId="20577"/>
          <ac:spMkLst>
            <pc:docMk/>
            <pc:sldMk cId="3865094116" sldId="290"/>
            <ac:spMk id="4" creationId="{4F500D28-6CE8-05DF-8D71-B1E7132A3D9C}"/>
          </ac:spMkLst>
        </pc:spChg>
        <pc:spChg chg="del">
          <ac:chgData name="Dunfrey Pires Aragão" userId="a7272183b7b4f9fa" providerId="LiveId" clId="{119D3A0F-34EA-4DBD-8450-C2532E0436A1}" dt="2025-08-28T01:16:18.993" v="1747" actId="478"/>
          <ac:spMkLst>
            <pc:docMk/>
            <pc:sldMk cId="3865094116" sldId="290"/>
            <ac:spMk id="5" creationId="{4D28E6EB-17CE-E092-4347-097331CE9B71}"/>
          </ac:spMkLst>
        </pc:spChg>
        <pc:spChg chg="add">
          <ac:chgData name="Dunfrey Pires Aragão" userId="a7272183b7b4f9fa" providerId="LiveId" clId="{119D3A0F-34EA-4DBD-8450-C2532E0436A1}" dt="2025-08-28T01:19:01.288" v="1794"/>
          <ac:spMkLst>
            <pc:docMk/>
            <pc:sldMk cId="3865094116" sldId="290"/>
            <ac:spMk id="6" creationId="{6EC20600-4780-B7C7-F578-8C502D1E38E6}"/>
          </ac:spMkLst>
        </pc:spChg>
        <pc:spChg chg="del">
          <ac:chgData name="Dunfrey Pires Aragão" userId="a7272183b7b4f9fa" providerId="LiveId" clId="{119D3A0F-34EA-4DBD-8450-C2532E0436A1}" dt="2025-08-28T01:16:17.399" v="1746" actId="478"/>
          <ac:spMkLst>
            <pc:docMk/>
            <pc:sldMk cId="3865094116" sldId="290"/>
            <ac:spMk id="7" creationId="{0811E9FD-493C-100D-4F4E-BFEFCCF711E6}"/>
          </ac:spMkLst>
        </pc:spChg>
        <pc:spChg chg="add mod">
          <ac:chgData name="Dunfrey Pires Aragão" userId="a7272183b7b4f9fa" providerId="LiveId" clId="{119D3A0F-34EA-4DBD-8450-C2532E0436A1}" dt="2025-08-28T01:20:14.852" v="1862" actId="13926"/>
          <ac:spMkLst>
            <pc:docMk/>
            <pc:sldMk cId="3865094116" sldId="290"/>
            <ac:spMk id="9" creationId="{30F174B7-65E5-6EAD-434B-E9C1D67E240E}"/>
          </ac:spMkLst>
        </pc:spChg>
      </pc:sldChg>
      <pc:sldChg chg="addSp delSp modSp add mod">
        <pc:chgData name="Dunfrey Pires Aragão" userId="a7272183b7b4f9fa" providerId="LiveId" clId="{119D3A0F-34EA-4DBD-8450-C2532E0436A1}" dt="2025-08-28T01:30:47.772" v="2174"/>
        <pc:sldMkLst>
          <pc:docMk/>
          <pc:sldMk cId="2484692086" sldId="291"/>
        </pc:sldMkLst>
        <pc:spChg chg="mod">
          <ac:chgData name="Dunfrey Pires Aragão" userId="a7272183b7b4f9fa" providerId="LiveId" clId="{119D3A0F-34EA-4DBD-8450-C2532E0436A1}" dt="2025-08-28T01:29:44.673" v="2168" actId="20577"/>
          <ac:spMkLst>
            <pc:docMk/>
            <pc:sldMk cId="2484692086" sldId="291"/>
            <ac:spMk id="3" creationId="{3262B9DD-6DE3-FF9F-F1F0-7DAD1925D37F}"/>
          </ac:spMkLst>
        </pc:spChg>
        <pc:spChg chg="del">
          <ac:chgData name="Dunfrey Pires Aragão" userId="a7272183b7b4f9fa" providerId="LiveId" clId="{119D3A0F-34EA-4DBD-8450-C2532E0436A1}" dt="2025-08-28T01:24:58.129" v="1917" actId="478"/>
          <ac:spMkLst>
            <pc:docMk/>
            <pc:sldMk cId="2484692086" sldId="291"/>
            <ac:spMk id="4" creationId="{A260FF6B-36E6-96E1-EEF5-2ABCEFA84FD6}"/>
          </ac:spMkLst>
        </pc:spChg>
        <pc:spChg chg="add del mod">
          <ac:chgData name="Dunfrey Pires Aragão" userId="a7272183b7b4f9fa" providerId="LiveId" clId="{119D3A0F-34EA-4DBD-8450-C2532E0436A1}" dt="2025-08-28T01:29:15.794" v="2160" actId="478"/>
          <ac:spMkLst>
            <pc:docMk/>
            <pc:sldMk cId="2484692086" sldId="291"/>
            <ac:spMk id="5" creationId="{96273DC2-E70C-279C-7CFA-88033B4FAA13}"/>
          </ac:spMkLst>
        </pc:spChg>
        <pc:spChg chg="add mod">
          <ac:chgData name="Dunfrey Pires Aragão" userId="a7272183b7b4f9fa" providerId="LiveId" clId="{119D3A0F-34EA-4DBD-8450-C2532E0436A1}" dt="2025-08-28T01:29:26.146" v="2166" actId="1076"/>
          <ac:spMkLst>
            <pc:docMk/>
            <pc:sldMk cId="2484692086" sldId="291"/>
            <ac:spMk id="7" creationId="{DA1CB9BB-7B18-5700-407B-4BCCE1053E34}"/>
          </ac:spMkLst>
        </pc:spChg>
        <pc:spChg chg="del">
          <ac:chgData name="Dunfrey Pires Aragão" userId="a7272183b7b4f9fa" providerId="LiveId" clId="{119D3A0F-34EA-4DBD-8450-C2532E0436A1}" dt="2025-08-28T01:24:41.516" v="1877" actId="478"/>
          <ac:spMkLst>
            <pc:docMk/>
            <pc:sldMk cId="2484692086" sldId="291"/>
            <ac:spMk id="9" creationId="{7E25D059-F539-36BB-2BBF-4A79574BB71B}"/>
          </ac:spMkLst>
        </pc:spChg>
        <pc:picChg chg="add mod">
          <ac:chgData name="Dunfrey Pires Aragão" userId="a7272183b7b4f9fa" providerId="LiveId" clId="{119D3A0F-34EA-4DBD-8450-C2532E0436A1}" dt="2025-08-28T01:30:37.560" v="2173" actId="1076"/>
          <ac:picMkLst>
            <pc:docMk/>
            <pc:sldMk cId="2484692086" sldId="291"/>
            <ac:picMk id="10" creationId="{0DC82F64-8808-347C-DE02-5DDEB578C48C}"/>
          </ac:picMkLst>
        </pc:picChg>
        <pc:picChg chg="add mod">
          <ac:chgData name="Dunfrey Pires Aragão" userId="a7272183b7b4f9fa" providerId="LiveId" clId="{119D3A0F-34EA-4DBD-8450-C2532E0436A1}" dt="2025-08-28T01:30:47.772" v="2174"/>
          <ac:picMkLst>
            <pc:docMk/>
            <pc:sldMk cId="2484692086" sldId="291"/>
            <ac:picMk id="11" creationId="{C12CF003-EF5B-E623-7E10-45574D807E1A}"/>
          </ac:picMkLst>
        </pc:picChg>
        <pc:picChg chg="add del">
          <ac:chgData name="Dunfrey Pires Aragão" userId="a7272183b7b4f9fa" providerId="LiveId" clId="{119D3A0F-34EA-4DBD-8450-C2532E0436A1}" dt="2025-08-28T01:24:40.224" v="1876" actId="478"/>
          <ac:picMkLst>
            <pc:docMk/>
            <pc:sldMk cId="2484692086" sldId="291"/>
            <ac:picMk id="110" creationId="{618EE1E4-423E-65E9-EDCE-121564C84988}"/>
          </ac:picMkLst>
        </pc:pic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67227549" sldId="292"/>
        </pc:sldMkLst>
      </pc:sldChg>
      <pc:sldChg chg="addSp modSp add mod ord setBg">
        <pc:chgData name="Dunfrey Pires Aragão" userId="a7272183b7b4f9fa" providerId="LiveId" clId="{119D3A0F-34EA-4DBD-8450-C2532E0436A1}" dt="2025-08-28T01:28:27.239" v="2109"/>
        <pc:sldMkLst>
          <pc:docMk/>
          <pc:sldMk cId="2410806387" sldId="292"/>
        </pc:sldMkLst>
        <pc:spChg chg="add">
          <ac:chgData name="Dunfrey Pires Aragão" userId="a7272183b7b4f9fa" providerId="LiveId" clId="{119D3A0F-34EA-4DBD-8450-C2532E0436A1}" dt="2025-08-28T01:27:49.418" v="2038"/>
          <ac:spMkLst>
            <pc:docMk/>
            <pc:sldMk cId="2410806387" sldId="292"/>
            <ac:spMk id="2" creationId="{903D0B45-2473-945F-67FA-C405BB96873F}"/>
          </ac:spMkLst>
        </pc:spChg>
        <pc:spChg chg="mod">
          <ac:chgData name="Dunfrey Pires Aragão" userId="a7272183b7b4f9fa" providerId="LiveId" clId="{119D3A0F-34EA-4DBD-8450-C2532E0436A1}" dt="2025-08-28T01:28:22.063" v="2107" actId="113"/>
          <ac:spMkLst>
            <pc:docMk/>
            <pc:sldMk cId="2410806387" sldId="292"/>
            <ac:spMk id="3" creationId="{588284A9-16B9-FC22-55FF-A2C421082F52}"/>
          </ac:spMkLst>
        </pc:spChg>
      </pc:sldChg>
      <pc:sldChg chg="addSp delSp modSp add mod setBg">
        <pc:chgData name="Dunfrey Pires Aragão" userId="a7272183b7b4f9fa" providerId="LiveId" clId="{119D3A0F-34EA-4DBD-8450-C2532E0436A1}" dt="2025-08-28T01:35:11.880" v="2260"/>
        <pc:sldMkLst>
          <pc:docMk/>
          <pc:sldMk cId="1235346850" sldId="293"/>
        </pc:sldMkLst>
        <pc:spChg chg="add">
          <ac:chgData name="Dunfrey Pires Aragão" userId="a7272183b7b4f9fa" providerId="LiveId" clId="{119D3A0F-34EA-4DBD-8450-C2532E0436A1}" dt="2025-08-28T01:31:40.453" v="2186"/>
          <ac:spMkLst>
            <pc:docMk/>
            <pc:sldMk cId="1235346850" sldId="293"/>
            <ac:spMk id="2" creationId="{F3CAA374-0F2B-78A3-1359-1ADD0E0743E2}"/>
          </ac:spMkLst>
        </pc:spChg>
        <pc:spChg chg="mod">
          <ac:chgData name="Dunfrey Pires Aragão" userId="a7272183b7b4f9fa" providerId="LiveId" clId="{119D3A0F-34EA-4DBD-8450-C2532E0436A1}" dt="2025-08-28T01:35:11.880" v="2260"/>
          <ac:spMkLst>
            <pc:docMk/>
            <pc:sldMk cId="1235346850" sldId="293"/>
            <ac:spMk id="3" creationId="{97264B76-0B7A-83A0-8A2C-E7539C5DAEDD}"/>
          </ac:spMkLst>
        </pc:spChg>
        <pc:spChg chg="del mod">
          <ac:chgData name="Dunfrey Pires Aragão" userId="a7272183b7b4f9fa" providerId="LiveId" clId="{119D3A0F-34EA-4DBD-8450-C2532E0436A1}" dt="2025-08-28T01:31:22.682" v="2180" actId="478"/>
          <ac:spMkLst>
            <pc:docMk/>
            <pc:sldMk cId="1235346850" sldId="293"/>
            <ac:spMk id="7" creationId="{EC21F950-F26A-82B7-E908-3FEC2EC933FA}"/>
          </ac:spMkLst>
        </pc:spChg>
        <pc:picChg chg="del">
          <ac:chgData name="Dunfrey Pires Aragão" userId="a7272183b7b4f9fa" providerId="LiveId" clId="{119D3A0F-34EA-4DBD-8450-C2532E0436A1}" dt="2025-08-28T01:31:23.315" v="2181" actId="478"/>
          <ac:picMkLst>
            <pc:docMk/>
            <pc:sldMk cId="1235346850" sldId="293"/>
            <ac:picMk id="10" creationId="{DC2BDAD6-EDC3-AE9E-3F5C-0DB95F3BCD0A}"/>
          </ac:picMkLst>
        </pc:pic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960935585" sldId="293"/>
        </pc:sldMkLst>
      </pc:sldChg>
      <pc:sldChg chg="addSp delSp modSp add mod">
        <pc:chgData name="Dunfrey Pires Aragão" userId="a7272183b7b4f9fa" providerId="LiveId" clId="{119D3A0F-34EA-4DBD-8450-C2532E0436A1}" dt="2025-08-28T01:36:08.863" v="2280" actId="20577"/>
        <pc:sldMkLst>
          <pc:docMk/>
          <pc:sldMk cId="926228093" sldId="294"/>
        </pc:sldMkLst>
        <pc:spChg chg="del">
          <ac:chgData name="Dunfrey Pires Aragão" userId="a7272183b7b4f9fa" providerId="LiveId" clId="{119D3A0F-34EA-4DBD-8450-C2532E0436A1}" dt="2025-08-28T01:35:17.505" v="2262" actId="478"/>
          <ac:spMkLst>
            <pc:docMk/>
            <pc:sldMk cId="926228093" sldId="294"/>
            <ac:spMk id="3" creationId="{0C91F216-82D7-0752-1E30-AEB52625B069}"/>
          </ac:spMkLst>
        </pc:spChg>
        <pc:spChg chg="add mod">
          <ac:chgData name="Dunfrey Pires Aragão" userId="a7272183b7b4f9fa" providerId="LiveId" clId="{119D3A0F-34EA-4DBD-8450-C2532E0436A1}" dt="2025-08-28T01:36:08.863" v="2280" actId="20577"/>
          <ac:spMkLst>
            <pc:docMk/>
            <pc:sldMk cId="926228093" sldId="294"/>
            <ac:spMk id="4" creationId="{BCE63E51-EEF2-0239-2ADD-8F9C1D3D714D}"/>
          </ac:spMkLst>
        </pc:spChg>
        <pc:picChg chg="mod">
          <ac:chgData name="Dunfrey Pires Aragão" userId="a7272183b7b4f9fa" providerId="LiveId" clId="{119D3A0F-34EA-4DBD-8450-C2532E0436A1}" dt="2025-08-28T01:35:34.138" v="2269" actId="1076"/>
          <ac:picMkLst>
            <pc:docMk/>
            <pc:sldMk cId="926228093" sldId="294"/>
            <ac:picMk id="110" creationId="{9268FE5D-0531-C2BA-B0D2-387A295C423F}"/>
          </ac:picMkLst>
        </pc:pic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597760224" sldId="294"/>
        </pc:sldMkLst>
      </pc:sldChg>
      <pc:sldChg chg="addSp delSp modSp add mod">
        <pc:chgData name="Dunfrey Pires Aragão" userId="a7272183b7b4f9fa" providerId="LiveId" clId="{119D3A0F-34EA-4DBD-8450-C2532E0436A1}" dt="2025-08-28T01:38:03.788" v="2340" actId="20577"/>
        <pc:sldMkLst>
          <pc:docMk/>
          <pc:sldMk cId="343770334" sldId="295"/>
        </pc:sldMkLst>
        <pc:spChg chg="add mod">
          <ac:chgData name="Dunfrey Pires Aragão" userId="a7272183b7b4f9fa" providerId="LiveId" clId="{119D3A0F-34EA-4DBD-8450-C2532E0436A1}" dt="2025-08-28T01:38:03.788" v="2340" actId="20577"/>
          <ac:spMkLst>
            <pc:docMk/>
            <pc:sldMk cId="343770334" sldId="295"/>
            <ac:spMk id="3" creationId="{F2CB74A9-5EAB-BAF8-14F2-A1D828499AF4}"/>
          </ac:spMkLst>
        </pc:spChg>
        <pc:spChg chg="del">
          <ac:chgData name="Dunfrey Pires Aragão" userId="a7272183b7b4f9fa" providerId="LiveId" clId="{119D3A0F-34EA-4DBD-8450-C2532E0436A1}" dt="2025-08-28T01:36:38.017" v="2282" actId="478"/>
          <ac:spMkLst>
            <pc:docMk/>
            <pc:sldMk cId="343770334" sldId="295"/>
            <ac:spMk id="4" creationId="{4CA061BE-9C01-5735-9174-795C70756A21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521384937" sldId="29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34565050" sldId="296"/>
        </pc:sldMkLst>
      </pc:sldChg>
      <pc:sldChg chg="addSp modSp add mod">
        <pc:chgData name="Dunfrey Pires Aragão" userId="a7272183b7b4f9fa" providerId="LiveId" clId="{119D3A0F-34EA-4DBD-8450-C2532E0436A1}" dt="2025-08-28T13:28:31.108" v="2499"/>
        <pc:sldMkLst>
          <pc:docMk/>
          <pc:sldMk cId="1043352155" sldId="296"/>
        </pc:sldMkLst>
        <pc:spChg chg="mod">
          <ac:chgData name="Dunfrey Pires Aragão" userId="a7272183b7b4f9fa" providerId="LiveId" clId="{119D3A0F-34EA-4DBD-8450-C2532E0436A1}" dt="2025-08-28T13:26:43.756" v="2492" actId="20577"/>
          <ac:spMkLst>
            <pc:docMk/>
            <pc:sldMk cId="1043352155" sldId="296"/>
            <ac:spMk id="3" creationId="{1C4D9287-E9F9-7A6F-2150-1BD486A330C2}"/>
          </ac:spMkLst>
        </pc:spChg>
        <pc:spChg chg="add mod">
          <ac:chgData name="Dunfrey Pires Aragão" userId="a7272183b7b4f9fa" providerId="LiveId" clId="{119D3A0F-34EA-4DBD-8450-C2532E0436A1}" dt="2025-08-28T01:39:52.629" v="2374" actId="1076"/>
          <ac:spMkLst>
            <pc:docMk/>
            <pc:sldMk cId="1043352155" sldId="296"/>
            <ac:spMk id="4" creationId="{7FE571D5-7FF0-9A2F-682D-5EC561ED408C}"/>
          </ac:spMkLst>
        </pc:spChg>
        <pc:spChg chg="add mod">
          <ac:chgData name="Dunfrey Pires Aragão" userId="a7272183b7b4f9fa" providerId="LiveId" clId="{119D3A0F-34EA-4DBD-8450-C2532E0436A1}" dt="2025-08-28T13:28:31.108" v="2499"/>
          <ac:spMkLst>
            <pc:docMk/>
            <pc:sldMk cId="1043352155" sldId="296"/>
            <ac:spMk id="5" creationId="{D8ED9837-9B5B-1B95-2E2A-81F32E9BBB63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577453922" sldId="297"/>
        </pc:sldMkLst>
      </pc:sldChg>
      <pc:sldChg chg="addSp delSp modSp add mod">
        <pc:chgData name="Dunfrey Pires Aragão" userId="a7272183b7b4f9fa" providerId="LiveId" clId="{119D3A0F-34EA-4DBD-8450-C2532E0436A1}" dt="2025-08-28T13:40:58.188" v="2725"/>
        <pc:sldMkLst>
          <pc:docMk/>
          <pc:sldMk cId="732980767" sldId="297"/>
        </pc:sldMkLst>
        <pc:spChg chg="mod">
          <ac:chgData name="Dunfrey Pires Aragão" userId="a7272183b7b4f9fa" providerId="LiveId" clId="{119D3A0F-34EA-4DBD-8450-C2532E0436A1}" dt="2025-08-28T13:34:42.159" v="2715" actId="20577"/>
          <ac:spMkLst>
            <pc:docMk/>
            <pc:sldMk cId="732980767" sldId="297"/>
            <ac:spMk id="3" creationId="{1EFAC32B-4E8B-B3B6-2B55-4429FFE31290}"/>
          </ac:spMkLst>
        </pc:spChg>
        <pc:spChg chg="del">
          <ac:chgData name="Dunfrey Pires Aragão" userId="a7272183b7b4f9fa" providerId="LiveId" clId="{119D3A0F-34EA-4DBD-8450-C2532E0436A1}" dt="2025-08-28T13:28:38.366" v="2502" actId="478"/>
          <ac:spMkLst>
            <pc:docMk/>
            <pc:sldMk cId="732980767" sldId="297"/>
            <ac:spMk id="4" creationId="{96B4E022-0EF8-FA75-6384-09756B4CEA1F}"/>
          </ac:spMkLst>
        </pc:spChg>
        <pc:spChg chg="del">
          <ac:chgData name="Dunfrey Pires Aragão" userId="a7272183b7b4f9fa" providerId="LiveId" clId="{119D3A0F-34EA-4DBD-8450-C2532E0436A1}" dt="2025-08-28T13:28:37.338" v="2501" actId="478"/>
          <ac:spMkLst>
            <pc:docMk/>
            <pc:sldMk cId="732980767" sldId="297"/>
            <ac:spMk id="5" creationId="{B106B59C-FA6B-21BE-02B6-D60BA2F9F94D}"/>
          </ac:spMkLst>
        </pc:spChg>
        <pc:spChg chg="add mod">
          <ac:chgData name="Dunfrey Pires Aragão" userId="a7272183b7b4f9fa" providerId="LiveId" clId="{119D3A0F-34EA-4DBD-8450-C2532E0436A1}" dt="2025-08-28T13:40:18.958" v="2724" actId="207"/>
          <ac:spMkLst>
            <pc:docMk/>
            <pc:sldMk cId="732980767" sldId="297"/>
            <ac:spMk id="8" creationId="{176DB721-4C90-6D58-CB97-50F2B0B8BC00}"/>
          </ac:spMkLst>
        </pc:spChg>
        <pc:picChg chg="add mod">
          <ac:chgData name="Dunfrey Pires Aragão" userId="a7272183b7b4f9fa" providerId="LiveId" clId="{119D3A0F-34EA-4DBD-8450-C2532E0436A1}" dt="2025-08-28T13:40:08.189" v="2722" actId="1036"/>
          <ac:picMkLst>
            <pc:docMk/>
            <pc:sldMk cId="732980767" sldId="297"/>
            <ac:picMk id="6" creationId="{20ED2832-BFB2-9AC5-937A-DFFAB198D6DE}"/>
          </ac:picMkLst>
        </pc:picChg>
        <pc:picChg chg="add mod">
          <ac:chgData name="Dunfrey Pires Aragão" userId="a7272183b7b4f9fa" providerId="LiveId" clId="{119D3A0F-34EA-4DBD-8450-C2532E0436A1}" dt="2025-08-28T13:40:58.188" v="2725"/>
          <ac:picMkLst>
            <pc:docMk/>
            <pc:sldMk cId="732980767" sldId="297"/>
            <ac:picMk id="9" creationId="{41BF6FED-AC36-4BF2-E5D8-965B691D65E7}"/>
          </ac:picMkLst>
        </pc:picChg>
        <pc:picChg chg="mod">
          <ac:chgData name="Dunfrey Pires Aragão" userId="a7272183b7b4f9fa" providerId="LiveId" clId="{119D3A0F-34EA-4DBD-8450-C2532E0436A1}" dt="2025-08-28T13:34:49.349" v="2717" actId="1076"/>
          <ac:picMkLst>
            <pc:docMk/>
            <pc:sldMk cId="732980767" sldId="297"/>
            <ac:picMk id="110" creationId="{60EB6953-56A9-76BA-2DFB-B07438357B0F}"/>
          </ac:picMkLst>
        </pc:picChg>
      </pc:sldChg>
      <pc:sldChg chg="delSp modSp add mod">
        <pc:chgData name="Dunfrey Pires Aragão" userId="a7272183b7b4f9fa" providerId="LiveId" clId="{119D3A0F-34EA-4DBD-8450-C2532E0436A1}" dt="2025-08-28T14:00:34.284" v="3318" actId="14100"/>
        <pc:sldMkLst>
          <pc:docMk/>
          <pc:sldMk cId="1758867100" sldId="298"/>
        </pc:sldMkLst>
        <pc:spChg chg="mod">
          <ac:chgData name="Dunfrey Pires Aragão" userId="a7272183b7b4f9fa" providerId="LiveId" clId="{119D3A0F-34EA-4DBD-8450-C2532E0436A1}" dt="2025-08-28T14:00:34.284" v="3318" actId="14100"/>
          <ac:spMkLst>
            <pc:docMk/>
            <pc:sldMk cId="1758867100" sldId="298"/>
            <ac:spMk id="3" creationId="{74422D24-699F-685E-C9FA-19F8EF783D46}"/>
          </ac:spMkLst>
        </pc:spChg>
        <pc:spChg chg="del">
          <ac:chgData name="Dunfrey Pires Aragão" userId="a7272183b7b4f9fa" providerId="LiveId" clId="{119D3A0F-34EA-4DBD-8450-C2532E0436A1}" dt="2025-08-28T13:41:06.986" v="2728" actId="478"/>
          <ac:spMkLst>
            <pc:docMk/>
            <pc:sldMk cId="1758867100" sldId="298"/>
            <ac:spMk id="8" creationId="{3CB7BF09-0C23-96A6-50B1-A6E55E125628}"/>
          </ac:spMkLst>
        </pc:spChg>
        <pc:picChg chg="del">
          <ac:chgData name="Dunfrey Pires Aragão" userId="a7272183b7b4f9fa" providerId="LiveId" clId="{119D3A0F-34EA-4DBD-8450-C2532E0436A1}" dt="2025-08-28T13:41:04.579" v="2727" actId="478"/>
          <ac:picMkLst>
            <pc:docMk/>
            <pc:sldMk cId="1758867100" sldId="298"/>
            <ac:picMk id="6" creationId="{8491AC8E-9CEA-97B5-BEF0-F57D975D01AB}"/>
          </ac:picMkLst>
        </pc:pic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872351133" sldId="299"/>
        </pc:sldMkLst>
      </pc:sldChg>
      <pc:sldChg chg="addSp delSp modSp add mod setBg">
        <pc:chgData name="Dunfrey Pires Aragão" userId="a7272183b7b4f9fa" providerId="LiveId" clId="{119D3A0F-34EA-4DBD-8450-C2532E0436A1}" dt="2025-08-28T14:00:19.005" v="3317" actId="1076"/>
        <pc:sldMkLst>
          <pc:docMk/>
          <pc:sldMk cId="4143167015" sldId="299"/>
        </pc:sldMkLst>
        <pc:spChg chg="add">
          <ac:chgData name="Dunfrey Pires Aragão" userId="a7272183b7b4f9fa" providerId="LiveId" clId="{119D3A0F-34EA-4DBD-8450-C2532E0436A1}" dt="2025-08-28T13:58:56.020" v="3184"/>
          <ac:spMkLst>
            <pc:docMk/>
            <pc:sldMk cId="4143167015" sldId="299"/>
            <ac:spMk id="2" creationId="{468685EE-6A73-2D2D-4518-6473CB22E6F6}"/>
          </ac:spMkLst>
        </pc:spChg>
        <pc:spChg chg="mod">
          <ac:chgData name="Dunfrey Pires Aragão" userId="a7272183b7b4f9fa" providerId="LiveId" clId="{119D3A0F-34EA-4DBD-8450-C2532E0436A1}" dt="2025-08-28T13:59:46.591" v="3305" actId="20577"/>
          <ac:spMkLst>
            <pc:docMk/>
            <pc:sldMk cId="4143167015" sldId="299"/>
            <ac:spMk id="3" creationId="{D71DC377-3C8C-3C73-A4B1-8F429F823CC5}"/>
          </ac:spMkLst>
        </pc:spChg>
        <pc:spChg chg="add mod">
          <ac:chgData name="Dunfrey Pires Aragão" userId="a7272183b7b4f9fa" providerId="LiveId" clId="{119D3A0F-34EA-4DBD-8450-C2532E0436A1}" dt="2025-08-28T14:00:19.005" v="3317" actId="1076"/>
          <ac:spMkLst>
            <pc:docMk/>
            <pc:sldMk cId="4143167015" sldId="299"/>
            <ac:spMk id="5" creationId="{D083512E-18CB-11A7-C753-7C223955B940}"/>
          </ac:spMkLst>
        </pc:spChg>
        <pc:spChg chg="del">
          <ac:chgData name="Dunfrey Pires Aragão" userId="a7272183b7b4f9fa" providerId="LiveId" clId="{119D3A0F-34EA-4DBD-8450-C2532E0436A1}" dt="2025-08-28T13:43:29.840" v="2985" actId="478"/>
          <ac:spMkLst>
            <pc:docMk/>
            <pc:sldMk cId="4143167015" sldId="299"/>
            <ac:spMk id="8" creationId="{5C8663A2-BE27-629A-E5FD-8BF290702F79}"/>
          </ac:spMkLst>
        </pc:spChg>
        <pc:picChg chg="del">
          <ac:chgData name="Dunfrey Pires Aragão" userId="a7272183b7b4f9fa" providerId="LiveId" clId="{119D3A0F-34EA-4DBD-8450-C2532E0436A1}" dt="2025-08-28T13:43:30.742" v="2986" actId="478"/>
          <ac:picMkLst>
            <pc:docMk/>
            <pc:sldMk cId="4143167015" sldId="299"/>
            <ac:picMk id="6" creationId="{7803F2D3-6B89-9D25-671C-9CC13F3E152C}"/>
          </ac:picMkLst>
        </pc:pic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010182672" sldId="300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837892893" sldId="30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346775664" sldId="302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834463686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6D9B4B3-7E80-A623-0406-18A36914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C1F7C58-6AA1-2D81-B988-CE0251C01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C1CC9A8-6FFE-305F-D9E5-2E9CE87DF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9803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2D3D15A-870A-2519-51EA-D1F6ADF1C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FE9E047-BB1B-AE71-B3FE-37DA5F13D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95571F66-2678-8E52-F3BF-77B9AC2B12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8007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9B2E609-CE6A-EA57-AC7F-DD33EF4D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397998A6-E8C8-2062-3367-89100C962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D36DB13A-E2D2-C7E2-B1CF-C5ADAE6478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7625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D5815C3-F936-6F1A-FEC3-83A875E1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81A93B3-1C92-825B-1E1F-7AD29FD62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0F9D1A4-D9C0-6343-1864-AE4C748D8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4499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12F48AC-4EAC-0460-7CFF-18855B6BD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A6BCCF7-70EC-8C61-C34C-31F603EDF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93186420-E4DD-5DD0-412D-A617A100B0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6953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E52A215-F8D5-F509-F3FD-859DA116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1E0B150-B6C9-417E-0B0F-836A5A5462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ED567E27-87A9-6AE5-E5DF-55ECF8644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9588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F44EF2F-2AA8-5D75-2DAC-0FBFD0800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20DE34F-2907-2158-40A2-0CADB7ADEC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BAE07E9A-4A9F-A95D-FFD7-C7DAD1A3DF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8924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1B919ED-5DC2-EDCD-AB39-D35031A2B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7533B5F-371F-C3D8-2F9D-8D0BF434F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2BF0B49-DD10-B5F3-94BB-037A4C03F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56512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C758962-7617-FF9B-770A-BB70596A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9AC98FD-9A46-70B4-AE5E-3C541B95D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D23350C-F2ED-1E13-95A2-0B5F18286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2089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19F741B-9AF4-3A03-2AE7-099F32E5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137C2DB9-38D8-33FA-CC81-9BED3E05F5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E6F947B9-CC0E-F687-5954-3F33A178E3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6416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462FC0B-3ADF-DAF8-8D45-22EDD4CE9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D664954E-FD48-0D16-B26B-0B8D16223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A5330787-6F1F-B22D-D63A-F1A8E44C6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5643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D34AC3E-6D95-93B9-E993-56B9C1A2F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745B74C-BDCB-22FD-C135-0628D59F0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BEF83D79-81ED-447A-399B-43C3CB05C1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0696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CC48E10-AE3E-D4BC-F2DD-A3EAAC71C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015E223-241B-7452-511F-C3D83CEE1C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822CF662-1F4B-49C8-8721-C85D175A6D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4173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71110D3-22E8-D31D-E0C6-B370AC38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2742223F-CBCF-978F-7557-2BE7B9542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8A5D148-B58F-3710-485F-A9EBC8EC6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05155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EB0579C-D47A-B660-DBD9-CD8D24331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DF3929F9-F1AA-3B6E-5ADF-9216776FE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88E21182-E3FD-6C7B-29E7-96E8E16CB7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16139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1BE97C1-FCE8-6599-5B4D-94AD32063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C4D8BC52-08C2-3C7B-EEAD-1D8411581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B8ECF28-AA20-21E7-FB1D-6EAC2F5243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95555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029DBCC-95E0-46F6-7053-F442D3F6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0140262-3A76-DBE9-B2CD-EAA5CF5FC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11A0C05-0877-CD6C-716B-B65379B52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6428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7F2725C-0CA7-D69E-17E8-0B067195C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B5BAD53-DE77-40D3-A254-D60616B89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40764257-262A-CCF1-4A00-5AE9EBBBE5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56783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5599814-EF0F-DC39-EEBC-A04D02FD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DCB124A-39BC-E1F6-E038-5CA6FC3A76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83CF8641-E4EC-84E3-04C0-3DAF591E5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83610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A2C1153-D638-CFA2-3666-8F921862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87E0186-6D1C-2C76-0211-42AB857BF9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5967D20D-277C-4F82-2D42-6FB1560E2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24520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E252C08-7460-6F30-CE8E-C30EEA9E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BC725E70-7E59-CB35-5441-E4888772AB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7902BCB-C906-E973-A124-F4A777B51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25027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0923EE4-5A53-DF15-6C4E-335489AB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55B005B-46CC-0CEB-A33B-CD4BC97E0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2283722E-71F0-F6CB-2355-287E932FA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28703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7319772-9B81-0F00-F62F-7969FD5A8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115A9A6A-B882-862F-9130-0CBCF71DC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9C53739-7BC2-A841-5FDF-6E958FBB4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10289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8E96A44-CD84-B1BB-FAAE-F3EB8F44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CD977E63-C73D-ADE5-B592-181340317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8EE2D418-BC56-5B5F-DD41-714EACF53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30788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08316C6-964C-51AB-8848-FC935ECE1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AEEC8FE-9127-3356-98E2-9AD1D5FD7B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70E7F307-337B-EDED-6F80-47C46D199C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97851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4D53214-4CA2-482E-AE21-25679DBF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B13AF6CC-874A-3E23-4E22-A12BC5B879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638C79A-3592-D1E1-791C-DC4FD07BF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10230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AAF19A9-4854-9E8C-870E-FC37251B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F8E213FA-53CC-A41C-23DC-00DFBBE7B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4513DB8-EA45-8648-0E98-25BBB077B7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52404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88D422C-F617-B941-6C5C-FF3C78C3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874A6B9-94B0-057E-B30C-C9ADD914F5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EBA16AA-4218-1A8E-6D6D-B0ED6BC050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E948C0D-5CF7-1E55-F219-F6129DAB92D5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AFA6B6-31A9-38C5-4A6A-6E56C623DAEB}"/>
              </a:ext>
            </a:extLst>
          </p:cNvPr>
          <p:cNvSpPr txBox="1"/>
          <p:nvPr/>
        </p:nvSpPr>
        <p:spPr>
          <a:xfrm>
            <a:off x="655093" y="2336236"/>
            <a:ext cx="1670485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Alterações no código de rastreamento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Rastreando quem fez alterações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Colaboração de codificação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Principais conceitos do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en-US" sz="2800" dirty="0">
                <a:latin typeface="Montserrat" panose="00000500000000000000" pitchFamily="2" charset="0"/>
              </a:rPr>
              <a:t>:</a:t>
            </a:r>
            <a:endParaRPr lang="pt-BR" sz="28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 err="1">
                <a:latin typeface="Montserrat" panose="00000500000000000000" pitchFamily="2" charset="0"/>
              </a:rPr>
              <a:t>Repository</a:t>
            </a:r>
            <a:r>
              <a:rPr lang="pt-BR" sz="2800" dirty="0">
                <a:latin typeface="Montserrat" panose="00000500000000000000" pitchFamily="2" charset="0"/>
              </a:rPr>
              <a:t>: uma pasta onde 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 rastreia seu projeto e seu histórico.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latin typeface="Montserrat" panose="00000500000000000000" pitchFamily="2" charset="0"/>
              </a:rPr>
              <a:t>Clone</a:t>
            </a:r>
            <a:r>
              <a:rPr lang="pt-BR" sz="2800" dirty="0">
                <a:latin typeface="Montserrat" panose="00000500000000000000" pitchFamily="2" charset="0"/>
              </a:rPr>
              <a:t>: faz uma cópia de um repositório remoto no seu computador.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 err="1">
                <a:latin typeface="Montserrat" panose="00000500000000000000" pitchFamily="2" charset="0"/>
              </a:rPr>
              <a:t>Stage</a:t>
            </a:r>
            <a:r>
              <a:rPr lang="pt-BR" sz="2800" dirty="0">
                <a:latin typeface="Montserrat" panose="00000500000000000000" pitchFamily="2" charset="0"/>
              </a:rPr>
              <a:t>: informa ao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 quais alterações você deseja salvar.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 err="1">
                <a:latin typeface="Montserrat" panose="00000500000000000000" pitchFamily="2" charset="0"/>
              </a:rPr>
              <a:t>Commit</a:t>
            </a:r>
            <a:r>
              <a:rPr lang="pt-BR" sz="2800" dirty="0">
                <a:latin typeface="Montserrat" panose="00000500000000000000" pitchFamily="2" charset="0"/>
              </a:rPr>
              <a:t>: salva suas alterações preparadas para upload.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latin typeface="Montserrat" panose="00000500000000000000" pitchFamily="2" charset="0"/>
              </a:rPr>
              <a:t>Branch</a:t>
            </a:r>
            <a:r>
              <a:rPr lang="pt-BR" sz="2800" dirty="0">
                <a:latin typeface="Montserrat" panose="00000500000000000000" pitchFamily="2" charset="0"/>
              </a:rPr>
              <a:t>: permite trabalhar em diferentes versões ou recursos ao mesmo tempo.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latin typeface="Montserrat" panose="00000500000000000000" pitchFamily="2" charset="0"/>
              </a:rPr>
              <a:t>Merge</a:t>
            </a:r>
            <a:r>
              <a:rPr lang="pt-BR" sz="2800" dirty="0">
                <a:latin typeface="Montserrat" panose="00000500000000000000" pitchFamily="2" charset="0"/>
              </a:rPr>
              <a:t>: combina alterações de diferentes ramificações.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 err="1">
                <a:latin typeface="Montserrat" panose="00000500000000000000" pitchFamily="2" charset="0"/>
              </a:rPr>
              <a:t>Pull</a:t>
            </a:r>
            <a:r>
              <a:rPr lang="pt-BR" sz="2800" dirty="0">
                <a:latin typeface="Montserrat" panose="00000500000000000000" pitchFamily="2" charset="0"/>
              </a:rPr>
              <a:t>: obtém as últimas alterações de um repositório remoto.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 err="1">
                <a:latin typeface="Montserrat" panose="00000500000000000000" pitchFamily="2" charset="0"/>
              </a:rPr>
              <a:t>Push</a:t>
            </a:r>
            <a:r>
              <a:rPr lang="pt-BR" sz="2800" dirty="0">
                <a:latin typeface="Montserrat" panose="00000500000000000000" pitchFamily="2" charset="0"/>
              </a:rPr>
              <a:t>: envia suas alterações (com </a:t>
            </a:r>
            <a:r>
              <a:rPr lang="pt-BR" sz="2800" dirty="0" err="1">
                <a:latin typeface="Montserrat" panose="00000500000000000000" pitchFamily="2" charset="0"/>
              </a:rPr>
              <a:t>commit</a:t>
            </a:r>
            <a:r>
              <a:rPr lang="pt-BR" sz="2800" dirty="0">
                <a:latin typeface="Montserrat" panose="00000500000000000000" pitchFamily="2" charset="0"/>
              </a:rPr>
              <a:t>) para um repositório remoto.</a:t>
            </a:r>
          </a:p>
        </p:txBody>
      </p:sp>
    </p:spTree>
    <p:extLst>
      <p:ext uri="{BB962C8B-B14F-4D97-AF65-F5344CB8AC3E}">
        <p14:creationId xmlns:p14="http://schemas.microsoft.com/office/powerpoint/2010/main" val="269377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52B8AB7-2299-A7C4-2C62-95535F58D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528DEEA-B215-2377-CF01-1D4678ABBF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04FFCDB-1809-10D9-415D-0C3D0103B1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D1DF0949-E43E-759F-0DD0-10137AF86F5B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09F800-1693-D1ED-5565-F7F42714F534}"/>
              </a:ext>
            </a:extLst>
          </p:cNvPr>
          <p:cNvSpPr txBox="1"/>
          <p:nvPr/>
        </p:nvSpPr>
        <p:spPr>
          <a:xfrm>
            <a:off x="655093" y="2336236"/>
            <a:ext cx="14343797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Passos gerais de como funciona</a:t>
            </a:r>
          </a:p>
          <a:p>
            <a:pPr marL="514350" indent="-514350">
              <a:buFont typeface="+mj-lt"/>
              <a:buAutoNum type="arabicPeriod"/>
            </a:pPr>
            <a:endParaRPr lang="pt-BR" sz="3200" dirty="0"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sz="2800" dirty="0">
                <a:latin typeface="Montserrat" panose="00000500000000000000" pitchFamily="2" charset="0"/>
              </a:rPr>
              <a:t>Inicialize 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 em uma pasta, tornando-a um Repositório</a:t>
            </a:r>
            <a:r>
              <a:rPr lang="pt-BR" sz="2800" b="1" dirty="0">
                <a:latin typeface="Montserrat" panose="00000500000000000000" pitchFamily="2" charset="0"/>
              </a:rPr>
              <a:t> (</a:t>
            </a:r>
            <a:r>
              <a:rPr lang="pt-BR" sz="2800" b="1" dirty="0" err="1">
                <a:latin typeface="Montserrat" panose="00000500000000000000" pitchFamily="2" charset="0"/>
              </a:rPr>
              <a:t>repository</a:t>
            </a:r>
            <a:r>
              <a:rPr lang="pt-BR" sz="2800" b="1" dirty="0">
                <a:latin typeface="Montserrat" panose="00000500000000000000" pitchFamily="2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 agora cria uma pasta oculta para monitorar as alterações nessa pasta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>
                <a:latin typeface="Montserrat" panose="00000500000000000000" pitchFamily="2" charset="0"/>
              </a:rPr>
              <a:t>Quando um arquivo é alterado, adicionado ou excluído, ele é considerado modificado</a:t>
            </a:r>
            <a:r>
              <a:rPr lang="pt-BR" sz="2800" b="1" dirty="0">
                <a:latin typeface="Montserrat" panose="00000500000000000000" pitchFamily="2" charset="0"/>
              </a:rPr>
              <a:t> (</a:t>
            </a:r>
            <a:r>
              <a:rPr lang="pt-BR" sz="2800" b="1" dirty="0" err="1">
                <a:latin typeface="Montserrat" panose="00000500000000000000" pitchFamily="2" charset="0"/>
              </a:rPr>
              <a:t>modified</a:t>
            </a:r>
            <a:r>
              <a:rPr lang="pt-BR" sz="2800" b="1" dirty="0">
                <a:latin typeface="Montserrat" panose="00000500000000000000" pitchFamily="2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>
                <a:latin typeface="Montserrat" panose="00000500000000000000" pitchFamily="2" charset="0"/>
              </a:rPr>
              <a:t>Você seleciona os arquivos modificados que deseja preparar </a:t>
            </a:r>
            <a:r>
              <a:rPr lang="pt-BR" sz="2800" b="1" dirty="0">
                <a:latin typeface="Montserrat" panose="00000500000000000000" pitchFamily="2" charset="0"/>
              </a:rPr>
              <a:t>(</a:t>
            </a:r>
            <a:r>
              <a:rPr lang="pt-BR" sz="2800" b="1" dirty="0" err="1">
                <a:latin typeface="Montserrat" panose="00000500000000000000" pitchFamily="2" charset="0"/>
              </a:rPr>
              <a:t>stage</a:t>
            </a:r>
            <a:r>
              <a:rPr lang="pt-BR" sz="2800" b="1" dirty="0">
                <a:latin typeface="Montserrat" panose="00000500000000000000" pitchFamily="2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>
                <a:latin typeface="Montserrat" panose="00000500000000000000" pitchFamily="2" charset="0"/>
              </a:rPr>
              <a:t>Os arquivos preparados são confirmados (</a:t>
            </a:r>
            <a:r>
              <a:rPr lang="pt-BR" sz="2800" b="1" dirty="0" err="1">
                <a:latin typeface="Montserrat" panose="00000500000000000000" pitchFamily="2" charset="0"/>
              </a:rPr>
              <a:t>commited</a:t>
            </a:r>
            <a:r>
              <a:rPr lang="pt-BR" sz="2800" dirty="0">
                <a:latin typeface="Montserrat" panose="00000500000000000000" pitchFamily="2" charset="0"/>
              </a:rPr>
              <a:t>), o que faz com que 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 se prepare para envio permanente (</a:t>
            </a:r>
            <a:r>
              <a:rPr lang="pt-BR" sz="2800" b="1" dirty="0" err="1">
                <a:latin typeface="Montserrat" panose="00000500000000000000" pitchFamily="2" charset="0"/>
              </a:rPr>
              <a:t>permanent</a:t>
            </a:r>
            <a:r>
              <a:rPr lang="pt-BR" sz="2800" dirty="0">
                <a:latin typeface="Montserrat" panose="00000500000000000000" pitchFamily="2" charset="0"/>
              </a:rPr>
              <a:t>) dos arquivos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 permite que você veja o histórico completo de cada </a:t>
            </a:r>
            <a:r>
              <a:rPr lang="pt-BR" sz="2800" dirty="0" err="1">
                <a:latin typeface="Montserrat" panose="00000500000000000000" pitchFamily="2" charset="0"/>
              </a:rPr>
              <a:t>commit</a:t>
            </a:r>
            <a:r>
              <a:rPr lang="pt-BR" sz="2800" dirty="0">
                <a:latin typeface="Montserrat" panose="00000500000000000000" pitchFamily="2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>
                <a:latin typeface="Montserrat" panose="00000500000000000000" pitchFamily="2" charset="0"/>
              </a:rPr>
              <a:t>Você pode reverter para qualquer </a:t>
            </a:r>
            <a:r>
              <a:rPr lang="pt-BR" sz="2800" dirty="0" err="1">
                <a:latin typeface="Montserrat" panose="00000500000000000000" pitchFamily="2" charset="0"/>
              </a:rPr>
              <a:t>commit</a:t>
            </a:r>
            <a:r>
              <a:rPr lang="pt-BR" sz="2800" dirty="0">
                <a:latin typeface="Montserrat" panose="00000500000000000000" pitchFamily="2" charset="0"/>
              </a:rPr>
              <a:t> anterior.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800" dirty="0">
                <a:latin typeface="Montserrat" panose="00000500000000000000" pitchFamily="2" charset="0"/>
              </a:rPr>
              <a:t>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 não armazena uma cópia separada de cada arquivo em cada </a:t>
            </a:r>
            <a:r>
              <a:rPr lang="pt-BR" sz="2800" dirty="0" err="1">
                <a:latin typeface="Montserrat" panose="00000500000000000000" pitchFamily="2" charset="0"/>
              </a:rPr>
              <a:t>commit</a:t>
            </a:r>
            <a:r>
              <a:rPr lang="pt-BR" sz="2800" dirty="0">
                <a:latin typeface="Montserrat" panose="00000500000000000000" pitchFamily="2" charset="0"/>
              </a:rPr>
              <a:t>, mas mantém um registro das alterações feitas em cada </a:t>
            </a:r>
            <a:r>
              <a:rPr lang="pt-BR" sz="2800" dirty="0" err="1">
                <a:latin typeface="Montserrat" panose="00000500000000000000" pitchFamily="2" charset="0"/>
              </a:rPr>
              <a:t>commit</a:t>
            </a:r>
            <a:r>
              <a:rPr lang="pt-BR" sz="2800" dirty="0">
                <a:latin typeface="Montserrat" panose="00000500000000000000" pitchFamily="2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03808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E325D8C-70D2-4689-7E13-93C0E1BA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7DE4886E-51FC-51FC-1811-58E3C9BBB6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0425810A-17F8-348B-4D9E-8D2827BEF5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EE9F304-0DE4-7EAC-6BE7-B534CEB8FE5E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1958D2C-4E2B-F5EC-051B-F4DDECEB72E7}"/>
              </a:ext>
            </a:extLst>
          </p:cNvPr>
          <p:cNvSpPr txBox="1"/>
          <p:nvPr/>
        </p:nvSpPr>
        <p:spPr>
          <a:xfrm>
            <a:off x="655093" y="2336236"/>
            <a:ext cx="14343797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Verificando sua instalação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Após a instalação, verifique se 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 funciona abrindo seu terminal (ou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 </a:t>
            </a:r>
            <a:r>
              <a:rPr lang="pt-BR" sz="2800" dirty="0" err="1">
                <a:latin typeface="Montserrat" panose="00000500000000000000" pitchFamily="2" charset="0"/>
              </a:rPr>
              <a:t>Bash</a:t>
            </a:r>
            <a:r>
              <a:rPr lang="pt-BR" sz="2800" dirty="0">
                <a:latin typeface="Montserrat" panose="00000500000000000000" pitchFamily="2" charset="0"/>
              </a:rPr>
              <a:t> no Windows) e executando: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Durante a instalação, 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 pede para você escolher um editor de texto padrão.</a:t>
            </a:r>
          </a:p>
          <a:p>
            <a:r>
              <a:rPr lang="pt-BR" sz="2800" dirty="0">
                <a:latin typeface="Montserrat" panose="00000500000000000000" pitchFamily="2" charset="0"/>
              </a:rPr>
              <a:t>Para definir o </a:t>
            </a:r>
            <a:r>
              <a:rPr lang="pt-BR" sz="2800" dirty="0" err="1">
                <a:latin typeface="Montserrat" panose="00000500000000000000" pitchFamily="2" charset="0"/>
              </a:rPr>
              <a:t>VSCode</a:t>
            </a:r>
            <a:r>
              <a:rPr lang="pt-BR" sz="2800" dirty="0">
                <a:latin typeface="Montserrat" panose="00000500000000000000" pitchFamily="2" charset="0"/>
              </a:rPr>
              <a:t> como editor padrão: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Se não tiver certeza, escolha o padrão (Bloco de Notas no Windows):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81D1931-4266-191D-433D-F9EFAB6F90EF}"/>
              </a:ext>
            </a:extLst>
          </p:cNvPr>
          <p:cNvSpPr txBox="1"/>
          <p:nvPr/>
        </p:nvSpPr>
        <p:spPr>
          <a:xfrm>
            <a:off x="1658203" y="4312503"/>
            <a:ext cx="92395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$ git</a:t>
            </a:r>
            <a:r>
              <a:rPr lang="de-DE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--version </a:t>
            </a:r>
            <a:br>
              <a:rPr lang="de-DE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de-DE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git version 2.50.1.windows.1</a:t>
            </a:r>
            <a:endParaRPr lang="pt-BR" sz="2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75FBF6-DD42-407D-C440-409C7CFE4488}"/>
              </a:ext>
            </a:extLst>
          </p:cNvPr>
          <p:cNvSpPr txBox="1"/>
          <p:nvPr/>
        </p:nvSpPr>
        <p:spPr>
          <a:xfrm>
            <a:off x="8322592" y="6287337"/>
            <a:ext cx="94877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$ </a:t>
            </a:r>
            <a:r>
              <a:rPr lang="pt-BR" sz="28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--global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core.editor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8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pt-BR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 --</a:t>
            </a:r>
            <a:r>
              <a:rPr lang="pt-BR" sz="28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pt-BR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"</a:t>
            </a:r>
            <a:endParaRPr lang="pt-BR" sz="28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5E2A14-5357-2748-2086-E23E1EAF6B2C}"/>
              </a:ext>
            </a:extLst>
          </p:cNvPr>
          <p:cNvSpPr txBox="1"/>
          <p:nvPr/>
        </p:nvSpPr>
        <p:spPr>
          <a:xfrm>
            <a:off x="4807382" y="7783598"/>
            <a:ext cx="9239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--global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core.editor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8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notepad</a:t>
            </a:r>
            <a:r>
              <a:rPr lang="pt-BR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"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036805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ECCEAA3-A740-B68F-ABC6-6AD280CF5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7BDE83D-89C2-7217-8FD1-082D688A3C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A3DA0DA-411A-0B60-4040-F4EBDE6064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C5421CB7-4E53-0FF0-25B6-578FEF10E3E2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11A5E3-4CAA-8DF4-4224-0DD09B6FF12B}"/>
              </a:ext>
            </a:extLst>
          </p:cNvPr>
          <p:cNvSpPr txBox="1"/>
          <p:nvPr/>
        </p:nvSpPr>
        <p:spPr>
          <a:xfrm>
            <a:off x="655093" y="2336236"/>
            <a:ext cx="1434379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Ambiente PATH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b="1" dirty="0">
                <a:latin typeface="Montserrat" panose="00000500000000000000" pitchFamily="2" charset="0"/>
              </a:rPr>
              <a:t>Windows: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 dirty="0">
                <a:latin typeface="Montserrat" panose="00000500000000000000" pitchFamily="2" charset="0"/>
              </a:rPr>
              <a:t>Caso você tenha perdido a opção durante a instalação, procure por "Variáveis ​​de Ambiente" no menu Iniciar e abra-a.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 dirty="0">
                <a:latin typeface="Montserrat" panose="00000500000000000000" pitchFamily="2" charset="0"/>
              </a:rPr>
              <a:t>Clique em "Variáveis ​​de ambiente..." e encontre a variável "Caminho" (path) e vai em "Variáveis ​​do sistema".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 dirty="0">
                <a:latin typeface="Montserrat" panose="00000500000000000000" pitchFamily="2" charset="0"/>
              </a:rPr>
              <a:t>Clique em "Editar", depois em "Novo" e adicione o caminho para seu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</a:t>
            </a:r>
            <a:r>
              <a:rPr lang="pt-BR" sz="3200" b="1" dirty="0">
                <a:latin typeface="Montserrat" panose="00000500000000000000" pitchFamily="2" charset="0"/>
              </a:rPr>
              <a:t>bin</a:t>
            </a:r>
            <a:r>
              <a:rPr lang="pt-BR" sz="3200" dirty="0">
                <a:latin typeface="Montserrat" panose="00000500000000000000" pitchFamily="2" charset="0"/>
              </a:rPr>
              <a:t> e </a:t>
            </a:r>
            <a:r>
              <a:rPr lang="pt-BR" sz="3200" b="1" dirty="0" err="1">
                <a:latin typeface="Montserrat" panose="00000500000000000000" pitchFamily="2" charset="0"/>
              </a:rPr>
              <a:t>cmd</a:t>
            </a:r>
            <a:endParaRPr lang="pt-BR" sz="3200" b="1" dirty="0"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sz="3200" dirty="0">
                <a:latin typeface="Montserrat" panose="00000500000000000000" pitchFamily="2" charset="0"/>
              </a:rPr>
              <a:t>Clique em OK para salvar. Reinicie o seu terminal.</a:t>
            </a:r>
          </a:p>
        </p:txBody>
      </p:sp>
    </p:spTree>
    <p:extLst>
      <p:ext uri="{BB962C8B-B14F-4D97-AF65-F5344CB8AC3E}">
        <p14:creationId xmlns:p14="http://schemas.microsoft.com/office/powerpoint/2010/main" val="227637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BB72070-D6E0-F206-3640-959D1F2A3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8931A24-0495-0543-80B9-33845A78D9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4D895BFC-9A9C-1F25-51EF-BF4CDAF275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15B06106-EE7D-EF20-AFB3-998177FB2DC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04D133-14A8-2320-F0C0-2F152A86C5EF}"/>
              </a:ext>
            </a:extLst>
          </p:cNvPr>
          <p:cNvSpPr txBox="1"/>
          <p:nvPr/>
        </p:nvSpPr>
        <p:spPr>
          <a:xfrm>
            <a:off x="655093" y="2336236"/>
            <a:ext cx="1434379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Configuração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Agora deixe o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saber quem você é. Isso é importante para sistemas de controle de versão, pois cada </a:t>
            </a:r>
            <a:r>
              <a:rPr lang="pt-BR" sz="3200" dirty="0" err="1">
                <a:latin typeface="Montserrat" panose="00000500000000000000" pitchFamily="2" charset="0"/>
              </a:rPr>
              <a:t>commit</a:t>
            </a:r>
            <a:r>
              <a:rPr lang="pt-BR" sz="3200" dirty="0">
                <a:latin typeface="Montserrat" panose="00000500000000000000" pitchFamily="2" charset="0"/>
              </a:rPr>
              <a:t> do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usa essas informações.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Seu nome será anexado aos seus </a:t>
            </a:r>
            <a:r>
              <a:rPr lang="pt-BR" sz="3200" dirty="0" err="1">
                <a:latin typeface="Montserrat" panose="00000500000000000000" pitchFamily="2" charset="0"/>
              </a:rPr>
              <a:t>commits</a:t>
            </a:r>
            <a:r>
              <a:rPr lang="pt-BR" sz="3200" dirty="0">
                <a:latin typeface="Montserrat" panose="00000500000000000000" pitchFamily="2" charset="0"/>
              </a:rPr>
              <a:t>. Defina-o com: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Seu e-mail também é anexado aos seus </a:t>
            </a:r>
            <a:r>
              <a:rPr lang="pt-BR" sz="3200" dirty="0" err="1">
                <a:latin typeface="Montserrat" panose="00000500000000000000" pitchFamily="2" charset="0"/>
              </a:rPr>
              <a:t>commits</a:t>
            </a:r>
            <a:r>
              <a:rPr lang="pt-BR" sz="3200" dirty="0">
                <a:latin typeface="Montserrat" panose="00000500000000000000" pitchFamily="2" charset="0"/>
              </a:rPr>
              <a:t>. Defina-o com: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62E875-64E2-1AF1-0AB3-FDA569E8913D}"/>
              </a:ext>
            </a:extLst>
          </p:cNvPr>
          <p:cNvSpPr txBox="1"/>
          <p:nvPr/>
        </p:nvSpPr>
        <p:spPr>
          <a:xfrm>
            <a:off x="3289110" y="5857950"/>
            <a:ext cx="9239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config --global user.name </a:t>
            </a:r>
            <a:r>
              <a:rPr lang="en-US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"Your Name"</a:t>
            </a:r>
            <a:endParaRPr lang="pt-BR" sz="2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F6D2A8-BD93-FDFB-20E4-8C2BD725DEC3}"/>
              </a:ext>
            </a:extLst>
          </p:cNvPr>
          <p:cNvSpPr txBox="1"/>
          <p:nvPr/>
        </p:nvSpPr>
        <p:spPr>
          <a:xfrm>
            <a:off x="3289109" y="7377240"/>
            <a:ext cx="10167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--global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user.email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"you@example.com"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002624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0DE5BAC-5EA5-FF0E-8E33-D1F522B73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42AF175-6EA4-404C-0D19-6DE1F102DE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7F2B6EE-C5E7-CED7-EC74-EB41DF9FD0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9B9FEC9-6F27-2540-2438-31E9A579E84D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9C0B87-407E-AB87-DA43-55FEE1BCA0F6}"/>
              </a:ext>
            </a:extLst>
          </p:cNvPr>
          <p:cNvSpPr txBox="1"/>
          <p:nvPr/>
        </p:nvSpPr>
        <p:spPr>
          <a:xfrm>
            <a:off x="655093" y="2336236"/>
            <a:ext cx="143437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Configuração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Você pode ver todas as suas configurações do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com: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4F151D-AD47-3A9C-99FA-049310DE0FEA}"/>
              </a:ext>
            </a:extLst>
          </p:cNvPr>
          <p:cNvSpPr txBox="1"/>
          <p:nvPr/>
        </p:nvSpPr>
        <p:spPr>
          <a:xfrm>
            <a:off x="1624084" y="3905896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$ </a:t>
            </a:r>
            <a:r>
              <a:rPr lang="pt-BR" sz="28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--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pt-BR" sz="2800" dirty="0">
              <a:latin typeface="Consolas" panose="020B0609020204030204" pitchFamily="49" charset="0"/>
            </a:endParaRPr>
          </a:p>
          <a:p>
            <a:r>
              <a:rPr lang="pt-BR" sz="2800" dirty="0">
                <a:latin typeface="Consolas" panose="020B0609020204030204" pitchFamily="49" charset="0"/>
              </a:rPr>
              <a:t>...</a:t>
            </a:r>
          </a:p>
          <a:p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user.name=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Your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user.email=you@example.com</a:t>
            </a:r>
          </a:p>
          <a:p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57145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DA98A7F-62E7-A8C5-8D49-DBF32E083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E60C7B9-9595-69AD-63A9-12C29CF3A4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46721676-EC1B-2627-F594-D2CE09B925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E0D61438-17D2-FA93-372E-12FD235119CD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373942-D0F1-991D-4367-391499C51DCF}"/>
              </a:ext>
            </a:extLst>
          </p:cNvPr>
          <p:cNvSpPr txBox="1"/>
          <p:nvPr/>
        </p:nvSpPr>
        <p:spPr>
          <a:xfrm>
            <a:off x="655093" y="2336236"/>
            <a:ext cx="143437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Etapas para começar</a:t>
            </a:r>
          </a:p>
          <a:p>
            <a:endParaRPr lang="pt-BR" sz="3200" b="1" dirty="0"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sz="3200" dirty="0">
                <a:latin typeface="Montserrat" panose="00000500000000000000" pitchFamily="2" charset="0"/>
              </a:rPr>
              <a:t>Criar uma pasta de projeto</a:t>
            </a:r>
          </a:p>
          <a:p>
            <a:pPr marL="514350" indent="-514350">
              <a:buFont typeface="+mj-lt"/>
              <a:buAutoNum type="arabicPeriod"/>
            </a:pPr>
            <a:endParaRPr lang="pt-BR" sz="3200" dirty="0"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sz="3200" dirty="0">
                <a:latin typeface="Montserrat" panose="00000500000000000000" pitchFamily="2" charset="0"/>
              </a:rPr>
              <a:t>Navegue até a pasta</a:t>
            </a:r>
          </a:p>
          <a:p>
            <a:pPr marL="514350" indent="-514350">
              <a:buFont typeface="+mj-lt"/>
              <a:buAutoNum type="arabicPeriod"/>
            </a:pPr>
            <a:endParaRPr lang="pt-BR" sz="3200" dirty="0"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sz="3200" dirty="0">
                <a:latin typeface="Montserrat" panose="00000500000000000000" pitchFamily="2" charset="0"/>
              </a:rPr>
              <a:t>Inicializar um repositório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endParaRPr lang="pt-BR" sz="3200" dirty="0">
              <a:latin typeface="Montserrat" panose="000005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94001A-AE6F-ED24-9035-D7F1DA4EC64B}"/>
              </a:ext>
            </a:extLst>
          </p:cNvPr>
          <p:cNvSpPr txBox="1"/>
          <p:nvPr/>
        </p:nvSpPr>
        <p:spPr>
          <a:xfrm>
            <a:off x="7403911" y="3441950"/>
            <a:ext cx="92395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$ </a:t>
            </a:r>
            <a:r>
              <a:rPr lang="pt-BR" sz="28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mkdir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nome_projeto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pt-BR" sz="2800" b="0" i="0" dirty="0">
              <a:solidFill>
                <a:srgbClr val="1990B8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800" b="0" i="0" dirty="0">
                <a:solidFill>
                  <a:srgbClr val="1990B8"/>
                </a:solidFill>
                <a:effectLst/>
                <a:latin typeface="Consolas" panose="020B0609020204030204" pitchFamily="49" charset="0"/>
              </a:rPr>
              <a:t>$ </a:t>
            </a:r>
            <a:r>
              <a:rPr lang="pt-BR" sz="2800" b="0" i="0" dirty="0" err="1">
                <a:solidFill>
                  <a:srgbClr val="1990B8"/>
                </a:solidFill>
                <a:effectLst/>
                <a:latin typeface="Consolas" panose="020B0609020204030204" pitchFamily="49" charset="0"/>
              </a:rPr>
              <a:t>cd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nome_projeto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8CB5CE-0436-F6EE-A321-226F0FB6032B}"/>
              </a:ext>
            </a:extLst>
          </p:cNvPr>
          <p:cNvSpPr txBox="1"/>
          <p:nvPr/>
        </p:nvSpPr>
        <p:spPr>
          <a:xfrm>
            <a:off x="7403911" y="5460056"/>
            <a:ext cx="97786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$ git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Initialized empty Git repository in /Users/user/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nome_projeto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/.git/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980039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8C8085C-5E90-15FA-BCFC-FF27F0E7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1B0B27F-7340-1FA0-1593-552A73904E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B505D77-13DC-E5C9-92C1-25BCF111D23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D0789C2A-84A6-DB57-3E84-A83875D566D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316626-7A84-8A31-561A-971A3C7B2828}"/>
              </a:ext>
            </a:extLst>
          </p:cNvPr>
          <p:cNvSpPr txBox="1"/>
          <p:nvPr/>
        </p:nvSpPr>
        <p:spPr>
          <a:xfrm>
            <a:off x="655093" y="2336236"/>
            <a:ext cx="143437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O que acontece quando você usa o </a:t>
            </a:r>
            <a:r>
              <a:rPr lang="pt-BR" sz="3200" b="1" dirty="0" err="1">
                <a:latin typeface="Montserrat" panose="00000500000000000000" pitchFamily="2" charset="0"/>
              </a:rPr>
              <a:t>git</a:t>
            </a:r>
            <a:r>
              <a:rPr lang="pt-BR" sz="3200" b="1" dirty="0">
                <a:latin typeface="Montserrat" panose="00000500000000000000" pitchFamily="2" charset="0"/>
              </a:rPr>
              <a:t> </a:t>
            </a:r>
            <a:r>
              <a:rPr lang="pt-BR" sz="3200" b="1" dirty="0" err="1">
                <a:latin typeface="Montserrat" panose="00000500000000000000" pitchFamily="2" charset="0"/>
              </a:rPr>
              <a:t>init</a:t>
            </a:r>
            <a:r>
              <a:rPr lang="pt-BR" sz="3200" b="1" dirty="0">
                <a:latin typeface="Montserrat" panose="00000500000000000000" pitchFamily="2" charset="0"/>
              </a:rPr>
              <a:t>?</a:t>
            </a:r>
          </a:p>
          <a:p>
            <a:endParaRPr lang="pt-BR" sz="3200" b="1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O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cria uma pasta oculta chamada</a:t>
            </a:r>
            <a:r>
              <a:rPr lang="pt-BR" sz="3200" b="1" dirty="0">
                <a:latin typeface="Montserrat" panose="00000500000000000000" pitchFamily="2" charset="0"/>
              </a:rPr>
              <a:t> .</a:t>
            </a:r>
            <a:r>
              <a:rPr lang="pt-BR" sz="3200" b="1" dirty="0" err="1">
                <a:latin typeface="Montserrat" panose="00000500000000000000" pitchFamily="2" charset="0"/>
              </a:rPr>
              <a:t>git</a:t>
            </a:r>
            <a:r>
              <a:rPr lang="pt-BR" sz="3200" b="1" dirty="0">
                <a:latin typeface="Montserrat" panose="00000500000000000000" pitchFamily="2" charset="0"/>
              </a:rPr>
              <a:t> </a:t>
            </a:r>
            <a:r>
              <a:rPr lang="pt-BR" sz="3200" dirty="0">
                <a:latin typeface="Montserrat" panose="00000500000000000000" pitchFamily="2" charset="0"/>
              </a:rPr>
              <a:t>dentro do seu projeto.</a:t>
            </a:r>
          </a:p>
          <a:p>
            <a:r>
              <a:rPr lang="pt-BR" sz="3200" dirty="0">
                <a:latin typeface="Montserrat" panose="00000500000000000000" pitchFamily="2" charset="0"/>
              </a:rPr>
              <a:t>É aqui que o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armazena todas as informações necessárias para rastrear seus arquivos e histórico.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Você pode verificar fazendo: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519019A-16C9-1619-24B8-A3F0AB0E51CF}"/>
              </a:ext>
            </a:extLst>
          </p:cNvPr>
          <p:cNvSpPr txBox="1"/>
          <p:nvPr/>
        </p:nvSpPr>
        <p:spPr>
          <a:xfrm>
            <a:off x="6858000" y="5309797"/>
            <a:ext cx="9239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$ </a:t>
            </a:r>
            <a:r>
              <a:rPr lang="pt-BR" sz="28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ls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-a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5713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89223D3-CFA1-D76A-C14F-6AFEF7EEC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BFE8CCB1-8E06-5CE2-DBF5-4B9A24631F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20975AB2-4784-17A3-BC27-21B461268E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635AAB06-A529-D9CF-F9BD-E464E2F622C1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DFFD16-D676-729E-F466-729A045BEDB2}"/>
              </a:ext>
            </a:extLst>
          </p:cNvPr>
          <p:cNvSpPr txBox="1"/>
          <p:nvPr/>
        </p:nvSpPr>
        <p:spPr>
          <a:xfrm>
            <a:off x="655094" y="2336236"/>
            <a:ext cx="1428920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O que é um novo arquivo?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Um novo arquivo é um arquivo que você criou ou copiou para a pasta do seu projeto, mas não informou ao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 para monitorar.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Aqui estão os principais comandos e coisas que você precisa saber: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Crie um novo arquivo (com um editor de texto)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 err="1">
                <a:latin typeface="Montserrat" panose="00000500000000000000" pitchFamily="2" charset="0"/>
              </a:rPr>
              <a:t>ls</a:t>
            </a:r>
            <a:r>
              <a:rPr lang="pt-BR" sz="2800" dirty="0">
                <a:latin typeface="Montserrat" panose="00000500000000000000" pitchFamily="2" charset="0"/>
              </a:rPr>
              <a:t> - lista os arquivos na pasta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 err="1">
                <a:latin typeface="Montserrat" panose="00000500000000000000" pitchFamily="2" charset="0"/>
              </a:rPr>
              <a:t>git</a:t>
            </a:r>
            <a:r>
              <a:rPr lang="pt-BR" sz="2800" b="1" dirty="0">
                <a:latin typeface="Montserrat" panose="00000500000000000000" pitchFamily="2" charset="0"/>
              </a:rPr>
              <a:t> status </a:t>
            </a:r>
            <a:r>
              <a:rPr lang="pt-BR" sz="2800" dirty="0">
                <a:latin typeface="Montserrat" panose="00000500000000000000" pitchFamily="2" charset="0"/>
              </a:rPr>
              <a:t>- Verifique quais arquivos são rastreados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Entenda os arquivos rastreados e não rastreados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Um exemplo é criar um </a:t>
            </a:r>
            <a:r>
              <a:rPr lang="pt-BR" sz="2800" dirty="0" err="1">
                <a:latin typeface="Montserrat" panose="00000500000000000000" pitchFamily="2" charset="0"/>
              </a:rPr>
              <a:t>html</a:t>
            </a:r>
            <a:r>
              <a:rPr lang="pt-BR" sz="2800" dirty="0">
                <a:latin typeface="Montserrat" panose="00000500000000000000" pitchFamily="2" charset="0"/>
              </a:rPr>
              <a:t> e colocar na sua pasta: </a:t>
            </a:r>
            <a:endParaRPr lang="pt-BR" sz="2800" b="1" dirty="0">
              <a:latin typeface="Montserrat" panose="000005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4591E54-0334-1CF9-D8A0-B6779FC876BF}"/>
              </a:ext>
            </a:extLst>
          </p:cNvPr>
          <p:cNvSpPr txBox="1"/>
          <p:nvPr/>
        </p:nvSpPr>
        <p:spPr>
          <a:xfrm>
            <a:off x="10078872" y="7523080"/>
            <a:ext cx="9239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pt-BR" sz="2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touch</a:t>
            </a:r>
            <a:r>
              <a:rPr lang="pt-BR" sz="2800" dirty="0">
                <a:solidFill>
                  <a:prstClr val="black"/>
                </a:solidFill>
                <a:latin typeface="Lucida Console" panose="020B0609040504020204" pitchFamily="49" charset="0"/>
              </a:rPr>
              <a:t> index.html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941205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CFB9B05-26AF-611A-AE4E-13104BE0E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FE9FDCA0-21D9-E473-7629-F295601E7C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A2A97C7-4C61-48CF-CA61-2DC422D34E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DC975A5A-2BF5-D104-B980-2886EE2E7441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23B1F7E-5B49-6489-FFCE-577C5BB5C637}"/>
              </a:ext>
            </a:extLst>
          </p:cNvPr>
          <p:cNvSpPr txBox="1"/>
          <p:nvPr/>
        </p:nvSpPr>
        <p:spPr>
          <a:xfrm>
            <a:off x="1433015" y="2688002"/>
            <a:ext cx="1464404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git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status</a:t>
            </a:r>
          </a:p>
          <a:p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On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master</a:t>
            </a:r>
          </a:p>
          <a:p>
            <a:endParaRPr lang="pt-BR" sz="2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No </a:t>
            </a:r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commits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yet</a:t>
            </a:r>
            <a:endParaRPr lang="pt-BR" sz="2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pt-BR" sz="2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Untracked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files:</a:t>
            </a:r>
          </a:p>
          <a:p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 (use "git add &lt;file&gt;..." to include in what will be committed)</a:t>
            </a:r>
          </a:p>
          <a:p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pt-BR" sz="2400" dirty="0">
                <a:solidFill>
                  <a:srgbClr val="D42C3A"/>
                </a:solidFill>
                <a:latin typeface="Lucida Console" panose="020B0609040504020204" pitchFamily="49" charset="0"/>
              </a:rPr>
              <a:t>index.html</a:t>
            </a:r>
          </a:p>
          <a:p>
            <a:endParaRPr lang="pt-BR" sz="2400" dirty="0">
              <a:solidFill>
                <a:srgbClr val="D42C3A"/>
              </a:solidFill>
              <a:latin typeface="Lucida Console" panose="020B0609040504020204" pitchFamily="49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nothing added to commit but untracked files present (use "git add" to track)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48947C-0A23-6AD0-017C-777E605DCA8E}"/>
              </a:ext>
            </a:extLst>
          </p:cNvPr>
          <p:cNvSpPr txBox="1"/>
          <p:nvPr/>
        </p:nvSpPr>
        <p:spPr>
          <a:xfrm>
            <a:off x="995964" y="7303109"/>
            <a:ext cx="178242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O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vê </a:t>
            </a:r>
            <a:r>
              <a:rPr lang="pt-BR" sz="3200" b="1" dirty="0">
                <a:latin typeface="Montserrat" panose="00000500000000000000" pitchFamily="2" charset="0"/>
              </a:rPr>
              <a:t>index.html, </a:t>
            </a:r>
            <a:r>
              <a:rPr lang="pt-BR" sz="3200" dirty="0">
                <a:latin typeface="Montserrat" panose="00000500000000000000" pitchFamily="2" charset="0"/>
              </a:rPr>
              <a:t>mas não está </a:t>
            </a:r>
            <a:r>
              <a:rPr lang="pt-BR" sz="3200" b="1" dirty="0">
                <a:latin typeface="Montserrat" panose="00000500000000000000" pitchFamily="2" charset="0"/>
              </a:rPr>
              <a:t>rastreado </a:t>
            </a:r>
          </a:p>
          <a:p>
            <a:r>
              <a:rPr lang="pt-BR" sz="3200" dirty="0">
                <a:latin typeface="Montserrat" panose="00000500000000000000" pitchFamily="2" charset="0"/>
              </a:rPr>
              <a:t>(ainda não foi adicionado ao repositório).</a:t>
            </a:r>
          </a:p>
        </p:txBody>
      </p:sp>
    </p:spTree>
    <p:extLst>
      <p:ext uri="{BB962C8B-B14F-4D97-AF65-F5344CB8AC3E}">
        <p14:creationId xmlns:p14="http://schemas.microsoft.com/office/powerpoint/2010/main" val="1449549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402CF93-A1F7-FA32-41E6-D6D6DAD2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B6DED2A-9DA0-FC2C-5C74-099886D8CD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F6290A88-7F51-8832-FBC1-EA018552E8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BEB2A0E-E4E0-7711-F662-A2CA30B59D8A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4CEFCF9-50AC-B05D-D233-4C8842AE4393}"/>
              </a:ext>
            </a:extLst>
          </p:cNvPr>
          <p:cNvSpPr txBox="1"/>
          <p:nvPr/>
        </p:nvSpPr>
        <p:spPr>
          <a:xfrm>
            <a:off x="655094" y="2336236"/>
            <a:ext cx="1499888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O que é um arquivo rastreado?</a:t>
            </a:r>
          </a:p>
          <a:p>
            <a:endParaRPr lang="pt-BR" sz="3200" b="1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Um arquivo rastreado é um arquivo que o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está monitorando em busca de alterações. Para rastrear um arquivo, você precisa adicioná-lo à área de preparação.</a:t>
            </a:r>
          </a:p>
          <a:p>
            <a:endParaRPr lang="pt-BR" sz="3200" b="1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O ambiente de preparação (ou área de preparação ) é como uma sala de espera para suas alterações. Você o usa para informar ao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exatamente quais arquivos você deseja incluir no seu próximo </a:t>
            </a:r>
            <a:r>
              <a:rPr lang="pt-BR" sz="3200" dirty="0" err="1">
                <a:latin typeface="Montserrat" panose="00000500000000000000" pitchFamily="2" charset="0"/>
              </a:rPr>
              <a:t>commit</a:t>
            </a:r>
            <a:r>
              <a:rPr lang="pt-BR" sz="3200" dirty="0">
                <a:latin typeface="Montserrat" panose="00000500000000000000" pitchFamily="2" charset="0"/>
              </a:rPr>
              <a:t>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Isso lhe dá controle sobre o que entra no histórico do seu projeto.</a:t>
            </a:r>
          </a:p>
        </p:txBody>
      </p:sp>
    </p:spTree>
    <p:extLst>
      <p:ext uri="{BB962C8B-B14F-4D97-AF65-F5344CB8AC3E}">
        <p14:creationId xmlns:p14="http://schemas.microsoft.com/office/powerpoint/2010/main" val="290847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86130CF-D80F-CF03-F69B-249B250B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82B9F21-4D55-22CE-B95E-07A792FB8B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6FF7825-4B8D-A657-8260-6D555097D4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535C9C01-35F9-C10F-26AE-78E4E14D471D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9E6092-BEE8-C9EB-380A-C82AD8B37286}"/>
              </a:ext>
            </a:extLst>
          </p:cNvPr>
          <p:cNvSpPr txBox="1"/>
          <p:nvPr/>
        </p:nvSpPr>
        <p:spPr>
          <a:xfrm>
            <a:off x="655094" y="2336236"/>
            <a:ext cx="1499888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Preparar um arquivo com </a:t>
            </a:r>
            <a:r>
              <a:rPr lang="pt-BR" sz="3200" b="1" dirty="0" err="1">
                <a:latin typeface="Montserrat" panose="00000500000000000000" pitchFamily="2" charset="0"/>
              </a:rPr>
              <a:t>git</a:t>
            </a:r>
            <a:r>
              <a:rPr lang="pt-BR" sz="3200" b="1" dirty="0">
                <a:latin typeface="Montserrat" panose="00000500000000000000" pitchFamily="2" charset="0"/>
              </a:rPr>
              <a:t> </a:t>
            </a:r>
            <a:r>
              <a:rPr lang="pt-BR" sz="3200" b="1" dirty="0" err="1">
                <a:latin typeface="Montserrat" panose="00000500000000000000" pitchFamily="2" charset="0"/>
              </a:rPr>
              <a:t>add</a:t>
            </a:r>
            <a:endParaRPr lang="pt-BR" sz="3200" b="1" dirty="0">
              <a:latin typeface="Montserrat" panose="00000500000000000000" pitchFamily="2" charset="0"/>
            </a:endParaRPr>
          </a:p>
          <a:p>
            <a:endParaRPr lang="pt-BR" sz="3200" b="1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Para adicionar um arquivo à área de preparação, use: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358C326-7360-3D8E-6FE2-FC493144F86A}"/>
              </a:ext>
            </a:extLst>
          </p:cNvPr>
          <p:cNvSpPr txBox="1"/>
          <p:nvPr/>
        </p:nvSpPr>
        <p:spPr>
          <a:xfrm>
            <a:off x="857667" y="4147526"/>
            <a:ext cx="9239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$ </a:t>
            </a:r>
            <a:r>
              <a:rPr lang="pt-BR" sz="28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index.html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1EF9AE4-36D0-9AFB-21C4-552C2E762A9E}"/>
              </a:ext>
            </a:extLst>
          </p:cNvPr>
          <p:cNvSpPr txBox="1"/>
          <p:nvPr/>
        </p:nvSpPr>
        <p:spPr>
          <a:xfrm>
            <a:off x="857667" y="5406019"/>
            <a:ext cx="92395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git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status</a:t>
            </a:r>
          </a:p>
          <a:p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On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master</a:t>
            </a:r>
          </a:p>
          <a:p>
            <a:endParaRPr lang="pt-BR" sz="2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No </a:t>
            </a:r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commits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yet</a:t>
            </a:r>
            <a:endParaRPr lang="pt-BR" sz="2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pt-BR" sz="2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Changes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to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be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committed</a:t>
            </a:r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:</a:t>
            </a:r>
          </a:p>
          <a:p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 (use "git rm --cached &lt;file&gt;..." to 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unstage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pt-B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pt-BR" sz="2400" dirty="0">
                <a:solidFill>
                  <a:srgbClr val="1CA800"/>
                </a:solidFill>
                <a:latin typeface="Lucida Console" panose="020B0609040504020204" pitchFamily="49" charset="0"/>
              </a:rPr>
              <a:t>new file:   index.html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393866-79D2-3E8D-EB75-67E3784696E9}"/>
              </a:ext>
            </a:extLst>
          </p:cNvPr>
          <p:cNvSpPr txBox="1"/>
          <p:nvPr/>
        </p:nvSpPr>
        <p:spPr>
          <a:xfrm>
            <a:off x="5584077" y="4147526"/>
            <a:ext cx="9239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(git add --all </a:t>
            </a:r>
            <a:r>
              <a:rPr lang="en-US" sz="2800" dirty="0" err="1">
                <a:solidFill>
                  <a:srgbClr val="FF0000"/>
                </a:solidFill>
              </a:rPr>
              <a:t>ou</a:t>
            </a:r>
            <a:r>
              <a:rPr lang="en-US" sz="2800" dirty="0">
                <a:solidFill>
                  <a:srgbClr val="FF0000"/>
                </a:solidFill>
              </a:rPr>
              <a:t> git add --A)</a:t>
            </a:r>
            <a:endParaRPr lang="pt-BR" sz="2800" dirty="0">
              <a:solidFill>
                <a:srgbClr val="FF00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7CDE0-2F67-9CD5-3CD7-15039E867006}"/>
              </a:ext>
            </a:extLst>
          </p:cNvPr>
          <p:cNvSpPr txBox="1"/>
          <p:nvPr/>
        </p:nvSpPr>
        <p:spPr>
          <a:xfrm>
            <a:off x="11184341" y="4209081"/>
            <a:ext cx="71036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&lt;!DOCTYPE </a:t>
            </a:r>
            <a:r>
              <a:rPr lang="pt-BR" sz="18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18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World!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pt-B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pt-BR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pt-BR" sz="18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pt-BR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8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1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="bluestyle.css"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world!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file in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new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Repo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new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file!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1800" dirty="0"/>
            </a:b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1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1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42293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9E2851E-8655-4F59-086A-F5AF7124C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EE6BE59-3547-796F-A06F-5D37A89E88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D634A1E-95DA-0437-147E-50D597939E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69C1063F-34E5-324A-E9B4-1E97D031DCA9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8A14E4-BF22-01F1-EDD3-01F2C5CA4336}"/>
              </a:ext>
            </a:extLst>
          </p:cNvPr>
          <p:cNvSpPr txBox="1"/>
          <p:nvPr/>
        </p:nvSpPr>
        <p:spPr>
          <a:xfrm>
            <a:off x="655094" y="2336236"/>
            <a:ext cx="619608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Se você preparou um arquivo por engano, você pode removê-lo da área de preparo (desprepará-lo) com: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 err="1">
                <a:latin typeface="Montserrat" panose="00000500000000000000" pitchFamily="2" charset="0"/>
              </a:rPr>
              <a:t>Tamb</a:t>
            </a:r>
            <a:r>
              <a:rPr lang="en-US" sz="3200" dirty="0" err="1">
                <a:latin typeface="Montserrat" panose="00000500000000000000" pitchFamily="2" charset="0"/>
              </a:rPr>
              <a:t>ém</a:t>
            </a:r>
            <a:r>
              <a:rPr lang="en-US" sz="3200" dirty="0">
                <a:latin typeface="Montserrat" panose="00000500000000000000" pitchFamily="2" charset="0"/>
              </a:rPr>
              <a:t>, p</a:t>
            </a:r>
            <a:r>
              <a:rPr lang="pt-BR" sz="3200" dirty="0">
                <a:latin typeface="Montserrat" panose="00000500000000000000" pitchFamily="2" charset="0"/>
              </a:rPr>
              <a:t>ara preparar todas as alterações (arquivos novos, modificados e excluídos):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5F6B9C1-E36C-9363-B933-42EFEE705579}"/>
              </a:ext>
            </a:extLst>
          </p:cNvPr>
          <p:cNvSpPr txBox="1"/>
          <p:nvPr/>
        </p:nvSpPr>
        <p:spPr>
          <a:xfrm>
            <a:off x="7241248" y="2688002"/>
            <a:ext cx="923953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$ git add .</a:t>
            </a:r>
          </a:p>
          <a:p>
            <a:endParaRPr lang="en-US" sz="2400" b="0" i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n-US" sz="2400" b="0" i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$ git commit -m "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primeiro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commit"</a:t>
            </a:r>
          </a:p>
          <a:p>
            <a:r>
              <a:rPr lang="en-US" sz="24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[master (root-commit) edf9052] 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primeiro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commit</a:t>
            </a:r>
          </a:p>
          <a:p>
            <a:r>
              <a:rPr lang="en-US" sz="24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1 file changed, 0 insertions(+), 0 deletions(-)</a:t>
            </a:r>
          </a:p>
          <a:p>
            <a:r>
              <a:rPr lang="en-US" sz="24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create mode 100644 index.html</a:t>
            </a:r>
          </a:p>
          <a:p>
            <a:endParaRPr lang="en-US" sz="2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$ git restore --staged index.html</a:t>
            </a:r>
          </a:p>
          <a:p>
            <a:endParaRPr lang="en-US" sz="4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pt-BR" sz="2400" dirty="0">
                <a:latin typeface="Consolas" panose="020B0609020204030204" pitchFamily="49" charset="0"/>
              </a:rPr>
              <a:t>$ </a:t>
            </a:r>
            <a:r>
              <a:rPr lang="pt-BR" sz="2400" dirty="0" err="1">
                <a:latin typeface="Consolas" panose="020B0609020204030204" pitchFamily="49" charset="0"/>
              </a:rPr>
              <a:t>git</a:t>
            </a:r>
            <a:r>
              <a:rPr lang="pt-BR" sz="2400" dirty="0">
                <a:latin typeface="Consolas" panose="020B0609020204030204" pitchFamily="49" charset="0"/>
              </a:rPr>
              <a:t> status</a:t>
            </a:r>
          </a:p>
          <a:p>
            <a:r>
              <a:rPr lang="pt-BR" sz="2400" dirty="0" err="1">
                <a:latin typeface="Consolas" panose="020B0609020204030204" pitchFamily="49" charset="0"/>
              </a:rPr>
              <a:t>On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latin typeface="Consolas" panose="020B0609020204030204" pitchFamily="49" charset="0"/>
              </a:rPr>
              <a:t>branch</a:t>
            </a:r>
            <a:r>
              <a:rPr lang="pt-BR" sz="2400" dirty="0">
                <a:latin typeface="Consolas" panose="020B0609020204030204" pitchFamily="49" charset="0"/>
              </a:rPr>
              <a:t> master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nothing to commit, working tree clean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97AA7FB-56A2-4328-A0E0-FA50E43DF179}"/>
              </a:ext>
            </a:extLst>
          </p:cNvPr>
          <p:cNvSpPr txBox="1"/>
          <p:nvPr/>
        </p:nvSpPr>
        <p:spPr>
          <a:xfrm>
            <a:off x="3135018" y="7796875"/>
            <a:ext cx="9239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$ git add .</a:t>
            </a:r>
          </a:p>
        </p:txBody>
      </p:sp>
    </p:spTree>
    <p:extLst>
      <p:ext uri="{BB962C8B-B14F-4D97-AF65-F5344CB8AC3E}">
        <p14:creationId xmlns:p14="http://schemas.microsoft.com/office/powerpoint/2010/main" val="894141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4CC3DA4-E082-711D-554A-93A51217E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E4A628E4-07B4-8B65-B66D-53E3B2F7E1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444ECA7C-35FF-DE3C-733F-99CBB50FF2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097DFB21-3613-7A4E-3CE1-AF6693361F9B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7085F1-31C3-EBAA-226F-C5A3DA0F8D6E}"/>
              </a:ext>
            </a:extLst>
          </p:cNvPr>
          <p:cNvSpPr txBox="1"/>
          <p:nvPr/>
        </p:nvSpPr>
        <p:spPr>
          <a:xfrm>
            <a:off x="655093" y="2336236"/>
            <a:ext cx="13934363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ontserrat" panose="00000500000000000000" pitchFamily="2" charset="0"/>
              </a:rPr>
              <a:t>Melhores práticas para mensagens de </a:t>
            </a:r>
            <a:r>
              <a:rPr lang="pt-BR" sz="2800" dirty="0" err="1">
                <a:latin typeface="Montserrat" panose="00000500000000000000" pitchFamily="2" charset="0"/>
              </a:rPr>
              <a:t>commit</a:t>
            </a:r>
            <a:r>
              <a:rPr lang="pt-BR" sz="2800" dirty="0">
                <a:latin typeface="Montserrat" panose="00000500000000000000" pitchFamily="2" charset="0"/>
              </a:rPr>
              <a:t>: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Mantenha a mensagem curta (50 caracteres ou menos).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Use o modo imperativo (por exemplo, "Adicionar recurso", não "Recurso adicionado").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Deixe uma linha em branco após este resumo e adicione mais detalhes, se necessário.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Descreva por que a mudança foi feita, não apenas o que mudou.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  <a:cs typeface="Mongolian Baiti" panose="03000500000000000000" pitchFamily="66" charset="0"/>
              </a:rPr>
              <a:t>Outras opções úteis para o </a:t>
            </a:r>
            <a:r>
              <a:rPr lang="pt-BR" sz="2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commit</a:t>
            </a:r>
            <a:r>
              <a:rPr lang="pt-BR" sz="2800" dirty="0">
                <a:latin typeface="Montserrat" panose="00000500000000000000" pitchFamily="2" charset="0"/>
                <a:cs typeface="Mongolian Baiti" panose="03000500000000000000" pitchFamily="66" charset="0"/>
              </a:rPr>
              <a:t>:</a:t>
            </a:r>
          </a:p>
          <a:p>
            <a:endParaRPr lang="pt-BR" sz="40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r>
              <a:rPr lang="pt-BR" sz="2000" dirty="0">
                <a:latin typeface="Montserrat" panose="00000500000000000000" pitchFamily="2" charset="0"/>
              </a:rPr>
              <a:t>Usar mensagem de confirmação anterior (sem editor)</a:t>
            </a:r>
          </a:p>
          <a:p>
            <a:r>
              <a:rPr lang="pt-BR" sz="2000" dirty="0">
                <a:latin typeface="Montserrat" panose="00000500000000000000" pitchFamily="2" charset="0"/>
              </a:rPr>
              <a:t>Adicione rapidamente alterações em etapas ao último </a:t>
            </a:r>
            <a:r>
              <a:rPr lang="pt-BR" sz="2000" dirty="0" err="1">
                <a:latin typeface="Montserrat" panose="00000500000000000000" pitchFamily="2" charset="0"/>
              </a:rPr>
              <a:t>commit</a:t>
            </a:r>
            <a:r>
              <a:rPr lang="pt-BR" sz="2000" dirty="0">
                <a:latin typeface="Montserrat" panose="00000500000000000000" pitchFamily="2" charset="0"/>
              </a:rPr>
              <a:t>, mantenha a mensagem:</a:t>
            </a:r>
            <a:endParaRPr lang="pt-BR" sz="40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74A4DCA-1260-E480-2F5A-2DDF56F5D561}"/>
              </a:ext>
            </a:extLst>
          </p:cNvPr>
          <p:cNvSpPr txBox="1"/>
          <p:nvPr/>
        </p:nvSpPr>
        <p:spPr>
          <a:xfrm>
            <a:off x="7635922" y="7489099"/>
            <a:ext cx="9239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2400" b="0" i="0" dirty="0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pt-BR" sz="2400" b="0" i="0" dirty="0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 --no-</a:t>
            </a:r>
            <a:r>
              <a:rPr lang="pt-BR" sz="2400" b="0" i="0" dirty="0" err="1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edit</a:t>
            </a:r>
            <a:endParaRPr lang="pt-BR" sz="2400" b="0" i="0" dirty="0">
              <a:solidFill>
                <a:srgbClr val="C92C2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44361B1-7971-0036-53C6-7D01A50717BB}"/>
              </a:ext>
            </a:extLst>
          </p:cNvPr>
          <p:cNvSpPr txBox="1"/>
          <p:nvPr/>
        </p:nvSpPr>
        <p:spPr>
          <a:xfrm>
            <a:off x="12255689" y="7934312"/>
            <a:ext cx="9239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2400" b="0" i="0" dirty="0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400" b="0" i="0" dirty="0" err="1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pt-BR" sz="2400" b="0" i="0" dirty="0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 --</a:t>
            </a:r>
            <a:r>
              <a:rPr lang="pt-BR" sz="2400" b="0" i="0" dirty="0" err="1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amend</a:t>
            </a:r>
            <a:r>
              <a:rPr lang="pt-BR" sz="2400" b="0" i="0" dirty="0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 --no-</a:t>
            </a:r>
            <a:r>
              <a:rPr lang="pt-BR" sz="2400" b="0" i="0" dirty="0" err="1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edit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64109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09">
          <a:extLst>
            <a:ext uri="{FF2B5EF4-FFF2-40B4-BE49-F238E27FC236}">
              <a16:creationId xmlns:a16="http://schemas.microsoft.com/office/drawing/2014/main" id="{CEB6DAC6-ABD5-D6DC-8592-ADC81152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140E11F-0E2C-D975-622A-3DF6BFC6E1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FF5EA56-2E4F-D080-4D4B-BD30A69664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A08751BA-624E-F226-53B8-9ED7C1B7C303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F02879-C644-0C9B-A954-848AF6906F6E}"/>
              </a:ext>
            </a:extLst>
          </p:cNvPr>
          <p:cNvSpPr txBox="1"/>
          <p:nvPr/>
        </p:nvSpPr>
        <p:spPr>
          <a:xfrm>
            <a:off x="655093" y="2336236"/>
            <a:ext cx="1393436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Montserrat" panose="00000500000000000000" pitchFamily="2" charset="0"/>
              </a:rPr>
              <a:t>Solução de problemas de erros comuns de </a:t>
            </a:r>
            <a:r>
              <a:rPr lang="pt-BR" sz="2400" dirty="0" err="1">
                <a:latin typeface="Montserrat" panose="00000500000000000000" pitchFamily="2" charset="0"/>
              </a:rPr>
              <a:t>commit</a:t>
            </a:r>
            <a:endParaRPr lang="pt-BR" sz="2400" dirty="0">
              <a:latin typeface="Montserrat" panose="00000500000000000000" pitchFamily="2" charset="0"/>
            </a:endParaRPr>
          </a:p>
          <a:p>
            <a:endParaRPr lang="pt-BR" sz="24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400" b="1" dirty="0">
                <a:latin typeface="Montserrat" panose="00000500000000000000" pitchFamily="2" charset="0"/>
              </a:rPr>
              <a:t>Esqueceu de adicionar um arquivo?</a:t>
            </a:r>
          </a:p>
          <a:p>
            <a:r>
              <a:rPr lang="pt-BR" sz="2400" dirty="0">
                <a:latin typeface="Montserrat" panose="00000500000000000000" pitchFamily="2" charset="0"/>
              </a:rPr>
              <a:t>Se você esquecer de um arquivo, basta adicioná-lo e fazer o </a:t>
            </a:r>
            <a:r>
              <a:rPr lang="pt-BR" sz="2400" dirty="0" err="1">
                <a:latin typeface="Montserrat" panose="00000500000000000000" pitchFamily="2" charset="0"/>
              </a:rPr>
              <a:t>commit</a:t>
            </a:r>
            <a:r>
              <a:rPr lang="pt-BR" sz="2400" dirty="0">
                <a:latin typeface="Montserrat" panose="00000500000000000000" pitchFamily="2" charset="0"/>
              </a:rPr>
              <a:t> novamente. Ou use o comando a seguir  para adicioná-lo ao seu último </a:t>
            </a:r>
            <a:r>
              <a:rPr lang="pt-BR" sz="2400" dirty="0" err="1">
                <a:latin typeface="Montserrat" panose="00000500000000000000" pitchFamily="2" charset="0"/>
              </a:rPr>
              <a:t>commit</a:t>
            </a:r>
            <a:r>
              <a:rPr lang="pt-BR" sz="2400" dirty="0">
                <a:latin typeface="Montserrat" panose="00000500000000000000" pitchFamily="2" charset="0"/>
              </a:rPr>
              <a:t>: </a:t>
            </a:r>
          </a:p>
          <a:p>
            <a:endParaRPr lang="pt-BR" sz="24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endParaRPr lang="pt-BR" sz="24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Erro de digitação na sua mensagem de </a:t>
            </a:r>
            <a:r>
              <a:rPr lang="pt-BR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commit</a:t>
            </a:r>
            <a:r>
              <a:rPr lang="pt-BR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?</a:t>
            </a:r>
          </a:p>
          <a:p>
            <a:r>
              <a:rPr lang="pt-BR" sz="2400" dirty="0">
                <a:latin typeface="Montserrat" panose="00000500000000000000" pitchFamily="2" charset="0"/>
                <a:cs typeface="Mongolian Baiti" panose="03000500000000000000" pitchFamily="66" charset="0"/>
              </a:rPr>
              <a:t>Para corrigir a última mensagem de </a:t>
            </a:r>
            <a:r>
              <a:rPr lang="pt-BR" sz="24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commit</a:t>
            </a:r>
            <a:r>
              <a:rPr lang="en-US" sz="2400" dirty="0">
                <a:latin typeface="Montserrat" panose="00000500000000000000" pitchFamily="2" charset="0"/>
                <a:cs typeface="Mongolian Baiti" panose="03000500000000000000" pitchFamily="66" charset="0"/>
              </a:rPr>
              <a:t>:</a:t>
            </a:r>
            <a:endParaRPr lang="pt-BR" sz="24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endParaRPr lang="pt-BR" sz="24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endParaRPr lang="pt-BR" sz="24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latin typeface="Montserrat" panose="00000500000000000000" pitchFamily="2" charset="0"/>
              </a:rPr>
              <a:t>Confirmou acidentalmente os arquivos errados?</a:t>
            </a:r>
          </a:p>
          <a:p>
            <a:r>
              <a:rPr lang="pt-BR" sz="2400" dirty="0">
                <a:latin typeface="Montserrat" panose="00000500000000000000" pitchFamily="2" charset="0"/>
              </a:rPr>
              <a:t>Para desfazer o último </a:t>
            </a:r>
            <a:r>
              <a:rPr lang="pt-BR" sz="2400" dirty="0" err="1">
                <a:latin typeface="Montserrat" panose="00000500000000000000" pitchFamily="2" charset="0"/>
              </a:rPr>
              <a:t>commit</a:t>
            </a:r>
            <a:r>
              <a:rPr lang="pt-BR" sz="2400" dirty="0">
                <a:latin typeface="Montserrat" panose="00000500000000000000" pitchFamily="2" charset="0"/>
              </a:rPr>
              <a:t> e manter suas alterações preparadas: </a:t>
            </a:r>
            <a:endParaRPr lang="pt-BR" sz="24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0F0430-58CC-E7BC-6EDD-6BF14C477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6514" y="3843778"/>
            <a:ext cx="3903259" cy="5757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 --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amend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B7D4BC5-C047-CC9C-D339-0A8170C17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7242" y="5291727"/>
            <a:ext cx="8311486" cy="5757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 –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amend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 –m “mensagem corrigida”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4FF43BB-D487-87DA-7E18-444DE85EB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946" y="7121578"/>
            <a:ext cx="8311486" cy="5757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reset –-soft HEAD~1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939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F1AACED-D817-ADBD-42DE-A1C7D9AB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C1A6E71B-744A-17B0-7ECB-0A0B3E7CAF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7D957D6-874C-BD09-E4C8-8436D56D1A6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3DEB8299-D4ED-C769-FE9C-1ADB9CC48932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27FF0C-9419-10C1-4AE5-2F4373FC08BB}"/>
              </a:ext>
            </a:extLst>
          </p:cNvPr>
          <p:cNvSpPr txBox="1"/>
          <p:nvPr/>
        </p:nvSpPr>
        <p:spPr>
          <a:xfrm>
            <a:off x="655093" y="2336236"/>
            <a:ext cx="1431650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>
                <a:latin typeface="Montserrat" panose="00000500000000000000" pitchFamily="2" charset="0"/>
              </a:rPr>
              <a:t>Git</a:t>
            </a:r>
            <a:r>
              <a:rPr lang="pt-BR" sz="3200" b="1" dirty="0">
                <a:latin typeface="Montserrat" panose="00000500000000000000" pitchFamily="2" charset="0"/>
              </a:rPr>
              <a:t> Branch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No </a:t>
            </a:r>
            <a:r>
              <a:rPr lang="pt-BR" sz="2800" dirty="0" err="1">
                <a:latin typeface="Montserrat" panose="00000500000000000000" pitchFamily="2" charset="0"/>
              </a:rPr>
              <a:t>Git</a:t>
            </a:r>
            <a:r>
              <a:rPr lang="pt-BR" sz="2800" dirty="0">
                <a:latin typeface="Montserrat" panose="00000500000000000000" pitchFamily="2" charset="0"/>
              </a:rPr>
              <a:t>, uma </a:t>
            </a:r>
            <a:r>
              <a:rPr lang="pt-BR" sz="2800" b="1" dirty="0" err="1">
                <a:latin typeface="Montserrat" panose="00000500000000000000" pitchFamily="2" charset="0"/>
              </a:rPr>
              <a:t>branch</a:t>
            </a:r>
            <a:r>
              <a:rPr lang="pt-BR" sz="2800" dirty="0">
                <a:latin typeface="Montserrat" panose="00000500000000000000" pitchFamily="2" charset="0"/>
              </a:rPr>
              <a:t> é como um espaço de trabalho separado onde você pode fazer alterações e testar novas ideias sem afetar o projeto principal. Pense nele como um "universo paralelo" para o seu código.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b="1" dirty="0">
                <a:latin typeface="Montserrat" panose="00000500000000000000" pitchFamily="2" charset="0"/>
              </a:rPr>
              <a:t>Por que usar </a:t>
            </a:r>
            <a:r>
              <a:rPr lang="pt-BR" sz="2800" b="1" dirty="0" err="1">
                <a:latin typeface="Montserrat" panose="00000500000000000000" pitchFamily="2" charset="0"/>
              </a:rPr>
              <a:t>Branches</a:t>
            </a:r>
            <a:r>
              <a:rPr lang="pt-BR" sz="2800" b="1" dirty="0">
                <a:latin typeface="Montserrat" panose="00000500000000000000" pitchFamily="2" charset="0"/>
              </a:rPr>
              <a:t>?</a:t>
            </a:r>
          </a:p>
          <a:p>
            <a:r>
              <a:rPr lang="pt-BR" sz="2800" dirty="0" err="1">
                <a:latin typeface="Montserrat" panose="00000500000000000000" pitchFamily="2" charset="0"/>
              </a:rPr>
              <a:t>Branches</a:t>
            </a:r>
            <a:r>
              <a:rPr lang="pt-BR" sz="2800" dirty="0">
                <a:latin typeface="Montserrat" panose="00000500000000000000" pitchFamily="2" charset="0"/>
              </a:rPr>
              <a:t> permitem que você trabalhe em diferentes partes de um projeto, como novos recursos ou correções de bugs, sem interferir no </a:t>
            </a:r>
            <a:r>
              <a:rPr lang="pt-BR" sz="2800" dirty="0" err="1">
                <a:latin typeface="Montserrat" panose="00000500000000000000" pitchFamily="2" charset="0"/>
              </a:rPr>
              <a:t>branch</a:t>
            </a:r>
            <a:r>
              <a:rPr lang="pt-BR" sz="2800" dirty="0">
                <a:latin typeface="Montserrat" panose="00000500000000000000" pitchFamily="2" charset="0"/>
              </a:rPr>
              <a:t> principal.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Razões comuns para uso de </a:t>
            </a:r>
            <a:r>
              <a:rPr lang="pt-BR" sz="2800" dirty="0" err="1">
                <a:latin typeface="Montserrat" panose="00000500000000000000" pitchFamily="2" charset="0"/>
              </a:rPr>
              <a:t>branches</a:t>
            </a:r>
            <a:r>
              <a:rPr lang="en-US" sz="2800" dirty="0">
                <a:latin typeface="Montserrat" panose="00000500000000000000" pitchFamily="2" charset="0"/>
              </a:rPr>
              <a:t>:</a:t>
            </a:r>
            <a:endParaRPr lang="pt-BR" sz="28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Desenvolvendo um novo recurso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Corrigindo um bug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Experimentando ideias</a:t>
            </a:r>
          </a:p>
        </p:txBody>
      </p:sp>
    </p:spTree>
    <p:extLst>
      <p:ext uri="{BB962C8B-B14F-4D97-AF65-F5344CB8AC3E}">
        <p14:creationId xmlns:p14="http://schemas.microsoft.com/office/powerpoint/2010/main" val="2941658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F11F08-058A-DE91-ACD2-600152C6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1D91A31-3F21-25E4-988E-6C561F2801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917976B-B3D4-0F74-7C73-D2E941E19AC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5356F3C-1AE4-9A47-C14D-7E6DF669E439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EDA80B-7057-3C28-64EE-4BB163D28E14}"/>
              </a:ext>
            </a:extLst>
          </p:cNvPr>
          <p:cNvSpPr txBox="1"/>
          <p:nvPr/>
        </p:nvSpPr>
        <p:spPr>
          <a:xfrm>
            <a:off x="655093" y="2336236"/>
            <a:ext cx="1431650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Criando uma nova ramificação (Branch)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Digamos que você queira adicionar um novo recurso. Neste caso queremos adicionar alguns novos recursos à nossa index.html.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Vamos então estar trabalhando em nosso repositório local e não queremos perturbar ou possivelmente destruir o projeto principal.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Pra isso, criamos um novo </a:t>
            </a:r>
            <a:r>
              <a:rPr lang="pt-BR" sz="2800" dirty="0" err="1">
                <a:latin typeface="Montserrat" panose="00000500000000000000" pitchFamily="2" charset="0"/>
              </a:rPr>
              <a:t>branch</a:t>
            </a:r>
            <a:r>
              <a:rPr lang="pt-BR" sz="2800" dirty="0">
                <a:latin typeface="Montserrat" panose="00000500000000000000" pitchFamily="2" charset="0"/>
              </a:rPr>
              <a:t>:</a:t>
            </a:r>
          </a:p>
          <a:p>
            <a:endParaRPr lang="pt-BR" sz="2800" dirty="0">
              <a:latin typeface="Montserrat" panose="00000500000000000000" pitchFamily="2" charset="0"/>
            </a:endParaRPr>
          </a:p>
          <a:p>
            <a:endParaRPr lang="pt-BR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Podemos confirmar e observar todos os </a:t>
            </a:r>
            <a:r>
              <a:rPr lang="pt-BR" sz="2800" dirty="0" err="1">
                <a:latin typeface="Montserrat" panose="00000500000000000000" pitchFamily="2" charset="0"/>
              </a:rPr>
              <a:t>branches</a:t>
            </a:r>
            <a:r>
              <a:rPr lang="pt-BR" sz="2800" dirty="0">
                <a:latin typeface="Montserrat" panose="00000500000000000000" pitchFamily="2" charset="0"/>
              </a:rPr>
              <a:t> fazendo</a:t>
            </a:r>
            <a:r>
              <a:rPr lang="en-US" sz="2800" dirty="0">
                <a:latin typeface="Montserrat" panose="00000500000000000000" pitchFamily="2" charset="0"/>
              </a:rPr>
              <a:t>:</a:t>
            </a:r>
            <a:endParaRPr lang="pt-BR" sz="2800" dirty="0">
              <a:latin typeface="Montserrat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E65DA1F-F149-F9B4-F6B1-E4672C2F7A4B}"/>
              </a:ext>
            </a:extLst>
          </p:cNvPr>
          <p:cNvSpPr txBox="1"/>
          <p:nvPr/>
        </p:nvSpPr>
        <p:spPr>
          <a:xfrm>
            <a:off x="7390263" y="5789711"/>
            <a:ext cx="9239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$ </a:t>
            </a:r>
            <a:r>
              <a:rPr lang="pt-BR" sz="24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hello</a:t>
            </a:r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-world-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images</a:t>
            </a:r>
            <a:endParaRPr lang="pt-BR" sz="2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1640185-887C-8A23-D710-A4CC907CCD82}"/>
              </a:ext>
            </a:extLst>
          </p:cNvPr>
          <p:cNvSpPr txBox="1"/>
          <p:nvPr/>
        </p:nvSpPr>
        <p:spPr>
          <a:xfrm>
            <a:off x="11402705" y="6952737"/>
            <a:ext cx="92395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$ </a:t>
            </a:r>
            <a:r>
              <a:rPr lang="pt-BR" sz="24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pt-BR" sz="2400" dirty="0"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hello</a:t>
            </a:r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-world-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images</a:t>
            </a:r>
            <a:endParaRPr lang="pt-BR" sz="2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master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53123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8E2FA56-3EF6-52D6-2253-EAF176D6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09693943-CD35-D5ED-D47A-C194E3803F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465A359A-2702-4926-77B0-E0172D06317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498CB1D2-3623-C2D9-C990-660F36E0061F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699B314-41AD-6EB0-FEC9-B9F0D4874BDA}"/>
              </a:ext>
            </a:extLst>
          </p:cNvPr>
          <p:cNvSpPr txBox="1"/>
          <p:nvPr/>
        </p:nvSpPr>
        <p:spPr>
          <a:xfrm>
            <a:off x="655093" y="2336236"/>
            <a:ext cx="61005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Para alternar entre </a:t>
            </a:r>
            <a:r>
              <a:rPr lang="pt-BR" sz="3200" dirty="0" err="1">
                <a:latin typeface="Montserrat" panose="00000500000000000000" pitchFamily="2" charset="0"/>
              </a:rPr>
              <a:t>branches</a:t>
            </a:r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Agora que mudamos nosso ambiente de trabalho atual do master para o novo Branch, abra o editor e faça algumas alterações no arquivo.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500D28-6CE8-05DF-8D71-B1E7132A3D9C}"/>
              </a:ext>
            </a:extLst>
          </p:cNvPr>
          <p:cNvSpPr txBox="1"/>
          <p:nvPr/>
        </p:nvSpPr>
        <p:spPr>
          <a:xfrm>
            <a:off x="7103660" y="2087837"/>
            <a:ext cx="92395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4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$ git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checkout 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hello</a:t>
            </a:r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-world-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images</a:t>
            </a:r>
            <a:endParaRPr lang="en-US" sz="2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Switched to branch '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hello</a:t>
            </a:r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-world-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images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</a:t>
            </a: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0F174B7-65E5-6EAD-434B-E9C1D67E240E}"/>
              </a:ext>
            </a:extLst>
          </p:cNvPr>
          <p:cNvSpPr txBox="1"/>
          <p:nvPr/>
        </p:nvSpPr>
        <p:spPr>
          <a:xfrm>
            <a:off x="6912593" y="3764841"/>
            <a:ext cx="923953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&lt;!DOCTYPE </a:t>
            </a:r>
            <a:r>
              <a:rPr lang="pt-BR" sz="20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World!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pt-BR" sz="2000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="bluestyle.css"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world!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pt-BR" sz="2000" b="0" i="0" dirty="0" err="1">
                <a:solidFill>
                  <a:srgbClr val="99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div</a:t>
            </a:r>
            <a:r>
              <a:rPr lang="pt-BR" sz="2000" b="0" i="0" dirty="0">
                <a:solidFill>
                  <a:srgbClr val="9999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&gt;&lt;</a:t>
            </a:r>
            <a:r>
              <a:rPr lang="pt-BR" sz="2000" b="0" i="0" dirty="0" err="1">
                <a:solidFill>
                  <a:srgbClr val="99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img</a:t>
            </a:r>
            <a:r>
              <a:rPr lang="pt-BR" sz="2000" b="0" i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src</a:t>
            </a:r>
            <a:r>
              <a:rPr lang="pt-BR" sz="2000" b="0" i="0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="img_hello_world.jpg"</a:t>
            </a:r>
            <a:r>
              <a:rPr lang="pt-BR" sz="2000" b="0" i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</a:t>
            </a:r>
            <a:r>
              <a:rPr lang="pt-BR" sz="2000" b="0" i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alt</a:t>
            </a:r>
            <a:r>
              <a:rPr lang="pt-BR" sz="2000" b="0" i="0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pt-BR" sz="2000" b="0" i="0" dirty="0" err="1">
                <a:solidFill>
                  <a:srgbClr val="005CC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Hello</a:t>
            </a:r>
            <a:r>
              <a:rPr lang="pt-BR" sz="2000" b="0" i="0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World </a:t>
            </a:r>
            <a:r>
              <a:rPr lang="pt-BR" sz="2000" b="0" i="0" dirty="0" err="1">
                <a:solidFill>
                  <a:srgbClr val="005CC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from</a:t>
            </a:r>
            <a:r>
              <a:rPr lang="pt-BR" sz="2000" b="0" i="0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Space"</a:t>
            </a:r>
            <a:br>
              <a:rPr lang="pt-BR" sz="2000" b="0" i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pt-BR" sz="2000" b="0" i="0" dirty="0" err="1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style</a:t>
            </a:r>
            <a:r>
              <a:rPr lang="pt-BR" sz="2000" b="0" i="0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="width:100%;max-width:960px"</a:t>
            </a:r>
            <a:r>
              <a:rPr lang="pt-BR" sz="2000" b="0" i="0" dirty="0">
                <a:solidFill>
                  <a:srgbClr val="9999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&gt;&lt;</a:t>
            </a:r>
            <a:r>
              <a:rPr lang="pt-BR" sz="2000" b="0" i="0" dirty="0">
                <a:solidFill>
                  <a:srgbClr val="99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pt-BR" sz="2000" b="0" i="0" dirty="0" err="1">
                <a:solidFill>
                  <a:srgbClr val="99005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div</a:t>
            </a:r>
            <a:r>
              <a:rPr lang="pt-BR" sz="2000" b="0" i="0" dirty="0">
                <a:solidFill>
                  <a:srgbClr val="9999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file in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new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Repo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new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our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file!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pt-BR" sz="2000" dirty="0"/>
            </a:b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865094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781EF79-86A3-25DE-6D3D-BDFE8DC0A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D588B51C-1DC9-0A77-CB5C-719198CF3C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83469013-24CC-8298-5087-282BE95675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0363CFE3-DCAA-1139-1FE4-BC9408FB8BC9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8284A9-16B9-FC22-55FF-A2C421082F52}"/>
              </a:ext>
            </a:extLst>
          </p:cNvPr>
          <p:cNvSpPr txBox="1"/>
          <p:nvPr/>
        </p:nvSpPr>
        <p:spPr>
          <a:xfrm>
            <a:off x="655093" y="2336236"/>
            <a:ext cx="16309074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Observe o status e perceba o retorno: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Faça um </a:t>
            </a:r>
            <a:r>
              <a:rPr lang="pt-BR" sz="3200" b="1" dirty="0" err="1">
                <a:latin typeface="Montserrat" panose="00000500000000000000" pitchFamily="2" charset="0"/>
              </a:rPr>
              <a:t>git</a:t>
            </a:r>
            <a:r>
              <a:rPr lang="pt-BR" sz="3200" b="1" dirty="0">
                <a:latin typeface="Montserrat" panose="00000500000000000000" pitchFamily="2" charset="0"/>
              </a:rPr>
              <a:t> </a:t>
            </a:r>
            <a:r>
              <a:rPr lang="pt-BR" sz="3200" b="1" dirty="0" err="1">
                <a:latin typeface="Montserrat" panose="00000500000000000000" pitchFamily="2" charset="0"/>
              </a:rPr>
              <a:t>add</a:t>
            </a:r>
            <a:r>
              <a:rPr lang="pt-BR" sz="3200" b="1" dirty="0">
                <a:latin typeface="Montserrat" panose="00000500000000000000" pitchFamily="2" charset="0"/>
              </a:rPr>
              <a:t> –-</a:t>
            </a:r>
            <a:r>
              <a:rPr lang="pt-BR" sz="3200" b="1" dirty="0" err="1">
                <a:latin typeface="Montserrat" panose="00000500000000000000" pitchFamily="2" charset="0"/>
              </a:rPr>
              <a:t>all</a:t>
            </a:r>
            <a:r>
              <a:rPr lang="pt-BR" sz="3200" b="1" dirty="0">
                <a:latin typeface="Montserrat" panose="00000500000000000000" pitchFamily="2" charset="0"/>
              </a:rPr>
              <a:t> </a:t>
            </a:r>
            <a:r>
              <a:rPr lang="pt-BR" sz="3200" dirty="0">
                <a:latin typeface="Montserrat" panose="00000500000000000000" pitchFamily="2" charset="0"/>
              </a:rPr>
              <a:t>e em seguida </a:t>
            </a:r>
            <a:r>
              <a:rPr lang="pt-BR" sz="3200" b="1" dirty="0" err="1">
                <a:latin typeface="Montserrat" panose="00000500000000000000" pitchFamily="2" charset="0"/>
              </a:rPr>
              <a:t>git</a:t>
            </a:r>
            <a:r>
              <a:rPr lang="pt-BR" sz="3200" b="1" dirty="0">
                <a:latin typeface="Montserrat" panose="00000500000000000000" pitchFamily="2" charset="0"/>
              </a:rPr>
              <a:t> status</a:t>
            </a:r>
            <a:r>
              <a:rPr lang="pt-BR" sz="3200" dirty="0">
                <a:latin typeface="Montserrat" panose="00000500000000000000" pitchFamily="2" charset="0"/>
              </a:rPr>
              <a:t> e um </a:t>
            </a:r>
            <a:r>
              <a:rPr lang="pt-BR" sz="3200" b="1" dirty="0" err="1">
                <a:latin typeface="Montserrat" panose="00000500000000000000" pitchFamily="2" charset="0"/>
              </a:rPr>
              <a:t>git</a:t>
            </a:r>
            <a:r>
              <a:rPr lang="pt-BR" sz="3200" b="1" dirty="0">
                <a:latin typeface="Montserrat" panose="00000500000000000000" pitchFamily="2" charset="0"/>
              </a:rPr>
              <a:t> </a:t>
            </a:r>
            <a:r>
              <a:rPr lang="pt-BR" sz="3200" b="1" dirty="0" err="1">
                <a:latin typeface="Montserrat" panose="00000500000000000000" pitchFamily="2" charset="0"/>
              </a:rPr>
              <a:t>commit</a:t>
            </a:r>
            <a:r>
              <a:rPr lang="pt-BR" sz="3200" b="1" dirty="0">
                <a:latin typeface="Montserrat" panose="00000500000000000000" pitchFamily="2" charset="0"/>
              </a:rPr>
              <a:t> –m “</a:t>
            </a:r>
            <a:r>
              <a:rPr lang="pt-BR" sz="3200" b="1" dirty="0" err="1">
                <a:latin typeface="Montserrat" panose="00000500000000000000" pitchFamily="2" charset="0"/>
              </a:rPr>
              <a:t>blabla</a:t>
            </a:r>
            <a:r>
              <a:rPr lang="pt-BR" sz="3200" b="1" dirty="0">
                <a:latin typeface="Montserrat" panose="00000500000000000000" pitchFamily="2" charset="0"/>
              </a:rPr>
              <a:t>”</a:t>
            </a:r>
          </a:p>
          <a:p>
            <a:endParaRPr lang="pt-BR" sz="3200" b="1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Assim teremos uma </a:t>
            </a:r>
            <a:r>
              <a:rPr lang="pt-BR" sz="3200" b="1" dirty="0">
                <a:latin typeface="Montserrat" panose="00000500000000000000" pitchFamily="2" charset="0"/>
              </a:rPr>
              <a:t>Branch </a:t>
            </a:r>
            <a:r>
              <a:rPr lang="pt-BR" sz="3200" dirty="0">
                <a:latin typeface="Montserrat" panose="00000500000000000000" pitchFamily="2" charset="0"/>
              </a:rPr>
              <a:t>com arquivo diferentes do </a:t>
            </a:r>
            <a:r>
              <a:rPr lang="pt-BR" sz="3200" b="1" dirty="0">
                <a:latin typeface="Montserrat" panose="00000500000000000000" pitchFamily="2" charset="0"/>
              </a:rPr>
              <a:t>master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95E76B-CC2A-FA35-2613-C42E7E779D60}"/>
              </a:ext>
            </a:extLst>
          </p:cNvPr>
          <p:cNvSpPr txBox="1"/>
          <p:nvPr/>
        </p:nvSpPr>
        <p:spPr>
          <a:xfrm>
            <a:off x="3057098" y="3018409"/>
            <a:ext cx="112866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$ 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git</a:t>
            </a:r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 status</a:t>
            </a:r>
          </a:p>
          <a:p>
            <a:endParaRPr lang="pt-BR" sz="2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On</a:t>
            </a:r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branch</a:t>
            </a:r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hello</a:t>
            </a:r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-world-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images</a:t>
            </a:r>
            <a:endParaRPr lang="pt-BR" sz="2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Consolas" panose="020B0609020204030204" pitchFamily="49" charset="0"/>
              </a:rPr>
              <a:t>Changes not staged for commit:</a:t>
            </a:r>
          </a:p>
          <a:p>
            <a:r>
              <a:rPr lang="en-US" sz="2400" dirty="0">
                <a:solidFill>
                  <a:prstClr val="black"/>
                </a:solidFill>
                <a:latin typeface="Consolas" panose="020B0609020204030204" pitchFamily="49" charset="0"/>
              </a:rPr>
              <a:t>  (use "git add &lt;file&gt;..." to update what will be committed)</a:t>
            </a:r>
          </a:p>
          <a:p>
            <a:r>
              <a:rPr lang="en-US" sz="2400" dirty="0">
                <a:solidFill>
                  <a:prstClr val="black"/>
                </a:solidFill>
                <a:latin typeface="Consolas" panose="020B0609020204030204" pitchFamily="49" charset="0"/>
              </a:rPr>
              <a:t>  (use "git restore &lt;file&gt;..." to discard changes in working directory)</a:t>
            </a:r>
          </a:p>
          <a:p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        </a:t>
            </a:r>
            <a:r>
              <a:rPr lang="pt-BR" sz="2400" dirty="0" err="1">
                <a:solidFill>
                  <a:srgbClr val="D42C3A"/>
                </a:solidFill>
                <a:latin typeface="Consolas" panose="020B0609020204030204" pitchFamily="49" charset="0"/>
              </a:rPr>
              <a:t>modified</a:t>
            </a:r>
            <a:r>
              <a:rPr lang="pt-BR" sz="2400" dirty="0">
                <a:solidFill>
                  <a:srgbClr val="D42C3A"/>
                </a:solidFill>
                <a:latin typeface="Consolas" panose="020B0609020204030204" pitchFamily="49" charset="0"/>
              </a:rPr>
              <a:t>:   index.html</a:t>
            </a:r>
          </a:p>
          <a:p>
            <a:endParaRPr lang="pt-BR" sz="2400" dirty="0">
              <a:solidFill>
                <a:srgbClr val="D42C3A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Consolas" panose="020B0609020204030204" pitchFamily="49" charset="0"/>
              </a:rPr>
              <a:t>no changes added to commit (use "git add" and/or "git commit -a")</a:t>
            </a:r>
          </a:p>
        </p:txBody>
      </p:sp>
    </p:spTree>
    <p:extLst>
      <p:ext uri="{BB962C8B-B14F-4D97-AF65-F5344CB8AC3E}">
        <p14:creationId xmlns:p14="http://schemas.microsoft.com/office/powerpoint/2010/main" val="2410806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C5C7E3F-4D6F-44D7-ADE7-D4341F18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18EE1E4-423E-65E9-EDCE-121564C849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2263478-287F-4901-3784-F4BF5570DE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228A9C67-4E1E-2BD0-3F80-1781B378D27C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262B9DD-6DE3-FF9F-F1F0-7DAD1925D37F}"/>
              </a:ext>
            </a:extLst>
          </p:cNvPr>
          <p:cNvSpPr txBox="1"/>
          <p:nvPr/>
        </p:nvSpPr>
        <p:spPr>
          <a:xfrm>
            <a:off x="655093" y="2336236"/>
            <a:ext cx="16309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Para remover uma Branch, basta executar:</a:t>
            </a:r>
          </a:p>
          <a:p>
            <a:endParaRPr lang="pt-BR" sz="3200" dirty="0">
              <a:latin typeface="Montserrat" panose="000005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A1CB9BB-7B18-5700-407B-4BCCE1053E34}"/>
              </a:ext>
            </a:extLst>
          </p:cNvPr>
          <p:cNvSpPr txBox="1"/>
          <p:nvPr/>
        </p:nvSpPr>
        <p:spPr>
          <a:xfrm>
            <a:off x="4572000" y="3018556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 err="1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-d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-world-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images</a:t>
            </a:r>
            <a:endParaRPr lang="pt-BR" sz="24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DC82F64-8808-347C-DE02-5DDEB578C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690" y="4468999"/>
            <a:ext cx="10365058" cy="256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92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B67DBB3-6608-ACE7-CE03-4B391C02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3DE30D2B-CFAE-EC15-6680-D6D502DB31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3E05BC5-29DB-C8DE-DAD2-84E7EF6C3F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184B3203-5787-255F-1F7A-AB3EEC778778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264B76-0B7A-83A0-8A2C-E7539C5DAEDD}"/>
              </a:ext>
            </a:extLst>
          </p:cNvPr>
          <p:cNvSpPr txBox="1"/>
          <p:nvPr/>
        </p:nvSpPr>
        <p:spPr>
          <a:xfrm>
            <a:off x="655093" y="2336236"/>
            <a:ext cx="1437109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Mesclagem de </a:t>
            </a:r>
            <a:r>
              <a:rPr lang="pt-BR" sz="3200" dirty="0" err="1">
                <a:latin typeface="Montserrat" panose="00000500000000000000" pitchFamily="2" charset="0"/>
              </a:rPr>
              <a:t>Branches</a:t>
            </a:r>
            <a:r>
              <a:rPr lang="pt-BR" sz="3200" dirty="0">
                <a:latin typeface="Montserrat" panose="00000500000000000000" pitchFamily="2" charset="0"/>
              </a:rPr>
              <a:t> do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Mesclar no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significa combinar as alterações de um </a:t>
            </a:r>
            <a:r>
              <a:rPr lang="pt-BR" sz="3200" dirty="0" err="1">
                <a:latin typeface="Montserrat" panose="00000500000000000000" pitchFamily="2" charset="0"/>
              </a:rPr>
              <a:t>branch</a:t>
            </a:r>
            <a:r>
              <a:rPr lang="pt-BR" sz="3200" dirty="0">
                <a:latin typeface="Montserrat" panose="00000500000000000000" pitchFamily="2" charset="0"/>
              </a:rPr>
              <a:t> em outro. É assim que você reúne seu trabalho depois de trabalhar separadamente em diferentes recursos ou correções de bugs.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b="1" dirty="0" err="1">
                <a:latin typeface="Montserrat" panose="00000500000000000000" pitchFamily="2" charset="0"/>
              </a:rPr>
              <a:t>git</a:t>
            </a:r>
            <a:r>
              <a:rPr lang="pt-BR" sz="3200" b="1" dirty="0">
                <a:latin typeface="Montserrat" panose="00000500000000000000" pitchFamily="2" charset="0"/>
              </a:rPr>
              <a:t> merge </a:t>
            </a:r>
            <a:r>
              <a:rPr lang="pt-BR" sz="3200" dirty="0">
                <a:latin typeface="Montserrat" panose="00000500000000000000" pitchFamily="2" charset="0"/>
              </a:rPr>
              <a:t>- Mescla uma ramificação externa a sua ramificação atual</a:t>
            </a:r>
          </a:p>
          <a:p>
            <a:r>
              <a:rPr lang="pt-BR" sz="3200" b="1" dirty="0" err="1">
                <a:latin typeface="Montserrat" panose="00000500000000000000" pitchFamily="2" charset="0"/>
              </a:rPr>
              <a:t>git</a:t>
            </a:r>
            <a:r>
              <a:rPr lang="pt-BR" sz="3200" b="1" dirty="0">
                <a:latin typeface="Montserrat" panose="00000500000000000000" pitchFamily="2" charset="0"/>
              </a:rPr>
              <a:t> merge --no-ff </a:t>
            </a:r>
            <a:r>
              <a:rPr lang="pt-BR" sz="3200" dirty="0">
                <a:latin typeface="Montserrat" panose="00000500000000000000" pitchFamily="2" charset="0"/>
              </a:rPr>
              <a:t>- Sempre vai criar um </a:t>
            </a:r>
            <a:r>
              <a:rPr lang="pt-BR" sz="3200" dirty="0" err="1">
                <a:latin typeface="Montserrat" panose="00000500000000000000" pitchFamily="2" charset="0"/>
              </a:rPr>
              <a:t>commit</a:t>
            </a:r>
            <a:r>
              <a:rPr lang="pt-BR" sz="3200" dirty="0">
                <a:latin typeface="Montserrat" panose="00000500000000000000" pitchFamily="2" charset="0"/>
              </a:rPr>
              <a:t> para a mesclagem</a:t>
            </a:r>
          </a:p>
          <a:p>
            <a:r>
              <a:rPr lang="pt-BR" sz="3200" b="1" dirty="0" err="1">
                <a:latin typeface="Montserrat" panose="00000500000000000000" pitchFamily="2" charset="0"/>
              </a:rPr>
              <a:t>git</a:t>
            </a:r>
            <a:r>
              <a:rPr lang="pt-BR" sz="3200" b="1" dirty="0">
                <a:latin typeface="Montserrat" panose="00000500000000000000" pitchFamily="2" charset="0"/>
              </a:rPr>
              <a:t> merge --squash </a:t>
            </a:r>
            <a:r>
              <a:rPr lang="pt-BR" sz="3200" dirty="0">
                <a:latin typeface="Montserrat" panose="00000500000000000000" pitchFamily="2" charset="0"/>
              </a:rPr>
              <a:t>– Combina as alterações em um único </a:t>
            </a:r>
            <a:r>
              <a:rPr lang="pt-BR" sz="3200" dirty="0" err="1">
                <a:latin typeface="Montserrat" panose="00000500000000000000" pitchFamily="2" charset="0"/>
              </a:rPr>
              <a:t>commit</a:t>
            </a:r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b="1" dirty="0" err="1">
                <a:latin typeface="Montserrat" panose="00000500000000000000" pitchFamily="2" charset="0"/>
              </a:rPr>
              <a:t>git</a:t>
            </a:r>
            <a:r>
              <a:rPr lang="pt-BR" sz="3200" b="1" dirty="0">
                <a:latin typeface="Montserrat" panose="00000500000000000000" pitchFamily="2" charset="0"/>
              </a:rPr>
              <a:t> merge --</a:t>
            </a:r>
            <a:r>
              <a:rPr lang="pt-BR" sz="3200" b="1" dirty="0" err="1">
                <a:latin typeface="Montserrat" panose="00000500000000000000" pitchFamily="2" charset="0"/>
              </a:rPr>
              <a:t>abort</a:t>
            </a:r>
            <a:r>
              <a:rPr lang="pt-BR" sz="3200" b="1" dirty="0">
                <a:latin typeface="Montserrat" panose="00000500000000000000" pitchFamily="2" charset="0"/>
              </a:rPr>
              <a:t> </a:t>
            </a:r>
            <a:r>
              <a:rPr lang="pt-BR" sz="3200" dirty="0">
                <a:latin typeface="Montserrat" panose="00000500000000000000" pitchFamily="2" charset="0"/>
              </a:rPr>
              <a:t>- Aborta uma mesclagem em andamento</a:t>
            </a:r>
          </a:p>
        </p:txBody>
      </p:sp>
    </p:spTree>
    <p:extLst>
      <p:ext uri="{BB962C8B-B14F-4D97-AF65-F5344CB8AC3E}">
        <p14:creationId xmlns:p14="http://schemas.microsoft.com/office/powerpoint/2010/main" val="1235346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473B12E-5F40-DABC-1031-4772A18DD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9268FE5D-0531-C2BA-B0D2-387A295C42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4FBB6DB-68D2-9CAF-D387-3D8FC0BE8F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E1907586-D497-C166-4114-9BC56AF0043B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CE63E51-EEF2-0239-2ADD-8F9C1D3D714D}"/>
              </a:ext>
            </a:extLst>
          </p:cNvPr>
          <p:cNvSpPr txBox="1"/>
          <p:nvPr/>
        </p:nvSpPr>
        <p:spPr>
          <a:xfrm>
            <a:off x="1460310" y="2688002"/>
            <a:ext cx="1270606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A000"/>
                </a:solidFill>
                <a:latin typeface="Lucida Console" panose="020B0609040504020204" pitchFamily="49" charset="0"/>
              </a:rPr>
              <a:t>~/Documents/</a:t>
            </a:r>
            <a:r>
              <a:rPr lang="en-US" sz="2000" dirty="0" err="1">
                <a:solidFill>
                  <a:srgbClr val="C0A000"/>
                </a:solidFill>
                <a:latin typeface="Lucida Console" panose="020B0609040504020204" pitchFamily="49" charset="0"/>
              </a:rPr>
              <a:t>Projeto</a:t>
            </a:r>
            <a:r>
              <a:rPr lang="en-US" sz="2000" dirty="0">
                <a:solidFill>
                  <a:srgbClr val="00A89A"/>
                </a:solidFill>
                <a:latin typeface="Lucida Console" panose="020B0609040504020204" pitchFamily="49" charset="0"/>
              </a:rPr>
              <a:t> (</a:t>
            </a:r>
            <a:r>
              <a:rPr lang="en-US" sz="2000" dirty="0" err="1">
                <a:solidFill>
                  <a:srgbClr val="00A89A"/>
                </a:solidFill>
                <a:latin typeface="Lucida Console" panose="020B0609040504020204" pitchFamily="49" charset="0"/>
              </a:rPr>
              <a:t>helo</a:t>
            </a:r>
            <a:r>
              <a:rPr lang="en-US" sz="2000" dirty="0">
                <a:solidFill>
                  <a:srgbClr val="00A89A"/>
                </a:solidFill>
                <a:latin typeface="Lucida Console" panose="020B0609040504020204" pitchFamily="49" charset="0"/>
              </a:rPr>
              <a:t>-world-images)</a:t>
            </a:r>
          </a:p>
          <a:p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pt-BR" sz="2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git</a:t>
            </a:r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pt-BR" sz="2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add</a:t>
            </a:r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index.html</a:t>
            </a:r>
          </a:p>
          <a:p>
            <a:endParaRPr lang="pt-BR" sz="20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2000" dirty="0">
                <a:solidFill>
                  <a:srgbClr val="C0A000"/>
                </a:solidFill>
                <a:latin typeface="Lucida Console" panose="020B0609040504020204" pitchFamily="49" charset="0"/>
              </a:rPr>
              <a:t>~/Documents/</a:t>
            </a:r>
            <a:r>
              <a:rPr lang="en-US" sz="2000" dirty="0" err="1">
                <a:solidFill>
                  <a:srgbClr val="C0A000"/>
                </a:solidFill>
                <a:latin typeface="Lucida Console" panose="020B0609040504020204" pitchFamily="49" charset="0"/>
              </a:rPr>
              <a:t>Projeto</a:t>
            </a:r>
            <a:r>
              <a:rPr lang="en-US" sz="2000" dirty="0">
                <a:solidFill>
                  <a:srgbClr val="00A89A"/>
                </a:solidFill>
                <a:latin typeface="Lucida Console" panose="020B0609040504020204" pitchFamily="49" charset="0"/>
              </a:rPr>
              <a:t> (</a:t>
            </a:r>
            <a:r>
              <a:rPr lang="en-US" sz="2000" dirty="0" err="1">
                <a:solidFill>
                  <a:srgbClr val="00A89A"/>
                </a:solidFill>
                <a:latin typeface="Lucida Console" panose="020B0609040504020204" pitchFamily="49" charset="0"/>
              </a:rPr>
              <a:t>helo</a:t>
            </a:r>
            <a:r>
              <a:rPr lang="en-US" sz="2000" dirty="0">
                <a:solidFill>
                  <a:srgbClr val="00A89A"/>
                </a:solidFill>
                <a:latin typeface="Lucida Console" panose="020B0609040504020204" pitchFamily="49" charset="0"/>
              </a:rPr>
              <a:t>-world-images)</a:t>
            </a:r>
          </a:p>
          <a:p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pt-BR" sz="2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git</a:t>
            </a:r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pt-BR" sz="2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commit</a:t>
            </a:r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-m '</a:t>
            </a:r>
            <a:r>
              <a:rPr lang="pt-BR" sz="2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alteracao</a:t>
            </a:r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do </a:t>
            </a:r>
            <a:r>
              <a:rPr lang="pt-BR" sz="2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html</a:t>
            </a:r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'</a:t>
            </a:r>
          </a:p>
          <a:p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helo</a:t>
            </a:r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-world-</a:t>
            </a:r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images</a:t>
            </a:r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fede81b] </a:t>
            </a:r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alteracao</a:t>
            </a:r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do </a:t>
            </a:r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html</a:t>
            </a:r>
            <a:endParaRPr lang="pt-BR" sz="20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1 file </a:t>
            </a:r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changed</a:t>
            </a:r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, 16 </a:t>
            </a:r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insertions</a:t>
            </a:r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(+)</a:t>
            </a:r>
          </a:p>
          <a:p>
            <a:endParaRPr lang="pt-BR" sz="20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2000" dirty="0">
                <a:solidFill>
                  <a:srgbClr val="C0A000"/>
                </a:solidFill>
                <a:latin typeface="Lucida Console" panose="020B0609040504020204" pitchFamily="49" charset="0"/>
              </a:rPr>
              <a:t>~/Documents/</a:t>
            </a:r>
            <a:r>
              <a:rPr lang="en-US" sz="2000" dirty="0" err="1">
                <a:solidFill>
                  <a:srgbClr val="C0A000"/>
                </a:solidFill>
                <a:latin typeface="Lucida Console" panose="020B0609040504020204" pitchFamily="49" charset="0"/>
              </a:rPr>
              <a:t>Projeto</a:t>
            </a:r>
            <a:r>
              <a:rPr lang="en-US" sz="2000" dirty="0">
                <a:solidFill>
                  <a:srgbClr val="00A89A"/>
                </a:solidFill>
                <a:latin typeface="Lucida Console" panose="020B0609040504020204" pitchFamily="49" charset="0"/>
              </a:rPr>
              <a:t> (</a:t>
            </a:r>
            <a:r>
              <a:rPr lang="en-US" sz="2000" dirty="0" err="1">
                <a:solidFill>
                  <a:srgbClr val="00A89A"/>
                </a:solidFill>
                <a:latin typeface="Lucida Console" panose="020B0609040504020204" pitchFamily="49" charset="0"/>
              </a:rPr>
              <a:t>helo</a:t>
            </a:r>
            <a:r>
              <a:rPr lang="en-US" sz="2000" dirty="0">
                <a:solidFill>
                  <a:srgbClr val="00A89A"/>
                </a:solidFill>
                <a:latin typeface="Lucida Console" panose="020B0609040504020204" pitchFamily="49" charset="0"/>
              </a:rPr>
              <a:t>-world-images)</a:t>
            </a:r>
          </a:p>
          <a:p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pt-BR" sz="2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git</a:t>
            </a:r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checkout master</a:t>
            </a:r>
          </a:p>
          <a:p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Switched</a:t>
            </a:r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to</a:t>
            </a:r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'master'</a:t>
            </a:r>
          </a:p>
          <a:p>
            <a:endParaRPr lang="pt-BR" sz="20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pt-BR" sz="2000" dirty="0">
                <a:solidFill>
                  <a:srgbClr val="C0A000"/>
                </a:solidFill>
                <a:latin typeface="Lucida Console" panose="020B0609040504020204" pitchFamily="49" charset="0"/>
              </a:rPr>
              <a:t>~/</a:t>
            </a:r>
            <a:r>
              <a:rPr lang="pt-BR" sz="2000" dirty="0" err="1">
                <a:solidFill>
                  <a:srgbClr val="C0A000"/>
                </a:solidFill>
                <a:latin typeface="Lucida Console" panose="020B0609040504020204" pitchFamily="49" charset="0"/>
              </a:rPr>
              <a:t>Documents</a:t>
            </a:r>
            <a:r>
              <a:rPr lang="pt-BR" sz="2000" dirty="0">
                <a:solidFill>
                  <a:srgbClr val="C0A000"/>
                </a:solidFill>
                <a:latin typeface="Lucida Console" panose="020B0609040504020204" pitchFamily="49" charset="0"/>
              </a:rPr>
              <a:t>/Projeto</a:t>
            </a:r>
            <a:r>
              <a:rPr lang="pt-BR" sz="2000" dirty="0">
                <a:solidFill>
                  <a:srgbClr val="00A89A"/>
                </a:solidFill>
                <a:latin typeface="Lucida Console" panose="020B0609040504020204" pitchFamily="49" charset="0"/>
              </a:rPr>
              <a:t> (master)</a:t>
            </a:r>
          </a:p>
          <a:p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pt-BR" sz="2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git</a:t>
            </a:r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merge </a:t>
            </a:r>
            <a:r>
              <a:rPr lang="pt-BR" sz="2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helo</a:t>
            </a:r>
            <a:r>
              <a:rPr lang="pt-B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-world-</a:t>
            </a:r>
            <a:r>
              <a:rPr lang="pt-BR" sz="2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images</a:t>
            </a:r>
            <a:endParaRPr lang="pt-BR" sz="20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Updating</a:t>
            </a:r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edf9052..fede81b</a:t>
            </a:r>
          </a:p>
          <a:p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Fast-</a:t>
            </a:r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forward</a:t>
            </a:r>
            <a:endParaRPr lang="pt-BR" sz="20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index.html | 16 </a:t>
            </a:r>
            <a:r>
              <a:rPr lang="pt-BR" sz="2000" dirty="0">
                <a:solidFill>
                  <a:srgbClr val="1CA800"/>
                </a:solidFill>
                <a:latin typeface="Lucida Console" panose="020B0609040504020204" pitchFamily="49" charset="0"/>
              </a:rPr>
              <a:t>++++++++++++++++</a:t>
            </a:r>
          </a:p>
          <a:p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1 file </a:t>
            </a:r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changed</a:t>
            </a:r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, 16 </a:t>
            </a:r>
            <a:r>
              <a:rPr lang="pt-B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insertions</a:t>
            </a:r>
            <a:r>
              <a:rPr lang="pt-B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(+)</a:t>
            </a:r>
          </a:p>
        </p:txBody>
      </p:sp>
    </p:spTree>
    <p:extLst>
      <p:ext uri="{BB962C8B-B14F-4D97-AF65-F5344CB8AC3E}">
        <p14:creationId xmlns:p14="http://schemas.microsoft.com/office/powerpoint/2010/main" val="926228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3B30C3B-170D-54B8-1F63-4B47CFB0B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C9DCACA-077B-87BC-12E1-ED9FD0F310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DF470C2B-926B-D082-8A80-68AFE55A04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A49E8B7-8883-5DB8-461B-ADA96756AE1E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2CB74A9-5EAB-BAF8-14F2-A1D828499AF4}"/>
              </a:ext>
            </a:extLst>
          </p:cNvPr>
          <p:cNvSpPr txBox="1"/>
          <p:nvPr/>
        </p:nvSpPr>
        <p:spPr>
          <a:xfrm>
            <a:off x="763952" y="2495743"/>
            <a:ext cx="14357767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Boas práticas:</a:t>
            </a:r>
          </a:p>
          <a:p>
            <a:pPr algn="l"/>
            <a:endParaRPr lang="pt-BR" sz="3200" dirty="0">
              <a:latin typeface="Montserrat" panose="00000500000000000000" pitchFamily="2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Sempre confirme ou armazene suas alterações antes de iniciar uma mesclagem.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32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Faça regularmente a mesclagem do </a:t>
            </a:r>
            <a:r>
              <a:rPr lang="pt-BR" sz="3200" b="0" i="0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branch</a:t>
            </a:r>
            <a:r>
              <a:rPr lang="pt-BR" sz="3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principal para o </a:t>
            </a:r>
            <a:r>
              <a:rPr lang="pt-BR" sz="3200" b="0" i="0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branch</a:t>
            </a:r>
            <a:r>
              <a:rPr lang="pt-BR" sz="3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de features (a nova) para minimizar conflitos.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32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Leia e resolva os conflitos com cuidado — não aceite todas as mudanças cegamente.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32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Escreva mensagens de confirmação de mesclagem claras e descritivas.</a:t>
            </a:r>
          </a:p>
        </p:txBody>
      </p:sp>
    </p:spTree>
    <p:extLst>
      <p:ext uri="{BB962C8B-B14F-4D97-AF65-F5344CB8AC3E}">
        <p14:creationId xmlns:p14="http://schemas.microsoft.com/office/powerpoint/2010/main" val="343770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2B2ECBC-AFBD-F8C3-94ED-6BC4652AE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908248A-66B2-5490-7627-B347B72A2A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2D8A095-3093-757D-A2AB-B2837BA386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88DDB128-7B06-F97C-1DA3-C1B6D88C807C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4D9287-E9F9-7A6F-2150-1BD486A330C2}"/>
              </a:ext>
            </a:extLst>
          </p:cNvPr>
          <p:cNvSpPr txBox="1"/>
          <p:nvPr/>
        </p:nvSpPr>
        <p:spPr>
          <a:xfrm>
            <a:off x="763952" y="2495743"/>
            <a:ext cx="1435776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Como master e </a:t>
            </a:r>
            <a:r>
              <a:rPr lang="pt-BR" sz="3200" b="0" i="0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helo</a:t>
            </a:r>
            <a:r>
              <a:rPr lang="pt-BR" sz="3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-world-</a:t>
            </a:r>
            <a:r>
              <a:rPr lang="pt-BR" sz="3200" b="0" i="0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images</a:t>
            </a:r>
            <a:r>
              <a:rPr lang="pt-BR" sz="3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são essencialmente os mesmos agora, podemos </a:t>
            </a:r>
            <a:r>
              <a:rPr lang="pt-BR" sz="3200" dirty="0">
                <a:latin typeface="Montserrat" panose="00000500000000000000" pitchFamily="2" charset="0"/>
              </a:rPr>
              <a:t>excluir </a:t>
            </a:r>
            <a:r>
              <a:rPr lang="pt-BR" sz="3200" dirty="0" err="1">
                <a:latin typeface="Montserrat" panose="00000500000000000000" pitchFamily="2" charset="0"/>
              </a:rPr>
              <a:t>helo</a:t>
            </a:r>
            <a:r>
              <a:rPr lang="pt-BR" sz="3200" dirty="0">
                <a:latin typeface="Montserrat" panose="00000500000000000000" pitchFamily="2" charset="0"/>
              </a:rPr>
              <a:t>-world-</a:t>
            </a:r>
            <a:r>
              <a:rPr lang="pt-BR" sz="3200" dirty="0" err="1">
                <a:latin typeface="Montserrat" panose="00000500000000000000" pitchFamily="2" charset="0"/>
              </a:rPr>
              <a:t>images</a:t>
            </a:r>
            <a:r>
              <a:rPr lang="pt-BR" sz="3200" dirty="0">
                <a:latin typeface="Montserrat" panose="00000500000000000000" pitchFamily="2" charset="0"/>
              </a:rPr>
              <a:t> , </a:t>
            </a:r>
            <a:r>
              <a:rPr lang="pt-BR" sz="32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pois ele não é mais necessário: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Para enviar a um repositório (por exemplo, github), precisamos fazer: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FE571D5-7FF0-9A2F-682D-5EC561ED408C}"/>
              </a:ext>
            </a:extLst>
          </p:cNvPr>
          <p:cNvSpPr txBox="1"/>
          <p:nvPr/>
        </p:nvSpPr>
        <p:spPr>
          <a:xfrm>
            <a:off x="3759958" y="4300746"/>
            <a:ext cx="9239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$ 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git</a:t>
            </a:r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branch</a:t>
            </a:r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 -d 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helo</a:t>
            </a:r>
            <a:r>
              <a:rPr lang="pt-BR" sz="2400" dirty="0">
                <a:solidFill>
                  <a:prstClr val="black"/>
                </a:solidFill>
                <a:latin typeface="Consolas" panose="020B0609020204030204" pitchFamily="49" charset="0"/>
              </a:rPr>
              <a:t>-world-</a:t>
            </a:r>
            <a:r>
              <a:rPr lang="pt-BR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images</a:t>
            </a:r>
            <a:endParaRPr lang="pt-BR" sz="2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Consolas" panose="020B0609020204030204" pitchFamily="49" charset="0"/>
              </a:rPr>
              <a:t>Deleted branch </a:t>
            </a:r>
            <a:r>
              <a:rPr lang="en-US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helo</a:t>
            </a:r>
            <a:r>
              <a:rPr lang="en-US" sz="2400" dirty="0">
                <a:solidFill>
                  <a:prstClr val="black"/>
                </a:solidFill>
                <a:latin typeface="Consolas" panose="020B0609020204030204" pitchFamily="49" charset="0"/>
              </a:rPr>
              <a:t>-world-images (was fede81b).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ED9837-9B5B-1B95-2E2A-81F32E9BBB63}"/>
              </a:ext>
            </a:extLst>
          </p:cNvPr>
          <p:cNvSpPr txBox="1"/>
          <p:nvPr/>
        </p:nvSpPr>
        <p:spPr>
          <a:xfrm>
            <a:off x="928048" y="6035173"/>
            <a:ext cx="9144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prstClr val="black"/>
                </a:solidFill>
                <a:latin typeface="Consolas" panose="020B0609020204030204" pitchFamily="49" charset="0"/>
              </a:rPr>
              <a:t>$ </a:t>
            </a:r>
            <a:r>
              <a:rPr lang="pt-BR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git</a:t>
            </a:r>
            <a:r>
              <a:rPr lang="pt-BR" sz="2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push</a:t>
            </a:r>
            <a:endParaRPr lang="pt-BR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fatal: No configured push destination.</a:t>
            </a:r>
          </a:p>
          <a:p>
            <a:r>
              <a:rPr lang="en-US" sz="2000" dirty="0">
                <a:solidFill>
                  <a:prstClr val="black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Either specify the URL from the command-line or configure a remote repository using</a:t>
            </a:r>
          </a:p>
          <a:p>
            <a:endParaRPr lang="pt-BR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   git remote add &lt;name&gt; &lt;</a:t>
            </a:r>
            <a:r>
              <a:rPr lang="en-US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url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&gt;</a:t>
            </a:r>
          </a:p>
          <a:p>
            <a:endParaRPr lang="pt-BR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and then push using the remote name</a:t>
            </a:r>
          </a:p>
          <a:p>
            <a:endParaRPr lang="pt-BR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git</a:t>
            </a:r>
            <a:r>
              <a:rPr lang="pt-BR" sz="2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push</a:t>
            </a:r>
            <a:r>
              <a:rPr lang="pt-BR" sz="2000" dirty="0">
                <a:solidFill>
                  <a:prstClr val="black"/>
                </a:solidFill>
                <a:latin typeface="Consolas" panose="020B0609020204030204" pitchFamily="49" charset="0"/>
              </a:rPr>
              <a:t> &lt;</a:t>
            </a:r>
            <a:r>
              <a:rPr lang="pt-BR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name</a:t>
            </a:r>
            <a:r>
              <a:rPr lang="pt-BR" sz="2000" dirty="0">
                <a:solidFill>
                  <a:prstClr val="black"/>
                </a:solidFill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43352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DF605A5-DBC7-6CF5-4AEF-FD4897F00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0EB6953-56A9-76BA-2DFB-B07438357B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AE085923-D9C6-BA1B-7713-5C46BA94194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2359866-90FB-C2E1-3699-AAD2BEAC8DF4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FAC32B-4E8B-B3B6-2B55-4429FFE31290}"/>
              </a:ext>
            </a:extLst>
          </p:cNvPr>
          <p:cNvSpPr txBox="1"/>
          <p:nvPr/>
        </p:nvSpPr>
        <p:spPr>
          <a:xfrm>
            <a:off x="448184" y="2456777"/>
            <a:ext cx="7574829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Montserrat" panose="00000500000000000000" pitchFamily="2" charset="0"/>
              </a:rPr>
              <a:t>Precisamos</a:t>
            </a:r>
            <a:r>
              <a:rPr lang="en-US" sz="3200" dirty="0">
                <a:latin typeface="Montserrat" panose="00000500000000000000" pitchFamily="2" charset="0"/>
              </a:rPr>
              <a:t> para </a:t>
            </a:r>
            <a:r>
              <a:rPr lang="en-US" sz="3200" dirty="0" err="1">
                <a:latin typeface="Montserrat" panose="00000500000000000000" pitchFamily="2" charset="0"/>
              </a:rPr>
              <a:t>este</a:t>
            </a:r>
            <a:r>
              <a:rPr lang="en-US" sz="3200" dirty="0">
                <a:latin typeface="Montserrat" panose="00000500000000000000" pitchFamily="2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</a:rPr>
              <a:t>problema</a:t>
            </a:r>
            <a:r>
              <a:rPr lang="en-US" sz="3200" dirty="0">
                <a:latin typeface="Montserrat" panose="00000500000000000000" pitchFamily="2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</a:rPr>
              <a:t>criar</a:t>
            </a:r>
            <a:r>
              <a:rPr lang="en-US" sz="3200" dirty="0">
                <a:latin typeface="Montserrat" panose="00000500000000000000" pitchFamily="2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</a:rPr>
              <a:t>ou</a:t>
            </a:r>
            <a:r>
              <a:rPr lang="en-US" sz="3200" dirty="0">
                <a:latin typeface="Montserrat" panose="00000500000000000000" pitchFamily="2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</a:rPr>
              <a:t>utilizar</a:t>
            </a:r>
            <a:r>
              <a:rPr lang="en-US" sz="3200" dirty="0">
                <a:latin typeface="Montserrat" panose="00000500000000000000" pitchFamily="2" charset="0"/>
              </a:rPr>
              <a:t> um </a:t>
            </a:r>
            <a:r>
              <a:rPr lang="en-US" sz="3200" dirty="0" err="1">
                <a:latin typeface="Montserrat" panose="00000500000000000000" pitchFamily="2" charset="0"/>
              </a:rPr>
              <a:t>repositório</a:t>
            </a:r>
            <a:r>
              <a:rPr lang="en-US" sz="3200" dirty="0">
                <a:latin typeface="Montserrat" panose="00000500000000000000" pitchFamily="2" charset="0"/>
              </a:rPr>
              <a:t> Criado, </a:t>
            </a:r>
            <a:r>
              <a:rPr lang="en-US" sz="3200" dirty="0" err="1">
                <a:latin typeface="Montserrat" panose="00000500000000000000" pitchFamily="2" charset="0"/>
              </a:rPr>
              <a:t>seja</a:t>
            </a:r>
            <a:r>
              <a:rPr lang="en-US" sz="3200" dirty="0">
                <a:latin typeface="Montserrat" panose="00000500000000000000" pitchFamily="2" charset="0"/>
              </a:rPr>
              <a:t> no GITHUB, GITLAB </a:t>
            </a:r>
            <a:r>
              <a:rPr lang="en-US" sz="3200" dirty="0" err="1">
                <a:latin typeface="Montserrat" panose="00000500000000000000" pitchFamily="2" charset="0"/>
              </a:rPr>
              <a:t>ou</a:t>
            </a:r>
            <a:r>
              <a:rPr lang="en-US" sz="3200" dirty="0">
                <a:latin typeface="Montserrat" panose="00000500000000000000" pitchFamily="2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</a:rPr>
              <a:t>qualquer</a:t>
            </a:r>
            <a:r>
              <a:rPr lang="en-US" sz="3200" dirty="0">
                <a:latin typeface="Montserrat" panose="00000500000000000000" pitchFamily="2" charset="0"/>
              </a:rPr>
              <a:t> outro </a:t>
            </a:r>
            <a:r>
              <a:rPr lang="en-US" sz="3200" dirty="0" err="1">
                <a:latin typeface="Montserrat" panose="00000500000000000000" pitchFamily="2" charset="0"/>
              </a:rPr>
              <a:t>ambiente</a:t>
            </a:r>
            <a:r>
              <a:rPr lang="en-US" sz="3200" dirty="0">
                <a:latin typeface="Montserrat" panose="00000500000000000000" pitchFamily="2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</a:rPr>
              <a:t>desejado</a:t>
            </a:r>
            <a:r>
              <a:rPr lang="en-US" sz="3200" dirty="0">
                <a:latin typeface="Montserrat" panose="00000500000000000000" pitchFamily="2" charset="0"/>
              </a:rPr>
              <a:t>.</a:t>
            </a:r>
          </a:p>
          <a:p>
            <a:endParaRPr lang="en-US" sz="3200" dirty="0">
              <a:latin typeface="Montserrat" panose="00000500000000000000" pitchFamily="2" charset="0"/>
            </a:endParaRPr>
          </a:p>
          <a:p>
            <a:endParaRPr lang="en-US" sz="3200" dirty="0">
              <a:latin typeface="Montserrat" panose="00000500000000000000" pitchFamily="2" charset="0"/>
            </a:endParaRPr>
          </a:p>
          <a:p>
            <a:endParaRPr lang="en-US" sz="3200" dirty="0">
              <a:latin typeface="Montserrat" panose="00000500000000000000" pitchFamily="2" charset="0"/>
            </a:endParaRPr>
          </a:p>
          <a:p>
            <a:endParaRPr lang="en-US" sz="3200" dirty="0">
              <a:latin typeface="Montserrat" panose="00000500000000000000" pitchFamily="2" charset="0"/>
            </a:endParaRPr>
          </a:p>
          <a:p>
            <a:endParaRPr lang="en-US" sz="3200" dirty="0">
              <a:latin typeface="Montserrat" panose="00000500000000000000" pitchFamily="2" charset="0"/>
            </a:endParaRPr>
          </a:p>
          <a:p>
            <a:endParaRPr lang="en-US" sz="3200" dirty="0">
              <a:latin typeface="Montserrat" panose="00000500000000000000" pitchFamily="2" charset="0"/>
            </a:endParaRPr>
          </a:p>
          <a:p>
            <a:endParaRPr lang="en-US" sz="3200" dirty="0">
              <a:latin typeface="Montserrat" panose="00000500000000000000" pitchFamily="2" charset="0"/>
            </a:endParaRPr>
          </a:p>
          <a:p>
            <a:endParaRPr lang="en-US" sz="3200" dirty="0">
              <a:latin typeface="Montserrat" panose="00000500000000000000" pitchFamily="2" charset="0"/>
            </a:endParaRPr>
          </a:p>
          <a:p>
            <a:r>
              <a:rPr lang="en-US" sz="3200" dirty="0">
                <a:latin typeface="Montserrat" panose="00000500000000000000" pitchFamily="2" charset="0"/>
              </a:rPr>
              <a:t>Em </a:t>
            </a:r>
            <a:r>
              <a:rPr lang="en-US" sz="3200" dirty="0" err="1">
                <a:latin typeface="Montserrat" panose="00000500000000000000" pitchFamily="2" charset="0"/>
              </a:rPr>
              <a:t>seguida</a:t>
            </a:r>
            <a:r>
              <a:rPr lang="en-US" sz="3200" dirty="0">
                <a:latin typeface="Montserrat" panose="00000500000000000000" pitchFamily="2" charset="0"/>
              </a:rPr>
              <a:t>, </a:t>
            </a:r>
            <a:r>
              <a:rPr lang="en-US" sz="3200" dirty="0" err="1">
                <a:latin typeface="Montserrat" panose="00000500000000000000" pitchFamily="2" charset="0"/>
              </a:rPr>
              <a:t>executar</a:t>
            </a:r>
            <a:r>
              <a:rPr lang="en-US" sz="3200" dirty="0">
                <a:latin typeface="Montserrat" panose="00000500000000000000" pitchFamily="2" charset="0"/>
              </a:rPr>
              <a:t>:</a:t>
            </a:r>
          </a:p>
          <a:p>
            <a:endParaRPr lang="pt-BR" sz="3200" dirty="0">
              <a:latin typeface="Montserrat" panose="00000500000000000000" pitchFamily="2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0ED2832-BFB2-9AC5-937A-DFFAB198D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4282" y="4585649"/>
            <a:ext cx="3891947" cy="372314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76DB721-4C90-6D58-CB97-50F2B0B8BC00}"/>
              </a:ext>
            </a:extLst>
          </p:cNvPr>
          <p:cNvSpPr txBox="1"/>
          <p:nvPr/>
        </p:nvSpPr>
        <p:spPr>
          <a:xfrm>
            <a:off x="8023013" y="2809922"/>
            <a:ext cx="923953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</a:rPr>
              <a:t>$ </a:t>
            </a:r>
            <a:r>
              <a:rPr lang="pt-BR" sz="2000" dirty="0" err="1">
                <a:latin typeface="Consolas" panose="020B0609020204030204" pitchFamily="49" charset="0"/>
              </a:rPr>
              <a:t>git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</a:rPr>
              <a:t>branch</a:t>
            </a:r>
            <a:r>
              <a:rPr lang="pt-BR" sz="2000" dirty="0">
                <a:latin typeface="Consolas" panose="020B0609020204030204" pitchFamily="49" charset="0"/>
              </a:rPr>
              <a:t> -M </a:t>
            </a:r>
            <a:r>
              <a:rPr lang="pt-BR" sz="2000" dirty="0" err="1">
                <a:latin typeface="Consolas" panose="020B0609020204030204" pitchFamily="49" charset="0"/>
              </a:rPr>
              <a:t>main</a:t>
            </a:r>
            <a:endParaRPr lang="pt-BR" sz="2000" dirty="0">
              <a:latin typeface="Consolas" panose="020B0609020204030204" pitchFamily="49" charset="0"/>
            </a:endParaRPr>
          </a:p>
          <a:p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000" dirty="0">
                <a:latin typeface="Consolas" panose="020B0609020204030204" pitchFamily="49" charset="0"/>
              </a:rPr>
              <a:t>$ </a:t>
            </a:r>
            <a:r>
              <a:rPr lang="pt-BR" sz="2000" dirty="0" err="1">
                <a:latin typeface="Consolas" panose="020B0609020204030204" pitchFamily="49" charset="0"/>
              </a:rPr>
              <a:t>git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</a:rPr>
              <a:t>branch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</a:rPr>
              <a:t>* </a:t>
            </a:r>
            <a:r>
              <a:rPr lang="pt-BR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main</a:t>
            </a:r>
            <a:endParaRPr lang="pt-BR" sz="20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pt-BR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$ git remote add origin https://github.com/Prof-Dunfrey/demo.git</a:t>
            </a:r>
          </a:p>
          <a:p>
            <a:endParaRPr lang="pt-BR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$ git push -u origin main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Enumerating objects: 6, done.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Counting objects: 100% (6/6), done.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Delta compression using up to 12 threads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Compressing objects: 100% (3/3), done.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Writing objects: 100% (6/6), 690 bytes | 172.00 KiB/s, done.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Total 6 (delta 0), reused 0 (delta 0), pack-reused 0 (from 0)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To https://github.com/Prof-Dunfrey/demo.git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 * [new branch]      main -&gt; main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branch 'main' set up to track 'origin/main'.</a:t>
            </a:r>
          </a:p>
          <a:p>
            <a:endParaRPr lang="pt-BR" sz="2000" dirty="0">
              <a:latin typeface="Consolas" panose="020B0609020204030204" pitchFamily="49" charset="0"/>
            </a:endParaRPr>
          </a:p>
          <a:p>
            <a:endParaRPr lang="pt-BR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980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A7D91F2-1579-B78B-C086-209B11F89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41474F0-50C1-E261-4B0C-7F70A62E71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898C1F71-AD56-9D6F-213D-73437AE52B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C7B46BBC-E5C0-D04C-2EB3-725F26454B34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1DC377-3C8C-3C73-A4B1-8F429F823CC5}"/>
              </a:ext>
            </a:extLst>
          </p:cNvPr>
          <p:cNvSpPr txBox="1"/>
          <p:nvPr/>
        </p:nvSpPr>
        <p:spPr>
          <a:xfrm>
            <a:off x="448184" y="2456777"/>
            <a:ext cx="1448246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</a:rPr>
              <a:t>Por </a:t>
            </a:r>
            <a:r>
              <a:rPr lang="en-US" sz="3200" dirty="0" err="1">
                <a:latin typeface="Montserrat" panose="00000500000000000000" pitchFamily="2" charset="0"/>
              </a:rPr>
              <a:t>fim</a:t>
            </a:r>
            <a:r>
              <a:rPr lang="en-US" sz="3200" dirty="0">
                <a:latin typeface="Montserrat" panose="00000500000000000000" pitchFamily="2" charset="0"/>
              </a:rPr>
              <a:t>, </a:t>
            </a:r>
            <a:r>
              <a:rPr lang="en-US" sz="3200" dirty="0" err="1">
                <a:latin typeface="Montserrat" panose="00000500000000000000" pitchFamily="2" charset="0"/>
              </a:rPr>
              <a:t>podemos</a:t>
            </a:r>
            <a:r>
              <a:rPr lang="en-US" sz="3200" dirty="0">
                <a:latin typeface="Montserrat" panose="00000500000000000000" pitchFamily="2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</a:rPr>
              <a:t>estar</a:t>
            </a:r>
            <a:r>
              <a:rPr lang="en-US" sz="3200" dirty="0">
                <a:latin typeface="Montserrat" panose="00000500000000000000" pitchFamily="2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</a:rPr>
              <a:t>revisando</a:t>
            </a:r>
            <a:r>
              <a:rPr lang="en-US" sz="3200" dirty="0">
                <a:latin typeface="Montserrat" panose="00000500000000000000" pitchFamily="2" charset="0"/>
              </a:rPr>
              <a:t> as </a:t>
            </a:r>
            <a:r>
              <a:rPr lang="en-US" sz="3200" dirty="0" err="1">
                <a:latin typeface="Montserrat" panose="00000500000000000000" pitchFamily="2" charset="0"/>
              </a:rPr>
              <a:t>alterações</a:t>
            </a:r>
            <a:r>
              <a:rPr lang="en-US" sz="3200" dirty="0">
                <a:latin typeface="Montserrat" panose="00000500000000000000" pitchFamily="2" charset="0"/>
              </a:rPr>
              <a:t> no </a:t>
            </a:r>
            <a:r>
              <a:rPr lang="en-US" sz="3200" dirty="0" err="1">
                <a:latin typeface="Montserrat" panose="00000500000000000000" pitchFamily="2" charset="0"/>
              </a:rPr>
              <a:t>código</a:t>
            </a:r>
            <a:r>
              <a:rPr lang="en-US" sz="3200" dirty="0">
                <a:latin typeface="Montserrat" panose="00000500000000000000" pitchFamily="2" charset="0"/>
              </a:rPr>
              <a:t> antes de </a:t>
            </a:r>
            <a:r>
              <a:rPr lang="en-US" sz="3200" dirty="0" err="1">
                <a:latin typeface="Montserrat" panose="00000500000000000000" pitchFamily="2" charset="0"/>
              </a:rPr>
              <a:t>qualquer</a:t>
            </a:r>
            <a:r>
              <a:rPr lang="en-US" sz="3200" dirty="0">
                <a:latin typeface="Montserrat" panose="00000500000000000000" pitchFamily="2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</a:rPr>
              <a:t>tipo</a:t>
            </a:r>
            <a:r>
              <a:rPr lang="en-US" sz="3200" dirty="0">
                <a:latin typeface="Montserrat" panose="00000500000000000000" pitchFamily="2" charset="0"/>
              </a:rPr>
              <a:t> de merge </a:t>
            </a:r>
            <a:r>
              <a:rPr lang="en-US" sz="3200" dirty="0" err="1">
                <a:latin typeface="Montserrat" panose="00000500000000000000" pitchFamily="2" charset="0"/>
              </a:rPr>
              <a:t>usando</a:t>
            </a:r>
            <a:r>
              <a:rPr lang="en-US" sz="3200" dirty="0">
                <a:latin typeface="Montserrat" panose="00000500000000000000" pitchFamily="2" charset="0"/>
              </a:rPr>
              <a:t> o commando </a:t>
            </a:r>
            <a:r>
              <a:rPr lang="en-US" sz="3200" b="1" dirty="0">
                <a:latin typeface="Montserrat" panose="00000500000000000000" pitchFamily="2" charset="0"/>
              </a:rPr>
              <a:t>git diff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E também podemos estar desconsiderando arquivos que não devem ser rastreados (como artefatos de compilação, arquivos de log ou outras informações, como senhas) adicionando-os a um arquivo chamado .</a:t>
            </a:r>
            <a:r>
              <a:rPr lang="pt-BR" sz="3200" dirty="0" err="1">
                <a:latin typeface="Montserrat" panose="00000500000000000000" pitchFamily="2" charset="0"/>
              </a:rPr>
              <a:t>gitignore</a:t>
            </a:r>
            <a:r>
              <a:rPr lang="pt-BR" sz="3200" dirty="0">
                <a:latin typeface="Montserrat" panose="00000500000000000000" pitchFamily="2" charset="0"/>
              </a:rPr>
              <a:t>, que fica oculto.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endParaRPr lang="pt-BR" sz="3200" dirty="0">
              <a:latin typeface="Montserrat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83512E-18CB-11A7-C753-7C223955B940}"/>
              </a:ext>
            </a:extLst>
          </p:cNvPr>
          <p:cNvSpPr txBox="1"/>
          <p:nvPr/>
        </p:nvSpPr>
        <p:spPr>
          <a:xfrm>
            <a:off x="8600282" y="6014341"/>
            <a:ext cx="92395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0" i="0" dirty="0">
                <a:solidFill>
                  <a:srgbClr val="7D8B99"/>
                </a:solidFill>
                <a:effectLst/>
                <a:latin typeface="Consolas" panose="020B0609020204030204" pitchFamily="49" charset="0"/>
              </a:rPr>
              <a:t># .</a:t>
            </a:r>
            <a:r>
              <a:rPr lang="fr-FR" sz="2800" b="0" i="0" dirty="0" err="1">
                <a:solidFill>
                  <a:srgbClr val="7D8B99"/>
                </a:solidFill>
                <a:effectLst/>
                <a:latin typeface="Consolas" panose="020B0609020204030204" pitchFamily="49" charset="0"/>
              </a:rPr>
              <a:t>gitignore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r-F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node_modules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</a:t>
            </a:r>
          </a:p>
          <a:p>
            <a:r>
              <a:rPr lang="fr-FR" sz="2800" dirty="0">
                <a:latin typeface="Consolas" panose="020B0609020204030204" pitchFamily="49" charset="0"/>
              </a:rPr>
              <a:t>*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.log </a:t>
            </a:r>
          </a:p>
          <a:p>
            <a:r>
              <a:rPr lang="fr-FR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env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43167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D1A2912-206C-C190-0E9E-285105BF0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84288E98-CF74-BEAA-ABF8-B8CC10A1A2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CB4D51BB-CBAC-D503-EE4C-CDFD7FBF1D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6D192965-6613-A45C-F7B9-53183AF26E89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GIT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422D24-699F-685E-C9FA-19F8EF783D46}"/>
              </a:ext>
            </a:extLst>
          </p:cNvPr>
          <p:cNvSpPr txBox="1"/>
          <p:nvPr/>
        </p:nvSpPr>
        <p:spPr>
          <a:xfrm>
            <a:off x="968991" y="2456778"/>
            <a:ext cx="139616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</a:rPr>
              <a:t>Boas </a:t>
            </a:r>
            <a:r>
              <a:rPr lang="en-US" sz="3200" dirty="0" err="1">
                <a:latin typeface="Montserrat" panose="00000500000000000000" pitchFamily="2" charset="0"/>
              </a:rPr>
              <a:t>práticas</a:t>
            </a:r>
            <a:r>
              <a:rPr lang="en-US" sz="3200" dirty="0">
                <a:latin typeface="Montserrat" panose="00000500000000000000" pitchFamily="2" charset="0"/>
              </a:rPr>
              <a:t>:</a:t>
            </a:r>
          </a:p>
          <a:p>
            <a:endParaRPr lang="en-US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Faça </a:t>
            </a:r>
            <a:r>
              <a:rPr lang="pt-BR" sz="3200" dirty="0" err="1">
                <a:latin typeface="Montserrat" panose="00000500000000000000" pitchFamily="2" charset="0"/>
              </a:rPr>
              <a:t>commits</a:t>
            </a:r>
            <a:r>
              <a:rPr lang="pt-BR" sz="3200" dirty="0">
                <a:latin typeface="Montserrat" panose="00000500000000000000" pitchFamily="2" charset="0"/>
              </a:rPr>
              <a:t> frequentemente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Escreva mensagens para os </a:t>
            </a:r>
            <a:r>
              <a:rPr lang="pt-BR" sz="3200" dirty="0" err="1">
                <a:latin typeface="Montserrat" panose="00000500000000000000" pitchFamily="2" charset="0"/>
              </a:rPr>
              <a:t>commits</a:t>
            </a:r>
            <a:r>
              <a:rPr lang="pt-BR" sz="3200" dirty="0">
                <a:latin typeface="Montserrat" panose="00000500000000000000" pitchFamily="2" charset="0"/>
              </a:rPr>
              <a:t> de forma claras e simples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Usar </a:t>
            </a:r>
            <a:r>
              <a:rPr lang="pt-BR" sz="3200" dirty="0" err="1">
                <a:latin typeface="Montserrat" panose="00000500000000000000" pitchFamily="2" charset="0"/>
              </a:rPr>
              <a:t>branches</a:t>
            </a: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Puxe o conteúdo da master antes de modificar e enviar de volta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Revise as alterações antes de confirmar (use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status e </a:t>
            </a:r>
            <a:r>
              <a:rPr lang="pt-BR" sz="3200" dirty="0" err="1">
                <a:latin typeface="Montserrat" panose="00000500000000000000" pitchFamily="2" charset="0"/>
              </a:rPr>
              <a:t>git</a:t>
            </a:r>
            <a:r>
              <a:rPr lang="pt-BR" sz="3200" dirty="0">
                <a:latin typeface="Montserrat" panose="00000500000000000000" pitchFamily="2" charset="0"/>
              </a:rPr>
              <a:t> </a:t>
            </a:r>
            <a:r>
              <a:rPr lang="pt-BR" sz="3200" dirty="0" err="1">
                <a:latin typeface="Montserrat" panose="00000500000000000000" pitchFamily="2" charset="0"/>
              </a:rPr>
              <a:t>diff</a:t>
            </a:r>
            <a:r>
              <a:rPr lang="pt-BR" sz="3200" dirty="0">
                <a:latin typeface="Montserrat" panose="00000500000000000000" pitchFamily="2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Mantenha os repositórios pequenos, pois vai ajudar na eficiência de clonar o repositório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Use .</a:t>
            </a:r>
            <a:r>
              <a:rPr lang="pt-BR" sz="3200" dirty="0" err="1">
                <a:latin typeface="Montserrat" panose="00000500000000000000" pitchFamily="2" charset="0"/>
              </a:rPr>
              <a:t>gitignore</a:t>
            </a:r>
            <a:endParaRPr lang="pt-BR" sz="3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867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2446</Words>
  <Application>Microsoft Office PowerPoint</Application>
  <PresentationFormat>Personalizar</PresentationFormat>
  <Paragraphs>360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5" baseType="lpstr">
      <vt:lpstr>Lucida Console</vt:lpstr>
      <vt:lpstr>Montserrat</vt:lpstr>
      <vt:lpstr>Calibri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Isaias Dias</dc:creator>
  <cp:lastModifiedBy>Dunfrey Pires Aragão</cp:lastModifiedBy>
  <cp:revision>1</cp:revision>
  <dcterms:created xsi:type="dcterms:W3CDTF">2006-08-16T00:00:00Z</dcterms:created>
  <dcterms:modified xsi:type="dcterms:W3CDTF">2025-08-28T14:00:45Z</dcterms:modified>
</cp:coreProperties>
</file>