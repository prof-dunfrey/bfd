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72" r:id="rId3"/>
    <p:sldId id="303" r:id="rId4"/>
    <p:sldId id="273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5" r:id="rId15"/>
    <p:sldId id="284" r:id="rId16"/>
    <p:sldId id="286" r:id="rId17"/>
    <p:sldId id="287" r:id="rId18"/>
    <p:sldId id="288" r:id="rId19"/>
    <p:sldId id="289" r:id="rId20"/>
    <p:sldId id="290" r:id="rId21"/>
    <p:sldId id="292" r:id="rId22"/>
    <p:sldId id="293" r:id="rId23"/>
    <p:sldId id="294" r:id="rId24"/>
    <p:sldId id="295" r:id="rId25"/>
    <p:sldId id="296" r:id="rId26"/>
    <p:sldId id="297" r:id="rId27"/>
    <p:sldId id="299" r:id="rId28"/>
    <p:sldId id="300" r:id="rId29"/>
    <p:sldId id="301" r:id="rId30"/>
    <p:sldId id="302" r:id="rId31"/>
    <p:sldId id="261" r:id="rId32"/>
  </p:sldIdLst>
  <p:sldSz cx="18288000" cy="10287000"/>
  <p:notesSz cx="6858000" cy="9144000"/>
  <p:embeddedFontLs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Montserrat" panose="00000500000000000000" pitchFamily="2" charset="0"/>
      <p:regular r:id="rId38"/>
      <p:bold r:id="rId39"/>
      <p:italic r:id="rId40"/>
      <p:boldItalic r:id="rId41"/>
    </p:embeddedFont>
    <p:embeddedFont>
      <p:font typeface="Segoe UI" panose="020B0502040204020203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hEaYkUcXm3CrT2V5KTSinrpT4W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B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0DBD31-B8D2-47FF-A3D2-71D5A8072E7E}" v="263" dt="2025-08-26T16:06:15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frey Pires Aragão" userId="a7272183b7b4f9fa" providerId="LiveId" clId="{C5A2FD75-C252-4619-88C8-ACAA7B112D69}"/>
    <pc:docChg chg="undo custSel addSld delSld modSld sldOrd">
      <pc:chgData name="Dunfrey Pires Aragão" userId="a7272183b7b4f9fa" providerId="LiveId" clId="{C5A2FD75-C252-4619-88C8-ACAA7B112D69}" dt="2025-08-14T00:28:58.513" v="4541"/>
      <pc:docMkLst>
        <pc:docMk/>
      </pc:docMkLst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7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60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458883685" sldId="262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060919478" sldId="26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80116363" sldId="26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5031420" sldId="265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611498639" sldId="26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697673226" sldId="26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316104281" sldId="26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115306864" sldId="270"/>
        </pc:sldMkLst>
      </pc:sldChg>
      <pc:sldChg chg="modSp mod">
        <pc:chgData name="Dunfrey Pires Aragão" userId="a7272183b7b4f9fa" providerId="LiveId" clId="{C5A2FD75-C252-4619-88C8-ACAA7B112D69}" dt="2025-08-06T18:57:31.341" v="302" actId="15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C5A2FD75-C252-4619-88C8-ACAA7B112D69}" dt="2025-08-08T19:28:25.535" v="917"/>
        <pc:sldMkLst>
          <pc:docMk/>
          <pc:sldMk cId="2693772875" sldId="272"/>
        </pc:sldMkLst>
        <pc:spChg chg="add mod">
          <ac:chgData name="Dunfrey Pires Aragão" userId="a7272183b7b4f9fa" providerId="LiveId" clId="{C5A2FD75-C252-4619-88C8-ACAA7B112D69}" dt="2025-08-08T19:18:57.199" v="912" actId="1076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C5A2FD75-C252-4619-88C8-ACAA7B112D69}" dt="2025-08-08T19:08:46.299" v="817" actId="20577"/>
          <ac:spMkLst>
            <pc:docMk/>
            <pc:sldMk cId="2693772875" sldId="272"/>
            <ac:spMk id="112" creationId="{BE948C0D-5CF7-1E55-F219-F6129DAB92D5}"/>
          </ac:spMkLst>
        </pc:spChg>
        <pc:picChg chg="add del">
          <ac:chgData name="Dunfrey Pires Aragão" userId="a7272183b7b4f9fa" providerId="LiveId" clId="{C5A2FD75-C252-4619-88C8-ACAA7B112D69}" dt="2025-08-08T19:08:19.882" v="766" actId="478"/>
          <ac:picMkLst>
            <pc:docMk/>
            <pc:sldMk cId="2693772875" sldId="272"/>
            <ac:picMk id="110" creationId="{2874A6B9-94B0-057E-B30C-C9ADD914F5B7}"/>
          </ac:picMkLst>
        </pc:picChg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72432489" sldId="27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941323628" sldId="27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906933139" sldId="275"/>
        </pc:sldMkLst>
      </pc:sldChg>
      <pc:sldChg chg="modSp mod">
        <pc:chgData name="Dunfrey Pires Aragão" userId="a7272183b7b4f9fa" providerId="LiveId" clId="{C5A2FD75-C252-4619-88C8-ACAA7B112D69}" dt="2025-08-06T18:27:14.213" v="43" actId="20577"/>
        <pc:sldMkLst>
          <pc:docMk/>
          <pc:sldMk cId="2610903633" sldId="27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513384730" sldId="277"/>
        </pc:sldMkLst>
      </pc:sldChg>
      <pc:sldChg chg="modSp add mod">
        <pc:chgData name="Dunfrey Pires Aragão" userId="a7272183b7b4f9fa" providerId="LiveId" clId="{C5A2FD75-C252-4619-88C8-ACAA7B112D69}" dt="2025-08-08T19:28:58.848" v="929" actId="1076"/>
        <pc:sldMkLst>
          <pc:docMk/>
          <pc:sldMk cId="1289493354" sldId="277"/>
        </pc:sldMkLst>
      </pc:sldChg>
      <pc:sldChg chg="addSp delSp modSp add mod ord">
        <pc:chgData name="Dunfrey Pires Aragão" userId="a7272183b7b4f9fa" providerId="LiveId" clId="{C5A2FD75-C252-4619-88C8-ACAA7B112D69}" dt="2025-08-11T18:53:18.055" v="1853" actId="20577"/>
        <pc:sldMkLst>
          <pc:docMk/>
          <pc:sldMk cId="1209825020" sldId="27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C5A2FD75-C252-4619-88C8-ACAA7B112D69}" dt="2025-08-11T18:51:12.776" v="1791" actId="1076"/>
        <pc:sldMkLst>
          <pc:docMk/>
          <pc:sldMk cId="816410113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276310836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33210588" sldId="280"/>
        </pc:sldMkLst>
      </pc:sldChg>
      <pc:sldChg chg="addSp delSp modSp add mod">
        <pc:chgData name="Dunfrey Pires Aragão" userId="a7272183b7b4f9fa" providerId="LiveId" clId="{C5A2FD75-C252-4619-88C8-ACAA7B112D69}" dt="2025-08-11T19:01:03.826" v="1864" actId="14100"/>
        <pc:sldMkLst>
          <pc:docMk/>
          <pc:sldMk cId="4275640942" sldId="280"/>
        </pc:sldMkLst>
      </pc:sldChg>
      <pc:sldChg chg="add del">
        <pc:chgData name="Dunfrey Pires Aragão" userId="a7272183b7b4f9fa" providerId="LiveId" clId="{C5A2FD75-C252-4619-88C8-ACAA7B112D69}" dt="2025-08-11T19:01:08.105" v="1865" actId="47"/>
        <pc:sldMkLst>
          <pc:docMk/>
          <pc:sldMk cId="4121033361" sldId="281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037166137" sldId="282"/>
        </pc:sldMkLst>
      </pc:sldChg>
      <pc:sldChg chg="add del">
        <pc:chgData name="Dunfrey Pires Aragão" userId="a7272183b7b4f9fa" providerId="LiveId" clId="{C5A2FD75-C252-4619-88C8-ACAA7B112D69}" dt="2025-08-11T19:01:08.737" v="1866" actId="47"/>
        <pc:sldMkLst>
          <pc:docMk/>
          <pc:sldMk cId="3379580487" sldId="282"/>
        </pc:sldMkLst>
      </pc:sldChg>
      <pc:sldChg chg="addSp delSp modSp add mod ord">
        <pc:chgData name="Dunfrey Pires Aragão" userId="a7272183b7b4f9fa" providerId="LiveId" clId="{C5A2FD75-C252-4619-88C8-ACAA7B112D69}" dt="2025-08-11T18:50:26.214" v="1785" actId="20577"/>
        <pc:sldMkLst>
          <pc:docMk/>
          <pc:sldMk cId="2577570395" sldId="283"/>
        </pc:sldMkLst>
      </pc:sldChg>
      <pc:sldChg chg="new del">
        <pc:chgData name="Dunfrey Pires Aragão" userId="a7272183b7b4f9fa" providerId="LiveId" clId="{C5A2FD75-C252-4619-88C8-ACAA7B112D69}" dt="2025-08-08T19:29:11.212" v="931" actId="680"/>
        <pc:sldMkLst>
          <pc:docMk/>
          <pc:sldMk cId="413737103" sldId="284"/>
        </pc:sldMkLst>
      </pc:sldChg>
      <pc:sldChg chg="delSp modSp add mod ord">
        <pc:chgData name="Dunfrey Pires Aragão" userId="a7272183b7b4f9fa" providerId="LiveId" clId="{C5A2FD75-C252-4619-88C8-ACAA7B112D69}" dt="2025-08-11T19:30:42.511" v="2317" actId="103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C5A2FD75-C252-4619-88C8-ACAA7B112D69}" dt="2025-08-11T19:38:08.147" v="2426" actId="1076"/>
        <pc:sldMkLst>
          <pc:docMk/>
          <pc:sldMk cId="2437489870" sldId="285"/>
        </pc:sldMkLst>
      </pc:sldChg>
      <pc:sldChg chg="addSp delSp modSp add mod">
        <pc:chgData name="Dunfrey Pires Aragão" userId="a7272183b7b4f9fa" providerId="LiveId" clId="{C5A2FD75-C252-4619-88C8-ACAA7B112D69}" dt="2025-08-11T19:37:22.016" v="2421" actId="1076"/>
        <pc:sldMkLst>
          <pc:docMk/>
          <pc:sldMk cId="3805043110" sldId="286"/>
        </pc:sldMkLst>
      </pc:sldChg>
      <pc:sldChg chg="new del">
        <pc:chgData name="Dunfrey Pires Aragão" userId="a7272183b7b4f9fa" providerId="LiveId" clId="{C5A2FD75-C252-4619-88C8-ACAA7B112D69}" dt="2025-08-12T00:00:59.426" v="2428" actId="2696"/>
        <pc:sldMkLst>
          <pc:docMk/>
          <pc:sldMk cId="1402331715" sldId="287"/>
        </pc:sldMkLst>
      </pc:sldChg>
      <pc:sldChg chg="addSp delSp modSp add mod">
        <pc:chgData name="Dunfrey Pires Aragão" userId="a7272183b7b4f9fa" providerId="LiveId" clId="{C5A2FD75-C252-4619-88C8-ACAA7B112D69}" dt="2025-08-12T00:53:20.308" v="2881" actId="20577"/>
        <pc:sldMkLst>
          <pc:docMk/>
          <pc:sldMk cId="2308817509" sldId="287"/>
        </pc:sldMkLst>
      </pc:sldChg>
      <pc:sldChg chg="modSp add mod">
        <pc:chgData name="Dunfrey Pires Aragão" userId="a7272183b7b4f9fa" providerId="LiveId" clId="{C5A2FD75-C252-4619-88C8-ACAA7B112D69}" dt="2025-08-12T13:32:46.704" v="3162" actId="20577"/>
        <pc:sldMkLst>
          <pc:docMk/>
          <pc:sldMk cId="1132781362" sldId="288"/>
        </pc:sldMkLst>
      </pc:sldChg>
      <pc:sldChg chg="add del">
        <pc:chgData name="Dunfrey Pires Aragão" userId="a7272183b7b4f9fa" providerId="LiveId" clId="{C5A2FD75-C252-4619-88C8-ACAA7B112D69}" dt="2025-08-12T00:45:05.509" v="2872" actId="47"/>
        <pc:sldMkLst>
          <pc:docMk/>
          <pc:sldMk cId="1538180366" sldId="288"/>
        </pc:sldMkLst>
      </pc:sldChg>
      <pc:sldChg chg="addSp modSp add mod ord">
        <pc:chgData name="Dunfrey Pires Aragão" userId="a7272183b7b4f9fa" providerId="LiveId" clId="{C5A2FD75-C252-4619-88C8-ACAA7B112D69}" dt="2025-08-12T00:57:53.017" v="3126" actId="1076"/>
        <pc:sldMkLst>
          <pc:docMk/>
          <pc:sldMk cId="96054855" sldId="289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939929158" sldId="290"/>
        </pc:sldMkLst>
      </pc:sldChg>
      <pc:sldChg chg="addSp modSp add mod">
        <pc:chgData name="Dunfrey Pires Aragão" userId="a7272183b7b4f9fa" providerId="LiveId" clId="{C5A2FD75-C252-4619-88C8-ACAA7B112D69}" dt="2025-08-12T16:21:37.699" v="3604" actId="20577"/>
        <pc:sldMkLst>
          <pc:docMk/>
          <pc:sldMk cId="2370906923" sldId="290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1001297686" sldId="291"/>
        </pc:sldMkLst>
      </pc:sldChg>
      <pc:sldChg chg="addSp delSp modSp add mod ord">
        <pc:chgData name="Dunfrey Pires Aragão" userId="a7272183b7b4f9fa" providerId="LiveId" clId="{C5A2FD75-C252-4619-88C8-ACAA7B112D69}" dt="2025-08-12T13:48:02.858" v="3508" actId="113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C5A2FD75-C252-4619-88C8-ACAA7B112D69}" dt="2025-08-12T16:29:26.500" v="3887" actId="1076"/>
        <pc:sldMkLst>
          <pc:docMk/>
          <pc:sldMk cId="1195363776" sldId="292"/>
        </pc:sldMkLst>
      </pc:sldChg>
      <pc:sldChg chg="addSp modSp add mod ord">
        <pc:chgData name="Dunfrey Pires Aragão" userId="a7272183b7b4f9fa" providerId="LiveId" clId="{C5A2FD75-C252-4619-88C8-ACAA7B112D69}" dt="2025-08-14T00:28:58.513" v="4541"/>
        <pc:sldMkLst>
          <pc:docMk/>
          <pc:sldMk cId="427134615" sldId="293"/>
        </pc:sldMkLst>
      </pc:sldChg>
      <pc:sldChg chg="addSp delSp modSp add mod ord">
        <pc:chgData name="Dunfrey Pires Aragão" userId="a7272183b7b4f9fa" providerId="LiveId" clId="{C5A2FD75-C252-4619-88C8-ACAA7B112D69}" dt="2025-08-14T00:28:36.648" v="4539"/>
        <pc:sldMkLst>
          <pc:docMk/>
          <pc:sldMk cId="3967285722" sldId="294"/>
        </pc:sldMkLst>
      </pc:sldChg>
      <pc:sldChg chg="addSp delSp modSp add mod ord">
        <pc:chgData name="Dunfrey Pires Aragão" userId="a7272183b7b4f9fa" providerId="LiveId" clId="{C5A2FD75-C252-4619-88C8-ACAA7B112D69}" dt="2025-08-14T00:28:30.502" v="4537"/>
        <pc:sldMkLst>
          <pc:docMk/>
          <pc:sldMk cId="2381364848" sldId="295"/>
        </pc:sldMkLst>
      </pc:sldChg>
      <pc:sldChg chg="new del">
        <pc:chgData name="Dunfrey Pires Aragão" userId="a7272183b7b4f9fa" providerId="LiveId" clId="{C5A2FD75-C252-4619-88C8-ACAA7B112D69}" dt="2025-08-14T00:12:50" v="4208" actId="47"/>
        <pc:sldMkLst>
          <pc:docMk/>
          <pc:sldMk cId="259556705" sldId="296"/>
        </pc:sldMkLst>
      </pc:sldChg>
      <pc:sldChg chg="addSp modSp add mod">
        <pc:chgData name="Dunfrey Pires Aragão" userId="a7272183b7b4f9fa" providerId="LiveId" clId="{C5A2FD75-C252-4619-88C8-ACAA7B112D69}" dt="2025-08-14T00:20:41.181" v="4533" actId="1076"/>
        <pc:sldMkLst>
          <pc:docMk/>
          <pc:sldMk cId="1102862243" sldId="296"/>
        </pc:sldMkLst>
      </pc:sldChg>
      <pc:sldMasterChg chg="delSldLayout">
        <pc:chgData name="Dunfrey Pires Aragão" userId="a7272183b7b4f9fa" providerId="LiveId" clId="{C5A2FD75-C252-4619-88C8-ACAA7B112D69}" dt="2025-08-14T00:12:50" v="4208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C5A2FD75-C252-4619-88C8-ACAA7B112D69}" dt="2025-08-12T00:00:59.426" v="2428" actId="2696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Dunfrey Pires Aragão" userId="a7272183b7b4f9fa" providerId="LiveId" clId="{C5A2FD75-C252-4619-88C8-ACAA7B112D69}" dt="2025-08-14T00:12:50" v="4208" actId="47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  <pc:docChgLst>
    <pc:chgData name="Dunfrey Pires Aragão" userId="a7272183b7b4f9fa" providerId="LiveId" clId="{BC093FEF-2209-4052-BD12-23EF25E16502}"/>
    <pc:docChg chg="undo custSel addSld delSld modSld sldOrd">
      <pc:chgData name="Dunfrey Pires Aragão" userId="a7272183b7b4f9fa" providerId="LiveId" clId="{BC093FEF-2209-4052-BD12-23EF25E16502}" dt="2025-08-21T17:40:54.720" v="3038" actId="20577"/>
      <pc:docMkLst>
        <pc:docMk/>
      </pc:docMkLst>
      <pc:sldChg chg="del">
        <pc:chgData name="Dunfrey Pires Aragão" userId="a7272183b7b4f9fa" providerId="LiveId" clId="{BC093FEF-2209-4052-BD12-23EF25E16502}" dt="2025-08-17T15:47:32.243" v="1" actId="47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BC093FEF-2209-4052-BD12-23EF25E16502}" dt="2025-08-19T13:46:35.869" v="722" actId="1076"/>
        <pc:sldMkLst>
          <pc:docMk/>
          <pc:sldMk cId="2693772875" sldId="272"/>
        </pc:sldMkLst>
        <pc:spChg chg="mod">
          <ac:chgData name="Dunfrey Pires Aragão" userId="a7272183b7b4f9fa" providerId="LiveId" clId="{BC093FEF-2209-4052-BD12-23EF25E16502}" dt="2025-08-17T15:58:46.875" v="226" actId="20577"/>
          <ac:spMkLst>
            <pc:docMk/>
            <pc:sldMk cId="2693772875" sldId="272"/>
            <ac:spMk id="3" creationId="{FEAFA6B6-31A9-38C5-4A6A-6E56C623DAEB}"/>
          </ac:spMkLst>
        </pc:spChg>
      </pc:sldChg>
      <pc:sldChg chg="del">
        <pc:chgData name="Dunfrey Pires Aragão" userId="a7272183b7b4f9fa" providerId="LiveId" clId="{BC093FEF-2209-4052-BD12-23EF25E16502}" dt="2025-08-17T15:47:30.881" v="0" actId="47"/>
        <pc:sldMkLst>
          <pc:docMk/>
          <pc:sldMk cId="2610903633" sldId="276"/>
        </pc:sldMkLst>
      </pc:sldChg>
      <pc:sldChg chg="addSp delSp modSp mod ord">
        <pc:chgData name="Dunfrey Pires Aragão" userId="a7272183b7b4f9fa" providerId="LiveId" clId="{BC093FEF-2209-4052-BD12-23EF25E16502}" dt="2025-08-17T16:12:39.716" v="499" actId="20577"/>
        <pc:sldMkLst>
          <pc:docMk/>
          <pc:sldMk cId="1289493354" sldId="27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209825020" sldId="278"/>
        </pc:sldMkLst>
      </pc:sldChg>
      <pc:sldChg chg="addSp delSp modSp add mod">
        <pc:chgData name="Dunfrey Pires Aragão" userId="a7272183b7b4f9fa" providerId="LiveId" clId="{BC093FEF-2209-4052-BD12-23EF25E16502}" dt="2025-08-19T13:40:43.780" v="720" actId="14100"/>
        <pc:sldMkLst>
          <pc:docMk/>
          <pc:sldMk cId="3983019990" sldId="278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816410113" sldId="279"/>
        </pc:sldMkLst>
      </pc:sldChg>
      <pc:sldChg chg="addSp delSp modSp add mod">
        <pc:chgData name="Dunfrey Pires Aragão" userId="a7272183b7b4f9fa" providerId="LiveId" clId="{BC093FEF-2209-4052-BD12-23EF25E16502}" dt="2025-08-19T14:30:08.470" v="1411"/>
        <pc:sldMkLst>
          <pc:docMk/>
          <pc:sldMk cId="3967362222" sldId="279"/>
        </pc:sldMkLst>
      </pc:sldChg>
      <pc:sldChg chg="addSp modSp add mod">
        <pc:chgData name="Dunfrey Pires Aragão" userId="a7272183b7b4f9fa" providerId="LiveId" clId="{BC093FEF-2209-4052-BD12-23EF25E16502}" dt="2025-08-19T14:36:40.095" v="1620"/>
        <pc:sldMkLst>
          <pc:docMk/>
          <pc:sldMk cId="1742874426" sldId="28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5640942" sldId="280"/>
        </pc:sldMkLst>
      </pc:sldChg>
      <pc:sldChg chg="addSp delSp modSp add mod">
        <pc:chgData name="Dunfrey Pires Aragão" userId="a7272183b7b4f9fa" providerId="LiveId" clId="{BC093FEF-2209-4052-BD12-23EF25E16502}" dt="2025-08-19T14:56:33.326" v="2143" actId="207"/>
        <pc:sldMkLst>
          <pc:docMk/>
          <pc:sldMk cId="2089862149" sldId="281"/>
        </pc:sldMkLst>
      </pc:sldChg>
      <pc:sldChg chg="modSp add mod">
        <pc:chgData name="Dunfrey Pires Aragão" userId="a7272183b7b4f9fa" providerId="LiveId" clId="{BC093FEF-2209-4052-BD12-23EF25E16502}" dt="2025-08-19T14:56:28.402" v="2141" actId="207"/>
        <pc:sldMkLst>
          <pc:docMk/>
          <pc:sldMk cId="1890113241" sldId="28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577570395" sldId="283"/>
        </pc:sldMkLst>
      </pc:sldChg>
      <pc:sldChg chg="addSp delSp modSp add mod">
        <pc:chgData name="Dunfrey Pires Aragão" userId="a7272183b7b4f9fa" providerId="LiveId" clId="{BC093FEF-2209-4052-BD12-23EF25E16502}" dt="2025-08-19T14:56:23.079" v="2139" actId="113"/>
        <pc:sldMkLst>
          <pc:docMk/>
          <pc:sldMk cId="2973689496" sldId="283"/>
        </pc:sldMkLst>
      </pc:sldChg>
      <pc:sldChg chg="addSp delSp modSp add mod">
        <pc:chgData name="Dunfrey Pires Aragão" userId="a7272183b7b4f9fa" providerId="LiveId" clId="{BC093FEF-2209-4052-BD12-23EF25E16502}" dt="2025-08-19T14:56:13.399" v="2135" actId="113"/>
        <pc:sldMkLst>
          <pc:docMk/>
          <pc:sldMk cId="3181291770" sldId="28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BC093FEF-2209-4052-BD12-23EF25E16502}" dt="2025-08-19T14:55:57.784" v="2133" actId="20577"/>
        <pc:sldMkLst>
          <pc:docMk/>
          <pc:sldMk cId="448178509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437489870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805043110" sldId="286"/>
        </pc:sldMkLst>
      </pc:sldChg>
      <pc:sldChg chg="addSp delSp modSp add mod">
        <pc:chgData name="Dunfrey Pires Aragão" userId="a7272183b7b4f9fa" providerId="LiveId" clId="{BC093FEF-2209-4052-BD12-23EF25E16502}" dt="2025-08-19T14:58:28.555" v="2165" actId="1076"/>
        <pc:sldMkLst>
          <pc:docMk/>
          <pc:sldMk cId="4130277746" sldId="286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08817509" sldId="287"/>
        </pc:sldMkLst>
      </pc:sldChg>
      <pc:sldChg chg="addSp delSp modSp add del mod">
        <pc:chgData name="Dunfrey Pires Aragão" userId="a7272183b7b4f9fa" providerId="LiveId" clId="{BC093FEF-2209-4052-BD12-23EF25E16502}" dt="2025-08-21T01:07:05.213" v="2198" actId="47"/>
        <pc:sldMkLst>
          <pc:docMk/>
          <pc:sldMk cId="3274987948" sldId="28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32781362" sldId="288"/>
        </pc:sldMkLst>
      </pc:sldChg>
      <pc:sldChg chg="addSp delSp modSp add mod ord">
        <pc:chgData name="Dunfrey Pires Aragão" userId="a7272183b7b4f9fa" providerId="LiveId" clId="{BC093FEF-2209-4052-BD12-23EF25E16502}" dt="2025-08-19T15:04:31.584" v="2196"/>
        <pc:sldMkLst>
          <pc:docMk/>
          <pc:sldMk cId="1948615925" sldId="288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96054855" sldId="289"/>
        </pc:sldMkLst>
      </pc:sldChg>
      <pc:sldChg chg="addSp delSp modSp add mod">
        <pc:chgData name="Dunfrey Pires Aragão" userId="a7272183b7b4f9fa" providerId="LiveId" clId="{BC093FEF-2209-4052-BD12-23EF25E16502}" dt="2025-08-21T17:40:54.720" v="3038" actId="20577"/>
        <pc:sldMkLst>
          <pc:docMk/>
          <pc:sldMk cId="1214366133" sldId="289"/>
        </pc:sldMkLst>
      </pc:sldChg>
      <pc:sldChg chg="addSp delSp modSp add mod">
        <pc:chgData name="Dunfrey Pires Aragão" userId="a7272183b7b4f9fa" providerId="LiveId" clId="{BC093FEF-2209-4052-BD12-23EF25E16502}" dt="2025-08-21T01:46:11.290" v="2995" actId="1076"/>
        <pc:sldMkLst>
          <pc:docMk/>
          <pc:sldMk cId="1399810990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70906923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BC093FEF-2209-4052-BD12-23EF25E16502}" dt="2025-08-21T01:45:41.039" v="2987" actId="6549"/>
        <pc:sldMkLst>
          <pc:docMk/>
          <pc:sldMk cId="3290488586" sldId="291"/>
        </pc:sldMkLst>
      </pc:sldChg>
      <pc:sldChg chg="addSp delSp modSp add mod">
        <pc:chgData name="Dunfrey Pires Aragão" userId="a7272183b7b4f9fa" providerId="LiveId" clId="{BC093FEF-2209-4052-BD12-23EF25E16502}" dt="2025-08-21T01:45:36.613" v="2986" actId="20577"/>
        <pc:sldMkLst>
          <pc:docMk/>
          <pc:sldMk cId="63218480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9536377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134615" sldId="293"/>
        </pc:sldMkLst>
      </pc:sldChg>
      <pc:sldChg chg="add del">
        <pc:chgData name="Dunfrey Pires Aragão" userId="a7272183b7b4f9fa" providerId="LiveId" clId="{BC093FEF-2209-4052-BD12-23EF25E16502}" dt="2025-08-21T01:41:23.868" v="2954"/>
        <pc:sldMkLst>
          <pc:docMk/>
          <pc:sldMk cId="1050955040" sldId="293"/>
        </pc:sldMkLst>
      </pc:sldChg>
      <pc:sldChg chg="addSp delSp modSp add mod">
        <pc:chgData name="Dunfrey Pires Aragão" userId="a7272183b7b4f9fa" providerId="LiveId" clId="{BC093FEF-2209-4052-BD12-23EF25E16502}" dt="2025-08-21T01:48:20.461" v="3037" actId="1076"/>
        <pc:sldMkLst>
          <pc:docMk/>
          <pc:sldMk cId="3624316801" sldId="293"/>
        </pc:sldMkLst>
      </pc:sldChg>
      <pc:sldChg chg="add del">
        <pc:chgData name="Dunfrey Pires Aragão" userId="a7272183b7b4f9fa" providerId="LiveId" clId="{BC093FEF-2209-4052-BD12-23EF25E16502}" dt="2025-08-21T01:41:14.737" v="2952"/>
        <pc:sldMkLst>
          <pc:docMk/>
          <pc:sldMk cId="3866261861" sldId="293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967285722" sldId="29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81364848" sldId="29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02862243" sldId="296"/>
        </pc:sldMkLst>
      </pc:sldChg>
    </pc:docChg>
  </pc:docChgLst>
  <pc:docChgLst>
    <pc:chgData name="Dunfrey Pires Aragão" userId="a7272183b7b4f9fa" providerId="LiveId" clId="{AF0DBD31-B8D2-47FF-A3D2-71D5A8072E7E}"/>
    <pc:docChg chg="undo redo custSel addSld delSld modSld sldOrd">
      <pc:chgData name="Dunfrey Pires Aragão" userId="a7272183b7b4f9fa" providerId="LiveId" clId="{AF0DBD31-B8D2-47FF-A3D2-71D5A8072E7E}" dt="2025-08-26T16:10:28.750" v="1749" actId="1037"/>
      <pc:docMkLst>
        <pc:docMk/>
      </pc:docMkLst>
      <pc:sldChg chg="addSp delSp modSp mod">
        <pc:chgData name="Dunfrey Pires Aragão" userId="a7272183b7b4f9fa" providerId="LiveId" clId="{AF0DBD31-B8D2-47FF-A3D2-71D5A8072E7E}" dt="2025-08-25T22:54:14.090" v="41" actId="20577"/>
        <pc:sldMkLst>
          <pc:docMk/>
          <pc:sldMk cId="2693772875" sldId="272"/>
        </pc:sldMkLst>
        <pc:spChg chg="add">
          <ac:chgData name="Dunfrey Pires Aragão" userId="a7272183b7b4f9fa" providerId="LiveId" clId="{AF0DBD31-B8D2-47FF-A3D2-71D5A8072E7E}" dt="2025-08-25T22:53:54.951" v="32"/>
          <ac:spMkLst>
            <pc:docMk/>
            <pc:sldMk cId="2693772875" sldId="272"/>
            <ac:spMk id="2" creationId="{1BC3E1C0-E243-BFA5-419B-9D8B694B2056}"/>
          </ac:spMkLst>
        </pc:spChg>
        <pc:spChg chg="mod">
          <ac:chgData name="Dunfrey Pires Aragão" userId="a7272183b7b4f9fa" providerId="LiveId" clId="{AF0DBD31-B8D2-47FF-A3D2-71D5A8072E7E}" dt="2025-08-25T22:54:14.090" v="41" actId="20577"/>
          <ac:spMkLst>
            <pc:docMk/>
            <pc:sldMk cId="2693772875" sldId="272"/>
            <ac:spMk id="3" creationId="{FEAFA6B6-31A9-38C5-4A6A-6E56C623DAEB}"/>
          </ac:spMkLst>
        </pc:spChg>
        <pc:spChg chg="del">
          <ac:chgData name="Dunfrey Pires Aragão" userId="a7272183b7b4f9fa" providerId="LiveId" clId="{AF0DBD31-B8D2-47FF-A3D2-71D5A8072E7E}" dt="2025-08-25T22:48:26.475" v="20" actId="478"/>
          <ac:spMkLst>
            <pc:docMk/>
            <pc:sldMk cId="2693772875" sldId="272"/>
            <ac:spMk id="12" creationId="{1907F9D0-5F07-50F8-1B0A-D95FE43A306E}"/>
          </ac:spMkLst>
        </pc:spChg>
        <pc:spChg chg="mod">
          <ac:chgData name="Dunfrey Pires Aragão" userId="a7272183b7b4f9fa" providerId="LiveId" clId="{AF0DBD31-B8D2-47FF-A3D2-71D5A8072E7E}" dt="2025-08-25T22:53:12.126" v="26"/>
          <ac:spMkLst>
            <pc:docMk/>
            <pc:sldMk cId="2693772875" sldId="272"/>
            <ac:spMk id="112" creationId="{BE948C0D-5CF7-1E55-F219-F6129DAB92D5}"/>
          </ac:spMkLst>
        </pc:spChg>
        <pc:picChg chg="del">
          <ac:chgData name="Dunfrey Pires Aragão" userId="a7272183b7b4f9fa" providerId="LiveId" clId="{AF0DBD31-B8D2-47FF-A3D2-71D5A8072E7E}" dt="2025-08-25T22:48:26.873" v="21" actId="478"/>
          <ac:picMkLst>
            <pc:docMk/>
            <pc:sldMk cId="2693772875" sldId="272"/>
            <ac:picMk id="4" creationId="{A957C0D4-4694-5444-69DC-778E3C3B7B54}"/>
          </ac:picMkLst>
        </pc:picChg>
        <pc:picChg chg="del">
          <ac:chgData name="Dunfrey Pires Aragão" userId="a7272183b7b4f9fa" providerId="LiveId" clId="{AF0DBD31-B8D2-47FF-A3D2-71D5A8072E7E}" dt="2025-08-25T22:48:26.016" v="19" actId="478"/>
          <ac:picMkLst>
            <pc:docMk/>
            <pc:sldMk cId="2693772875" sldId="272"/>
            <ac:picMk id="7" creationId="{693DD40A-BDD1-E1E1-1967-1A25C5A9AB67}"/>
          </ac:picMkLst>
        </pc:picChg>
      </pc:sldChg>
      <pc:sldChg chg="addSp modSp add mod">
        <pc:chgData name="Dunfrey Pires Aragão" userId="a7272183b7b4f9fa" providerId="LiveId" clId="{AF0DBD31-B8D2-47FF-A3D2-71D5A8072E7E}" dt="2025-08-25T22:56:21.723" v="91" actId="1076"/>
        <pc:sldMkLst>
          <pc:docMk/>
          <pc:sldMk cId="2777992100" sldId="273"/>
        </pc:sldMkLst>
        <pc:spChg chg="mod">
          <ac:chgData name="Dunfrey Pires Aragão" userId="a7272183b7b4f9fa" providerId="LiveId" clId="{AF0DBD31-B8D2-47FF-A3D2-71D5A8072E7E}" dt="2025-08-25T22:56:00.366" v="83" actId="14100"/>
          <ac:spMkLst>
            <pc:docMk/>
            <pc:sldMk cId="2777992100" sldId="273"/>
            <ac:spMk id="3" creationId="{1AC3DF58-2E9B-F4F4-2A97-F0CF45732D5E}"/>
          </ac:spMkLst>
        </pc:spChg>
        <pc:spChg chg="add mod">
          <ac:chgData name="Dunfrey Pires Aragão" userId="a7272183b7b4f9fa" providerId="LiveId" clId="{AF0DBD31-B8D2-47FF-A3D2-71D5A8072E7E}" dt="2025-08-25T22:56:21.723" v="91" actId="1076"/>
          <ac:spMkLst>
            <pc:docMk/>
            <pc:sldMk cId="2777992100" sldId="273"/>
            <ac:spMk id="4" creationId="{DF8EC3BD-0D18-1AD2-41EE-D3BDD66D04B0}"/>
          </ac:spMkLst>
        </pc:spChg>
        <pc:spChg chg="add mod">
          <ac:chgData name="Dunfrey Pires Aragão" userId="a7272183b7b4f9fa" providerId="LiveId" clId="{AF0DBD31-B8D2-47FF-A3D2-71D5A8072E7E}" dt="2025-08-25T22:56:13.410" v="88" actId="1076"/>
          <ac:spMkLst>
            <pc:docMk/>
            <pc:sldMk cId="2777992100" sldId="273"/>
            <ac:spMk id="6" creationId="{1F903EA0-3C09-127B-72E8-A27D998C2C14}"/>
          </ac:spMkLst>
        </pc:spChg>
      </pc:sldChg>
      <pc:sldChg chg="addSp delSp modSp add del mod">
        <pc:chgData name="Dunfrey Pires Aragão" userId="a7272183b7b4f9fa" providerId="LiveId" clId="{AF0DBD31-B8D2-47FF-A3D2-71D5A8072E7E}" dt="2025-08-26T16:07:12.851" v="1736" actId="47"/>
        <pc:sldMkLst>
          <pc:docMk/>
          <pc:sldMk cId="1809379589" sldId="274"/>
        </pc:sldMkLst>
        <pc:spChg chg="mod">
          <ac:chgData name="Dunfrey Pires Aragão" userId="a7272183b7b4f9fa" providerId="LiveId" clId="{AF0DBD31-B8D2-47FF-A3D2-71D5A8072E7E}" dt="2025-08-25T22:56:44.620" v="98" actId="6549"/>
          <ac:spMkLst>
            <pc:docMk/>
            <pc:sldMk cId="1809379589" sldId="274"/>
            <ac:spMk id="3" creationId="{DF26BC71-5FB6-5685-32FE-E38CD2B60D33}"/>
          </ac:spMkLst>
        </pc:spChg>
        <pc:spChg chg="del mod">
          <ac:chgData name="Dunfrey Pires Aragão" userId="a7272183b7b4f9fa" providerId="LiveId" clId="{AF0DBD31-B8D2-47FF-A3D2-71D5A8072E7E}" dt="2025-08-25T22:56:54.079" v="101" actId="478"/>
          <ac:spMkLst>
            <pc:docMk/>
            <pc:sldMk cId="1809379589" sldId="274"/>
            <ac:spMk id="4" creationId="{CE90A329-EB59-B9B9-950C-95F85292A609}"/>
          </ac:spMkLst>
        </pc:spChg>
        <pc:spChg chg="add mod">
          <ac:chgData name="Dunfrey Pires Aragão" userId="a7272183b7b4f9fa" providerId="LiveId" clId="{AF0DBD31-B8D2-47FF-A3D2-71D5A8072E7E}" dt="2025-08-25T22:57:05.547" v="107" actId="1076"/>
          <ac:spMkLst>
            <pc:docMk/>
            <pc:sldMk cId="1809379589" sldId="274"/>
            <ac:spMk id="5" creationId="{31571983-A402-D151-B46D-B35FA463C4E7}"/>
          </ac:spMkLst>
        </pc:spChg>
        <pc:spChg chg="del">
          <ac:chgData name="Dunfrey Pires Aragão" userId="a7272183b7b4f9fa" providerId="LiveId" clId="{AF0DBD31-B8D2-47FF-A3D2-71D5A8072E7E}" dt="2025-08-25T22:56:52.918" v="99" actId="478"/>
          <ac:spMkLst>
            <pc:docMk/>
            <pc:sldMk cId="1809379589" sldId="274"/>
            <ac:spMk id="6" creationId="{E34301D2-603B-213D-4EEE-F2CD58796BDF}"/>
          </ac:spMkLst>
        </pc:spChg>
      </pc:sldChg>
      <pc:sldChg chg="addSp modSp add mod">
        <pc:chgData name="Dunfrey Pires Aragão" userId="a7272183b7b4f9fa" providerId="LiveId" clId="{AF0DBD31-B8D2-47FF-A3D2-71D5A8072E7E}" dt="2025-08-25T22:57:22.961" v="115" actId="403"/>
        <pc:sldMkLst>
          <pc:docMk/>
          <pc:sldMk cId="1785984796" sldId="275"/>
        </pc:sldMkLst>
        <pc:spChg chg="add mod">
          <ac:chgData name="Dunfrey Pires Aragão" userId="a7272183b7b4f9fa" providerId="LiveId" clId="{AF0DBD31-B8D2-47FF-A3D2-71D5A8072E7E}" dt="2025-08-25T22:57:22.961" v="115" actId="403"/>
          <ac:spMkLst>
            <pc:docMk/>
            <pc:sldMk cId="1785984796" sldId="275"/>
            <ac:spMk id="4" creationId="{4C453EEB-EC97-E389-AF4E-84B49A3CEAB1}"/>
          </ac:spMkLst>
        </pc:spChg>
        <pc:picChg chg="mod">
          <ac:chgData name="Dunfrey Pires Aragão" userId="a7272183b7b4f9fa" providerId="LiveId" clId="{AF0DBD31-B8D2-47FF-A3D2-71D5A8072E7E}" dt="2025-08-25T22:57:18.951" v="111" actId="1076"/>
          <ac:picMkLst>
            <pc:docMk/>
            <pc:sldMk cId="1785984796" sldId="275"/>
            <ac:picMk id="110" creationId="{2564DEAC-E00E-671C-6CBB-356719AB8261}"/>
          </ac:picMkLst>
        </pc:picChg>
      </pc:sldChg>
      <pc:sldChg chg="addSp delSp modSp add mod">
        <pc:chgData name="Dunfrey Pires Aragão" userId="a7272183b7b4f9fa" providerId="LiveId" clId="{AF0DBD31-B8D2-47FF-A3D2-71D5A8072E7E}" dt="2025-08-25T22:59:26.011" v="154" actId="1076"/>
        <pc:sldMkLst>
          <pc:docMk/>
          <pc:sldMk cId="99185344" sldId="276"/>
        </pc:sldMkLst>
        <pc:spChg chg="add">
          <ac:chgData name="Dunfrey Pires Aragão" userId="a7272183b7b4f9fa" providerId="LiveId" clId="{AF0DBD31-B8D2-47FF-A3D2-71D5A8072E7E}" dt="2025-08-25T22:58:13.207" v="128"/>
          <ac:spMkLst>
            <pc:docMk/>
            <pc:sldMk cId="99185344" sldId="276"/>
            <ac:spMk id="2" creationId="{7BC4081E-F573-F5F3-279B-7E8B2283A63A}"/>
          </ac:spMkLst>
        </pc:spChg>
        <pc:spChg chg="mod">
          <ac:chgData name="Dunfrey Pires Aragão" userId="a7272183b7b4f9fa" providerId="LiveId" clId="{AF0DBD31-B8D2-47FF-A3D2-71D5A8072E7E}" dt="2025-08-25T22:59:22.828" v="152" actId="14100"/>
          <ac:spMkLst>
            <pc:docMk/>
            <pc:sldMk cId="99185344" sldId="276"/>
            <ac:spMk id="3" creationId="{B591FD21-3529-68BA-7F3B-9E30C4CCF4FB}"/>
          </ac:spMkLst>
        </pc:spChg>
        <pc:spChg chg="del">
          <ac:chgData name="Dunfrey Pires Aragão" userId="a7272183b7b4f9fa" providerId="LiveId" clId="{AF0DBD31-B8D2-47FF-A3D2-71D5A8072E7E}" dt="2025-08-25T22:57:59.958" v="126" actId="478"/>
          <ac:spMkLst>
            <pc:docMk/>
            <pc:sldMk cId="99185344" sldId="276"/>
            <ac:spMk id="4" creationId="{2F5029BA-83B6-33FB-05F5-7033CD039ABA}"/>
          </ac:spMkLst>
        </pc:spChg>
        <pc:spChg chg="del mod">
          <ac:chgData name="Dunfrey Pires Aragão" userId="a7272183b7b4f9fa" providerId="LiveId" clId="{AF0DBD31-B8D2-47FF-A3D2-71D5A8072E7E}" dt="2025-08-25T22:57:58.970" v="125" actId="478"/>
          <ac:spMkLst>
            <pc:docMk/>
            <pc:sldMk cId="99185344" sldId="276"/>
            <ac:spMk id="5" creationId="{8ECFC9CE-CF28-A843-1A93-5254065CE6E0}"/>
          </ac:spMkLst>
        </pc:spChg>
        <pc:spChg chg="add">
          <ac:chgData name="Dunfrey Pires Aragão" userId="a7272183b7b4f9fa" providerId="LiveId" clId="{AF0DBD31-B8D2-47FF-A3D2-71D5A8072E7E}" dt="2025-08-25T22:58:19.082" v="130"/>
          <ac:spMkLst>
            <pc:docMk/>
            <pc:sldMk cId="99185344" sldId="276"/>
            <ac:spMk id="6" creationId="{A4497BF0-9F19-66AE-C8A4-19B2AF4C4910}"/>
          </ac:spMkLst>
        </pc:spChg>
        <pc:spChg chg="add mod">
          <ac:chgData name="Dunfrey Pires Aragão" userId="a7272183b7b4f9fa" providerId="LiveId" clId="{AF0DBD31-B8D2-47FF-A3D2-71D5A8072E7E}" dt="2025-08-25T22:59:19.276" v="151" actId="1076"/>
          <ac:spMkLst>
            <pc:docMk/>
            <pc:sldMk cId="99185344" sldId="276"/>
            <ac:spMk id="8" creationId="{D7D565E2-D5F0-A131-7419-9E664C521581}"/>
          </ac:spMkLst>
        </pc:spChg>
        <pc:spChg chg="mod">
          <ac:chgData name="Dunfrey Pires Aragão" userId="a7272183b7b4f9fa" providerId="LiveId" clId="{AF0DBD31-B8D2-47FF-A3D2-71D5A8072E7E}" dt="2025-08-25T22:57:55.086" v="123" actId="1076"/>
          <ac:spMkLst>
            <pc:docMk/>
            <pc:sldMk cId="99185344" sldId="276"/>
            <ac:spMk id="112" creationId="{643C7238-2F98-32DD-7C7E-573455D928A7}"/>
          </ac:spMkLst>
        </pc:spChg>
        <pc:picChg chg="mod">
          <ac:chgData name="Dunfrey Pires Aragão" userId="a7272183b7b4f9fa" providerId="LiveId" clId="{AF0DBD31-B8D2-47FF-A3D2-71D5A8072E7E}" dt="2025-08-25T22:59:26.011" v="154" actId="1076"/>
          <ac:picMkLst>
            <pc:docMk/>
            <pc:sldMk cId="99185344" sldId="276"/>
            <ac:picMk id="110" creationId="{55F4CC57-7FB6-92CB-EC77-58BB38BC52AE}"/>
          </ac:picMkLst>
        </pc:picChg>
      </pc:sldChg>
      <pc:sldChg chg="del">
        <pc:chgData name="Dunfrey Pires Aragão" userId="a7272183b7b4f9fa" providerId="LiveId" clId="{AF0DBD31-B8D2-47FF-A3D2-71D5A8072E7E}" dt="2025-08-25T22:48:09.564" v="1" actId="47"/>
        <pc:sldMkLst>
          <pc:docMk/>
          <pc:sldMk cId="1289493354" sldId="277"/>
        </pc:sldMkLst>
      </pc:sldChg>
      <pc:sldChg chg="addSp delSp modSp add mod">
        <pc:chgData name="Dunfrey Pires Aragão" userId="a7272183b7b4f9fa" providerId="LiveId" clId="{AF0DBD31-B8D2-47FF-A3D2-71D5A8072E7E}" dt="2025-08-25T23:01:31.709" v="199" actId="1076"/>
        <pc:sldMkLst>
          <pc:docMk/>
          <pc:sldMk cId="2537415451" sldId="277"/>
        </pc:sldMkLst>
        <pc:spChg chg="add del">
          <ac:chgData name="Dunfrey Pires Aragão" userId="a7272183b7b4f9fa" providerId="LiveId" clId="{AF0DBD31-B8D2-47FF-A3D2-71D5A8072E7E}" dt="2025-08-25T22:59:44.781" v="158" actId="478"/>
          <ac:spMkLst>
            <pc:docMk/>
            <pc:sldMk cId="2537415451" sldId="277"/>
            <ac:spMk id="2" creationId="{F52F7B92-CFC2-FE7D-0DEF-5412B00CDE83}"/>
          </ac:spMkLst>
        </pc:spChg>
        <pc:spChg chg="add del mod">
          <ac:chgData name="Dunfrey Pires Aragão" userId="a7272183b7b4f9fa" providerId="LiveId" clId="{AF0DBD31-B8D2-47FF-A3D2-71D5A8072E7E}" dt="2025-08-25T23:01:15.398" v="192" actId="113"/>
          <ac:spMkLst>
            <pc:docMk/>
            <pc:sldMk cId="2537415451" sldId="277"/>
            <ac:spMk id="3" creationId="{0B55B3FF-A077-CAE5-0489-502BF9B6D7FB}"/>
          </ac:spMkLst>
        </pc:spChg>
        <pc:spChg chg="add mod">
          <ac:chgData name="Dunfrey Pires Aragão" userId="a7272183b7b4f9fa" providerId="LiveId" clId="{AF0DBD31-B8D2-47FF-A3D2-71D5A8072E7E}" dt="2025-08-25T23:00:20.333" v="171" actId="1076"/>
          <ac:spMkLst>
            <pc:docMk/>
            <pc:sldMk cId="2537415451" sldId="277"/>
            <ac:spMk id="5" creationId="{4EEA3272-7D48-98A5-7EE6-6E49DAA2E352}"/>
          </ac:spMkLst>
        </pc:spChg>
        <pc:spChg chg="add">
          <ac:chgData name="Dunfrey Pires Aragão" userId="a7272183b7b4f9fa" providerId="LiveId" clId="{AF0DBD31-B8D2-47FF-A3D2-71D5A8072E7E}" dt="2025-08-25T23:00:37.077" v="175"/>
          <ac:spMkLst>
            <pc:docMk/>
            <pc:sldMk cId="2537415451" sldId="277"/>
            <ac:spMk id="6" creationId="{C22F5E7C-E66A-7C3A-F001-D120DF013F04}"/>
          </ac:spMkLst>
        </pc:spChg>
        <pc:spChg chg="del mod">
          <ac:chgData name="Dunfrey Pires Aragão" userId="a7272183b7b4f9fa" providerId="LiveId" clId="{AF0DBD31-B8D2-47FF-A3D2-71D5A8072E7E}" dt="2025-08-25T23:00:10.594" v="165" actId="478"/>
          <ac:spMkLst>
            <pc:docMk/>
            <pc:sldMk cId="2537415451" sldId="277"/>
            <ac:spMk id="8" creationId="{139897DD-C2E4-5F02-56D4-515D566759B7}"/>
          </ac:spMkLst>
        </pc:spChg>
        <pc:spChg chg="add mod">
          <ac:chgData name="Dunfrey Pires Aragão" userId="a7272183b7b4f9fa" providerId="LiveId" clId="{AF0DBD31-B8D2-47FF-A3D2-71D5A8072E7E}" dt="2025-08-25T23:00:58.886" v="185" actId="403"/>
          <ac:spMkLst>
            <pc:docMk/>
            <pc:sldMk cId="2537415451" sldId="277"/>
            <ac:spMk id="9" creationId="{A182934D-643F-A844-F2A9-B5CCBD715264}"/>
          </ac:spMkLst>
        </pc:spChg>
        <pc:spChg chg="add mod">
          <ac:chgData name="Dunfrey Pires Aragão" userId="a7272183b7b4f9fa" providerId="LiveId" clId="{AF0DBD31-B8D2-47FF-A3D2-71D5A8072E7E}" dt="2025-08-25T23:01:31.709" v="199" actId="1076"/>
          <ac:spMkLst>
            <pc:docMk/>
            <pc:sldMk cId="2537415451" sldId="277"/>
            <ac:spMk id="11" creationId="{ACC1EE6B-97DD-2D46-3A0C-012A9B64F0AD}"/>
          </ac:spMkLst>
        </pc:spChg>
      </pc:sldChg>
      <pc:sldChg chg="addSp delSp modSp add mod">
        <pc:chgData name="Dunfrey Pires Aragão" userId="a7272183b7b4f9fa" providerId="LiveId" clId="{AF0DBD31-B8D2-47FF-A3D2-71D5A8072E7E}" dt="2025-08-26T16:07:37.725" v="1746" actId="1036"/>
        <pc:sldMkLst>
          <pc:docMk/>
          <pc:sldMk cId="3444229016" sldId="278"/>
        </pc:sldMkLst>
        <pc:spChg chg="add">
          <ac:chgData name="Dunfrey Pires Aragão" userId="a7272183b7b4f9fa" providerId="LiveId" clId="{AF0DBD31-B8D2-47FF-A3D2-71D5A8072E7E}" dt="2025-08-25T23:13:26.745" v="208"/>
          <ac:spMkLst>
            <pc:docMk/>
            <pc:sldMk cId="3444229016" sldId="278"/>
            <ac:spMk id="2" creationId="{9F3571C6-A7B1-8D6F-4292-0C54783A0BBC}"/>
          </ac:spMkLst>
        </pc:spChg>
        <pc:spChg chg="mod">
          <ac:chgData name="Dunfrey Pires Aragão" userId="a7272183b7b4f9fa" providerId="LiveId" clId="{AF0DBD31-B8D2-47FF-A3D2-71D5A8072E7E}" dt="2025-08-26T16:07:30.979" v="1737" actId="403"/>
          <ac:spMkLst>
            <pc:docMk/>
            <pc:sldMk cId="3444229016" sldId="278"/>
            <ac:spMk id="3" creationId="{FD9A920B-8282-76F1-8A67-3D38EE2271AD}"/>
          </ac:spMkLst>
        </pc:spChg>
        <pc:spChg chg="del">
          <ac:chgData name="Dunfrey Pires Aragão" userId="a7272183b7b4f9fa" providerId="LiveId" clId="{AF0DBD31-B8D2-47FF-A3D2-71D5A8072E7E}" dt="2025-08-25T23:13:47.271" v="215" actId="478"/>
          <ac:spMkLst>
            <pc:docMk/>
            <pc:sldMk cId="3444229016" sldId="278"/>
            <ac:spMk id="5" creationId="{1C519CD1-55E7-32C4-D244-167EE965AADE}"/>
          </ac:spMkLst>
        </pc:spChg>
        <pc:spChg chg="add mod">
          <ac:chgData name="Dunfrey Pires Aragão" userId="a7272183b7b4f9fa" providerId="LiveId" clId="{AF0DBD31-B8D2-47FF-A3D2-71D5A8072E7E}" dt="2025-08-25T23:15:56.392" v="255" actId="1076"/>
          <ac:spMkLst>
            <pc:docMk/>
            <pc:sldMk cId="3444229016" sldId="278"/>
            <ac:spMk id="6" creationId="{DD794F18-7DFF-3396-6BFC-312C70D14C07}"/>
          </ac:spMkLst>
        </pc:spChg>
        <pc:spChg chg="add">
          <ac:chgData name="Dunfrey Pires Aragão" userId="a7272183b7b4f9fa" providerId="LiveId" clId="{AF0DBD31-B8D2-47FF-A3D2-71D5A8072E7E}" dt="2025-08-25T23:15:28.772" v="247"/>
          <ac:spMkLst>
            <pc:docMk/>
            <pc:sldMk cId="3444229016" sldId="278"/>
            <ac:spMk id="7" creationId="{84030066-8789-D19A-871C-FF43FF4861F1}"/>
          </ac:spMkLst>
        </pc:spChg>
        <pc:spChg chg="del">
          <ac:chgData name="Dunfrey Pires Aragão" userId="a7272183b7b4f9fa" providerId="LiveId" clId="{AF0DBD31-B8D2-47FF-A3D2-71D5A8072E7E}" dt="2025-08-25T23:14:46.531" v="232" actId="478"/>
          <ac:spMkLst>
            <pc:docMk/>
            <pc:sldMk cId="3444229016" sldId="278"/>
            <ac:spMk id="9" creationId="{B2058EC4-DBB1-9345-F643-2744A720597D}"/>
          </ac:spMkLst>
        </pc:spChg>
        <pc:spChg chg="add mod">
          <ac:chgData name="Dunfrey Pires Aragão" userId="a7272183b7b4f9fa" providerId="LiveId" clId="{AF0DBD31-B8D2-47FF-A3D2-71D5A8072E7E}" dt="2025-08-26T16:07:37.725" v="1746" actId="1036"/>
          <ac:spMkLst>
            <pc:docMk/>
            <pc:sldMk cId="3444229016" sldId="278"/>
            <ac:spMk id="10" creationId="{82812102-B388-8641-765B-E30942025038}"/>
          </ac:spMkLst>
        </pc:spChg>
        <pc:spChg chg="del">
          <ac:chgData name="Dunfrey Pires Aragão" userId="a7272183b7b4f9fa" providerId="LiveId" clId="{AF0DBD31-B8D2-47FF-A3D2-71D5A8072E7E}" dt="2025-08-25T23:14:47.869" v="233" actId="478"/>
          <ac:spMkLst>
            <pc:docMk/>
            <pc:sldMk cId="3444229016" sldId="278"/>
            <ac:spMk id="11" creationId="{D39614D8-6C45-399D-5ACF-3C676322E311}"/>
          </ac:spMkLst>
        </pc:spChg>
        <pc:spChg chg="mod">
          <ac:chgData name="Dunfrey Pires Aragão" userId="a7272183b7b4f9fa" providerId="LiveId" clId="{AF0DBD31-B8D2-47FF-A3D2-71D5A8072E7E}" dt="2025-08-25T23:13:00.994" v="207"/>
          <ac:spMkLst>
            <pc:docMk/>
            <pc:sldMk cId="3444229016" sldId="278"/>
            <ac:spMk id="112" creationId="{97F26A76-9C2E-7595-7A05-4EF2F3723C29}"/>
          </ac:spMkLst>
        </pc:spChg>
        <pc:picChg chg="add del mod">
          <ac:chgData name="Dunfrey Pires Aragão" userId="a7272183b7b4f9fa" providerId="LiveId" clId="{AF0DBD31-B8D2-47FF-A3D2-71D5A8072E7E}" dt="2025-08-26T16:07:35.120" v="1741" actId="1035"/>
          <ac:picMkLst>
            <pc:docMk/>
            <pc:sldMk cId="3444229016" sldId="278"/>
            <ac:picMk id="110" creationId="{7B08B6EC-F9A1-F0BB-7E1D-C7431FBC9219}"/>
          </ac:picMkLst>
        </pc:picChg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983019990" sldId="278"/>
        </pc:sldMkLst>
      </pc:sldChg>
      <pc:sldChg chg="addSp delSp modSp add mod">
        <pc:chgData name="Dunfrey Pires Aragão" userId="a7272183b7b4f9fa" providerId="LiveId" clId="{AF0DBD31-B8D2-47FF-A3D2-71D5A8072E7E}" dt="2025-08-25T23:23:46.467" v="375" actId="115"/>
        <pc:sldMkLst>
          <pc:docMk/>
          <pc:sldMk cId="1213054393" sldId="279"/>
        </pc:sldMkLst>
        <pc:spChg chg="add">
          <ac:chgData name="Dunfrey Pires Aragão" userId="a7272183b7b4f9fa" providerId="LiveId" clId="{AF0DBD31-B8D2-47FF-A3D2-71D5A8072E7E}" dt="2025-08-25T23:21:01.986" v="302"/>
          <ac:spMkLst>
            <pc:docMk/>
            <pc:sldMk cId="1213054393" sldId="279"/>
            <ac:spMk id="2" creationId="{A20FCEA8-D7E0-51FD-10F8-772F482EE801}"/>
          </ac:spMkLst>
        </pc:spChg>
        <pc:spChg chg="mod">
          <ac:chgData name="Dunfrey Pires Aragão" userId="a7272183b7b4f9fa" providerId="LiveId" clId="{AF0DBD31-B8D2-47FF-A3D2-71D5A8072E7E}" dt="2025-08-25T23:23:08.882" v="348" actId="113"/>
          <ac:spMkLst>
            <pc:docMk/>
            <pc:sldMk cId="1213054393" sldId="279"/>
            <ac:spMk id="3" creationId="{C9F22DDB-5D77-12E5-52EC-0E689ED99AF0}"/>
          </ac:spMkLst>
        </pc:spChg>
        <pc:spChg chg="add mod">
          <ac:chgData name="Dunfrey Pires Aragão" userId="a7272183b7b4f9fa" providerId="LiveId" clId="{AF0DBD31-B8D2-47FF-A3D2-71D5A8072E7E}" dt="2025-08-25T23:22:10.492" v="334" actId="20577"/>
          <ac:spMkLst>
            <pc:docMk/>
            <pc:sldMk cId="1213054393" sldId="279"/>
            <ac:spMk id="5" creationId="{6496C927-3F78-7518-648D-F76B25860BB9}"/>
          </ac:spMkLst>
        </pc:spChg>
        <pc:spChg chg="del">
          <ac:chgData name="Dunfrey Pires Aragão" userId="a7272183b7b4f9fa" providerId="LiveId" clId="{AF0DBD31-B8D2-47FF-A3D2-71D5A8072E7E}" dt="2025-08-25T23:16:54.255" v="283" actId="478"/>
          <ac:spMkLst>
            <pc:docMk/>
            <pc:sldMk cId="1213054393" sldId="279"/>
            <ac:spMk id="6" creationId="{67A1E2A4-CBD2-E615-6C05-5987E6DD7DEB}"/>
          </ac:spMkLst>
        </pc:spChg>
        <pc:spChg chg="add">
          <ac:chgData name="Dunfrey Pires Aragão" userId="a7272183b7b4f9fa" providerId="LiveId" clId="{AF0DBD31-B8D2-47FF-A3D2-71D5A8072E7E}" dt="2025-08-25T23:22:49.829" v="342"/>
          <ac:spMkLst>
            <pc:docMk/>
            <pc:sldMk cId="1213054393" sldId="279"/>
            <ac:spMk id="7" creationId="{86B2358B-01B8-061B-456D-980CC35F5F2A}"/>
          </ac:spMkLst>
        </pc:spChg>
        <pc:spChg chg="add mod">
          <ac:chgData name="Dunfrey Pires Aragão" userId="a7272183b7b4f9fa" providerId="LiveId" clId="{AF0DBD31-B8D2-47FF-A3D2-71D5A8072E7E}" dt="2025-08-25T23:23:46.467" v="375" actId="115"/>
          <ac:spMkLst>
            <pc:docMk/>
            <pc:sldMk cId="1213054393" sldId="279"/>
            <ac:spMk id="9" creationId="{1D73DBD6-651C-B52D-0500-3D3D2D959269}"/>
          </ac:spMkLst>
        </pc:spChg>
        <pc:spChg chg="del">
          <ac:chgData name="Dunfrey Pires Aragão" userId="a7272183b7b4f9fa" providerId="LiveId" clId="{AF0DBD31-B8D2-47FF-A3D2-71D5A8072E7E}" dt="2025-08-25T23:22:33.526" v="341" actId="478"/>
          <ac:spMkLst>
            <pc:docMk/>
            <pc:sldMk cId="1213054393" sldId="279"/>
            <ac:spMk id="10" creationId="{5907DFC0-D281-4D70-9798-F6B8F27E108F}"/>
          </ac:spMkLst>
        </pc:spChg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967362222" sldId="27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742874426" sldId="280"/>
        </pc:sldMkLst>
      </pc:sldChg>
      <pc:sldChg chg="addSp delSp modSp add mod">
        <pc:chgData name="Dunfrey Pires Aragão" userId="a7272183b7b4f9fa" providerId="LiveId" clId="{AF0DBD31-B8D2-47FF-A3D2-71D5A8072E7E}" dt="2025-08-25T23:29:30.044" v="434"/>
        <pc:sldMkLst>
          <pc:docMk/>
          <pc:sldMk cId="2155939721" sldId="280"/>
        </pc:sldMkLst>
        <pc:spChg chg="mod">
          <ac:chgData name="Dunfrey Pires Aragão" userId="a7272183b7b4f9fa" providerId="LiveId" clId="{AF0DBD31-B8D2-47FF-A3D2-71D5A8072E7E}" dt="2025-08-25T23:26:15.183" v="406" actId="14100"/>
          <ac:spMkLst>
            <pc:docMk/>
            <pc:sldMk cId="2155939721" sldId="280"/>
            <ac:spMk id="3" creationId="{DE79E174-99C0-06C5-27DE-18460EE9D557}"/>
          </ac:spMkLst>
        </pc:spChg>
        <pc:spChg chg="add del mod">
          <ac:chgData name="Dunfrey Pires Aragão" userId="a7272183b7b4f9fa" providerId="LiveId" clId="{AF0DBD31-B8D2-47FF-A3D2-71D5A8072E7E}" dt="2025-08-25T23:26:47.313" v="412" actId="478"/>
          <ac:spMkLst>
            <pc:docMk/>
            <pc:sldMk cId="2155939721" sldId="280"/>
            <ac:spMk id="4" creationId="{D079FFA1-5A51-1A14-7B04-4D690F6D80FE}"/>
          </ac:spMkLst>
        </pc:spChg>
        <pc:spChg chg="del">
          <ac:chgData name="Dunfrey Pires Aragão" userId="a7272183b7b4f9fa" providerId="LiveId" clId="{AF0DBD31-B8D2-47FF-A3D2-71D5A8072E7E}" dt="2025-08-25T23:25:00.809" v="381" actId="478"/>
          <ac:spMkLst>
            <pc:docMk/>
            <pc:sldMk cId="2155939721" sldId="280"/>
            <ac:spMk id="5" creationId="{A14EB922-398C-FB8B-2587-D7B4DFF65A5F}"/>
          </ac:spMkLst>
        </pc:spChg>
        <pc:spChg chg="add del mod">
          <ac:chgData name="Dunfrey Pires Aragão" userId="a7272183b7b4f9fa" providerId="LiveId" clId="{AF0DBD31-B8D2-47FF-A3D2-71D5A8072E7E}" dt="2025-08-25T23:26:46.322" v="411" actId="22"/>
          <ac:spMkLst>
            <pc:docMk/>
            <pc:sldMk cId="2155939721" sldId="280"/>
            <ac:spMk id="7" creationId="{DC151449-920B-60B9-472F-85B1E0187E06}"/>
          </ac:spMkLst>
        </pc:spChg>
        <pc:spChg chg="del">
          <ac:chgData name="Dunfrey Pires Aragão" userId="a7272183b7b4f9fa" providerId="LiveId" clId="{AF0DBD31-B8D2-47FF-A3D2-71D5A8072E7E}" dt="2025-08-25T23:25:02.707" v="382" actId="478"/>
          <ac:spMkLst>
            <pc:docMk/>
            <pc:sldMk cId="2155939721" sldId="280"/>
            <ac:spMk id="9" creationId="{34FC7586-611F-F3D6-99EC-F3A89376A465}"/>
          </ac:spMkLst>
        </pc:spChg>
        <pc:spChg chg="add del">
          <ac:chgData name="Dunfrey Pires Aragão" userId="a7272183b7b4f9fa" providerId="LiveId" clId="{AF0DBD31-B8D2-47FF-A3D2-71D5A8072E7E}" dt="2025-08-25T23:27:06.383" v="414" actId="22"/>
          <ac:spMkLst>
            <pc:docMk/>
            <pc:sldMk cId="2155939721" sldId="280"/>
            <ac:spMk id="10" creationId="{BA3BC721-356D-EF92-1E58-EE09D32E8FC5}"/>
          </ac:spMkLst>
        </pc:spChg>
        <pc:spChg chg="add mod">
          <ac:chgData name="Dunfrey Pires Aragão" userId="a7272183b7b4f9fa" providerId="LiveId" clId="{AF0DBD31-B8D2-47FF-A3D2-71D5A8072E7E}" dt="2025-08-25T23:29:30.044" v="434"/>
          <ac:spMkLst>
            <pc:docMk/>
            <pc:sldMk cId="2155939721" sldId="280"/>
            <ac:spMk id="12" creationId="{DF2C4F6A-E600-A745-BE6E-E01573C17E98}"/>
          </ac:spMkLst>
        </pc:spChg>
        <pc:picChg chg="mod">
          <ac:chgData name="Dunfrey Pires Aragão" userId="a7272183b7b4f9fa" providerId="LiveId" clId="{AF0DBD31-B8D2-47FF-A3D2-71D5A8072E7E}" dt="2025-08-25T23:25:34.213" v="390" actId="1076"/>
          <ac:picMkLst>
            <pc:docMk/>
            <pc:sldMk cId="2155939721" sldId="280"/>
            <ac:picMk id="110" creationId="{24CD95E2-5670-30CF-2C04-730687E5390E}"/>
          </ac:picMkLst>
        </pc:picChg>
      </pc:sldChg>
      <pc:sldChg chg="addSp delSp modSp add mod">
        <pc:chgData name="Dunfrey Pires Aragão" userId="a7272183b7b4f9fa" providerId="LiveId" clId="{AF0DBD31-B8D2-47FF-A3D2-71D5A8072E7E}" dt="2025-08-25T23:40:47.755" v="532"/>
        <pc:sldMkLst>
          <pc:docMk/>
          <pc:sldMk cId="1230389461" sldId="281"/>
        </pc:sldMkLst>
        <pc:spChg chg="mod">
          <ac:chgData name="Dunfrey Pires Aragão" userId="a7272183b7b4f9fa" providerId="LiveId" clId="{AF0DBD31-B8D2-47FF-A3D2-71D5A8072E7E}" dt="2025-08-25T23:38:35.466" v="495"/>
          <ac:spMkLst>
            <pc:docMk/>
            <pc:sldMk cId="1230389461" sldId="281"/>
            <ac:spMk id="3" creationId="{E4254D14-5976-C505-54D0-90CA356F8AA8}"/>
          </ac:spMkLst>
        </pc:spChg>
        <pc:spChg chg="del">
          <ac:chgData name="Dunfrey Pires Aragão" userId="a7272183b7b4f9fa" providerId="LiveId" clId="{AF0DBD31-B8D2-47FF-A3D2-71D5A8072E7E}" dt="2025-08-25T23:34:31.214" v="438" actId="478"/>
          <ac:spMkLst>
            <pc:docMk/>
            <pc:sldMk cId="1230389461" sldId="281"/>
            <ac:spMk id="4" creationId="{F7969EE8-552E-A070-C307-774654BE95E9}"/>
          </ac:spMkLst>
        </pc:spChg>
        <pc:spChg chg="add del mod">
          <ac:chgData name="Dunfrey Pires Aragão" userId="a7272183b7b4f9fa" providerId="LiveId" clId="{AF0DBD31-B8D2-47FF-A3D2-71D5A8072E7E}" dt="2025-08-25T23:37:49.662" v="475" actId="478"/>
          <ac:spMkLst>
            <pc:docMk/>
            <pc:sldMk cId="1230389461" sldId="281"/>
            <ac:spMk id="5" creationId="{B43FE058-0660-3FC3-CA2B-44B902624FE5}"/>
          </ac:spMkLst>
        </pc:spChg>
        <pc:spChg chg="add del mod">
          <ac:chgData name="Dunfrey Pires Aragão" userId="a7272183b7b4f9fa" providerId="LiveId" clId="{AF0DBD31-B8D2-47FF-A3D2-71D5A8072E7E}" dt="2025-08-25T23:36:06.522" v="459" actId="22"/>
          <ac:spMkLst>
            <pc:docMk/>
            <pc:sldMk cId="1230389461" sldId="281"/>
            <ac:spMk id="7" creationId="{C4EB0A00-A839-B168-1E36-10A13B400BD3}"/>
          </ac:spMkLst>
        </pc:spChg>
        <pc:spChg chg="add del">
          <ac:chgData name="Dunfrey Pires Aragão" userId="a7272183b7b4f9fa" providerId="LiveId" clId="{AF0DBD31-B8D2-47FF-A3D2-71D5A8072E7E}" dt="2025-08-25T23:36:09.776" v="463" actId="22"/>
          <ac:spMkLst>
            <pc:docMk/>
            <pc:sldMk cId="1230389461" sldId="281"/>
            <ac:spMk id="9" creationId="{3BEE51EE-5496-B552-EF47-8B8280576690}"/>
          </ac:spMkLst>
        </pc:spChg>
        <pc:spChg chg="add del mod">
          <ac:chgData name="Dunfrey Pires Aragão" userId="a7272183b7b4f9fa" providerId="LiveId" clId="{AF0DBD31-B8D2-47FF-A3D2-71D5A8072E7E}" dt="2025-08-25T23:37:47.827" v="474" actId="478"/>
          <ac:spMkLst>
            <pc:docMk/>
            <pc:sldMk cId="1230389461" sldId="281"/>
            <ac:spMk id="11" creationId="{914A235B-AD51-C02A-3431-1CF9EE06E70D}"/>
          </ac:spMkLst>
        </pc:spChg>
        <pc:spChg chg="del">
          <ac:chgData name="Dunfrey Pires Aragão" userId="a7272183b7b4f9fa" providerId="LiveId" clId="{AF0DBD31-B8D2-47FF-A3D2-71D5A8072E7E}" dt="2025-08-25T23:34:32.791" v="439" actId="478"/>
          <ac:spMkLst>
            <pc:docMk/>
            <pc:sldMk cId="1230389461" sldId="281"/>
            <ac:spMk id="12" creationId="{319823FC-9470-E1B0-1C00-A76ECDDD151D}"/>
          </ac:spMkLst>
        </pc:spChg>
        <pc:spChg chg="add">
          <ac:chgData name="Dunfrey Pires Aragão" userId="a7272183b7b4f9fa" providerId="LiveId" clId="{AF0DBD31-B8D2-47FF-A3D2-71D5A8072E7E}" dt="2025-08-25T23:37:57.622" v="478"/>
          <ac:spMkLst>
            <pc:docMk/>
            <pc:sldMk cId="1230389461" sldId="281"/>
            <ac:spMk id="13" creationId="{46D2449B-523C-A5C6-2620-1A9A941EACA1}"/>
          </ac:spMkLst>
        </pc:spChg>
        <pc:spChg chg="add mod">
          <ac:chgData name="Dunfrey Pires Aragão" userId="a7272183b7b4f9fa" providerId="LiveId" clId="{AF0DBD31-B8D2-47FF-A3D2-71D5A8072E7E}" dt="2025-08-25T23:38:39.135" v="503" actId="20577"/>
          <ac:spMkLst>
            <pc:docMk/>
            <pc:sldMk cId="1230389461" sldId="281"/>
            <ac:spMk id="15" creationId="{54EDB097-E1D8-62A7-F7B4-6DB2D2AD24FC}"/>
          </ac:spMkLst>
        </pc:spChg>
        <pc:spChg chg="add del">
          <ac:chgData name="Dunfrey Pires Aragão" userId="a7272183b7b4f9fa" providerId="LiveId" clId="{AF0DBD31-B8D2-47FF-A3D2-71D5A8072E7E}" dt="2025-08-25T23:38:25.817" v="490" actId="22"/>
          <ac:spMkLst>
            <pc:docMk/>
            <pc:sldMk cId="1230389461" sldId="281"/>
            <ac:spMk id="17" creationId="{052019D8-BC4E-3512-4898-3F5A1F591E9A}"/>
          </ac:spMkLst>
        </pc:spChg>
        <pc:spChg chg="add mod">
          <ac:chgData name="Dunfrey Pires Aragão" userId="a7272183b7b4f9fa" providerId="LiveId" clId="{AF0DBD31-B8D2-47FF-A3D2-71D5A8072E7E}" dt="2025-08-25T23:39:17.354" v="531" actId="1076"/>
          <ac:spMkLst>
            <pc:docMk/>
            <pc:sldMk cId="1230389461" sldId="281"/>
            <ac:spMk id="19" creationId="{2CA37608-DEA8-2C5C-1573-524749F23345}"/>
          </ac:spMkLst>
        </pc:spChg>
        <pc:spChg chg="add mod">
          <ac:chgData name="Dunfrey Pires Aragão" userId="a7272183b7b4f9fa" providerId="LiveId" clId="{AF0DBD31-B8D2-47FF-A3D2-71D5A8072E7E}" dt="2025-08-25T23:40:47.755" v="532"/>
          <ac:spMkLst>
            <pc:docMk/>
            <pc:sldMk cId="1230389461" sldId="281"/>
            <ac:spMk id="20" creationId="{4FB5B1E6-22C7-B3AC-345F-8919ED0A63B0}"/>
          </ac:spMkLst>
        </pc:spChg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2089862149" sldId="28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890113241" sldId="282"/>
        </pc:sldMkLst>
      </pc:sldChg>
      <pc:sldChg chg="addSp delSp modSp add mod">
        <pc:chgData name="Dunfrey Pires Aragão" userId="a7272183b7b4f9fa" providerId="LiveId" clId="{AF0DBD31-B8D2-47FF-A3D2-71D5A8072E7E}" dt="2025-08-26T16:10:28.750" v="1749" actId="1037"/>
        <pc:sldMkLst>
          <pc:docMk/>
          <pc:sldMk cId="4075041728" sldId="282"/>
        </pc:sldMkLst>
        <pc:spChg chg="add">
          <ac:chgData name="Dunfrey Pires Aragão" userId="a7272183b7b4f9fa" providerId="LiveId" clId="{AF0DBD31-B8D2-47FF-A3D2-71D5A8072E7E}" dt="2025-08-26T00:03:04.392" v="553"/>
          <ac:spMkLst>
            <pc:docMk/>
            <pc:sldMk cId="4075041728" sldId="282"/>
            <ac:spMk id="2" creationId="{0A97D4F9-B327-7C07-1A19-85B797CE4096}"/>
          </ac:spMkLst>
        </pc:spChg>
        <pc:spChg chg="mod">
          <ac:chgData name="Dunfrey Pires Aragão" userId="a7272183b7b4f9fa" providerId="LiveId" clId="{AF0DBD31-B8D2-47FF-A3D2-71D5A8072E7E}" dt="2025-08-26T00:06:21.306" v="621"/>
          <ac:spMkLst>
            <pc:docMk/>
            <pc:sldMk cId="4075041728" sldId="282"/>
            <ac:spMk id="3" creationId="{871D0D0A-21B3-BBAC-DB92-534CC5345E6C}"/>
          </ac:spMkLst>
        </pc:spChg>
        <pc:spChg chg="add">
          <ac:chgData name="Dunfrey Pires Aragão" userId="a7272183b7b4f9fa" providerId="LiveId" clId="{AF0DBD31-B8D2-47FF-A3D2-71D5A8072E7E}" dt="2025-08-26T00:03:24.428" v="561"/>
          <ac:spMkLst>
            <pc:docMk/>
            <pc:sldMk cId="4075041728" sldId="282"/>
            <ac:spMk id="4" creationId="{72F12A94-5A1D-7B0D-54BB-BD8EB2ACE7C9}"/>
          </ac:spMkLst>
        </pc:spChg>
        <pc:spChg chg="add">
          <ac:chgData name="Dunfrey Pires Aragão" userId="a7272183b7b4f9fa" providerId="LiveId" clId="{AF0DBD31-B8D2-47FF-A3D2-71D5A8072E7E}" dt="2025-08-26T00:03:50.250" v="574"/>
          <ac:spMkLst>
            <pc:docMk/>
            <pc:sldMk cId="4075041728" sldId="282"/>
            <ac:spMk id="5" creationId="{0CF46E4F-0417-B122-5FB4-9FD38AB8B347}"/>
          </ac:spMkLst>
        </pc:spChg>
        <pc:spChg chg="add">
          <ac:chgData name="Dunfrey Pires Aragão" userId="a7272183b7b4f9fa" providerId="LiveId" clId="{AF0DBD31-B8D2-47FF-A3D2-71D5A8072E7E}" dt="2025-08-26T00:05:43.984" v="613"/>
          <ac:spMkLst>
            <pc:docMk/>
            <pc:sldMk cId="4075041728" sldId="282"/>
            <ac:spMk id="6" creationId="{AE0B8A88-CF38-A4FE-77A6-9BBDC74FECB8}"/>
          </ac:spMkLst>
        </pc:spChg>
        <pc:spChg chg="del">
          <ac:chgData name="Dunfrey Pires Aragão" userId="a7272183b7b4f9fa" providerId="LiveId" clId="{AF0DBD31-B8D2-47FF-A3D2-71D5A8072E7E}" dt="2025-08-26T00:03:48.476" v="572" actId="478"/>
          <ac:spMkLst>
            <pc:docMk/>
            <pc:sldMk cId="4075041728" sldId="282"/>
            <ac:spMk id="15" creationId="{B0176C7A-8B08-DADD-FCD2-380312351EEC}"/>
          </ac:spMkLst>
        </pc:spChg>
        <pc:spChg chg="del">
          <ac:chgData name="Dunfrey Pires Aragão" userId="a7272183b7b4f9fa" providerId="LiveId" clId="{AF0DBD31-B8D2-47FF-A3D2-71D5A8072E7E}" dt="2025-08-26T00:04:00.420" v="577" actId="478"/>
          <ac:spMkLst>
            <pc:docMk/>
            <pc:sldMk cId="4075041728" sldId="282"/>
            <ac:spMk id="19" creationId="{879990C3-94E0-0A5D-B80F-A894459506AD}"/>
          </ac:spMkLst>
        </pc:spChg>
        <pc:spChg chg="mod">
          <ac:chgData name="Dunfrey Pires Aragão" userId="a7272183b7b4f9fa" providerId="LiveId" clId="{AF0DBD31-B8D2-47FF-A3D2-71D5A8072E7E}" dt="2025-08-26T16:10:28.750" v="1749" actId="1037"/>
          <ac:spMkLst>
            <pc:docMk/>
            <pc:sldMk cId="4075041728" sldId="282"/>
            <ac:spMk id="112" creationId="{2258B0C0-1882-76DE-494A-1E2C8013FC68}"/>
          </ac:spMkLst>
        </pc:spChg>
      </pc:sldChg>
      <pc:sldChg chg="addSp modSp add mod">
        <pc:chgData name="Dunfrey Pires Aragão" userId="a7272183b7b4f9fa" providerId="LiveId" clId="{AF0DBD31-B8D2-47FF-A3D2-71D5A8072E7E}" dt="2025-08-26T00:09:00.915" v="708" actId="1035"/>
        <pc:sldMkLst>
          <pc:docMk/>
          <pc:sldMk cId="512337633" sldId="283"/>
        </pc:sldMkLst>
        <pc:spChg chg="mod">
          <ac:chgData name="Dunfrey Pires Aragão" userId="a7272183b7b4f9fa" providerId="LiveId" clId="{AF0DBD31-B8D2-47FF-A3D2-71D5A8072E7E}" dt="2025-08-26T00:08:57.873" v="698" actId="20577"/>
          <ac:spMkLst>
            <pc:docMk/>
            <pc:sldMk cId="512337633" sldId="283"/>
            <ac:spMk id="3" creationId="{43541BF6-A666-21D5-6C04-5A24697E9BCF}"/>
          </ac:spMkLst>
        </pc:spChg>
        <pc:spChg chg="add mod">
          <ac:chgData name="Dunfrey Pires Aragão" userId="a7272183b7b4f9fa" providerId="LiveId" clId="{AF0DBD31-B8D2-47FF-A3D2-71D5A8072E7E}" dt="2025-08-26T00:07:54.556" v="673" actId="1076"/>
          <ac:spMkLst>
            <pc:docMk/>
            <pc:sldMk cId="512337633" sldId="283"/>
            <ac:spMk id="4" creationId="{2006C5E6-9A9C-A23B-0107-A714AE846855}"/>
          </ac:spMkLst>
        </pc:spChg>
        <pc:spChg chg="add mod">
          <ac:chgData name="Dunfrey Pires Aragão" userId="a7272183b7b4f9fa" providerId="LiveId" clId="{AF0DBD31-B8D2-47FF-A3D2-71D5A8072E7E}" dt="2025-08-26T00:09:00.915" v="708" actId="1035"/>
          <ac:spMkLst>
            <pc:docMk/>
            <pc:sldMk cId="512337633" sldId="283"/>
            <ac:spMk id="6" creationId="{7AFCD161-B090-6228-7D32-0759D5305E1C}"/>
          </ac:spMkLst>
        </pc:spChg>
        <pc:spChg chg="mod">
          <ac:chgData name="Dunfrey Pires Aragão" userId="a7272183b7b4f9fa" providerId="LiveId" clId="{AF0DBD31-B8D2-47FF-A3D2-71D5A8072E7E}" dt="2025-08-26T00:06:39.082" v="642" actId="1035"/>
          <ac:spMkLst>
            <pc:docMk/>
            <pc:sldMk cId="512337633" sldId="283"/>
            <ac:spMk id="112" creationId="{38978F4D-2C04-4C35-6EA8-4AC4B46AF98F}"/>
          </ac:spMkLst>
        </pc:spChg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2973689496" sldId="283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181291770" sldId="284"/>
        </pc:sldMkLst>
      </pc:sldChg>
      <pc:sldChg chg="addSp delSp modSp add mod">
        <pc:chgData name="Dunfrey Pires Aragão" userId="a7272183b7b4f9fa" providerId="LiveId" clId="{AF0DBD31-B8D2-47FF-A3D2-71D5A8072E7E}" dt="2025-08-26T00:15:47.137" v="810" actId="1076"/>
        <pc:sldMkLst>
          <pc:docMk/>
          <pc:sldMk cId="3621015451" sldId="284"/>
        </pc:sldMkLst>
        <pc:spChg chg="mod">
          <ac:chgData name="Dunfrey Pires Aragão" userId="a7272183b7b4f9fa" providerId="LiveId" clId="{AF0DBD31-B8D2-47FF-A3D2-71D5A8072E7E}" dt="2025-08-26T00:15:00.735" v="787" actId="20577"/>
          <ac:spMkLst>
            <pc:docMk/>
            <pc:sldMk cId="3621015451" sldId="284"/>
            <ac:spMk id="3" creationId="{038A3D38-590F-D9E6-4FDC-6B8E9D61C388}"/>
          </ac:spMkLst>
        </pc:spChg>
        <pc:spChg chg="del">
          <ac:chgData name="Dunfrey Pires Aragão" userId="a7272183b7b4f9fa" providerId="LiveId" clId="{AF0DBD31-B8D2-47FF-A3D2-71D5A8072E7E}" dt="2025-08-26T00:09:45.894" v="713" actId="478"/>
          <ac:spMkLst>
            <pc:docMk/>
            <pc:sldMk cId="3621015451" sldId="284"/>
            <ac:spMk id="4" creationId="{F10BCAAA-A24A-B728-6CE9-EA485188122E}"/>
          </ac:spMkLst>
        </pc:spChg>
        <pc:spChg chg="add del mod">
          <ac:chgData name="Dunfrey Pires Aragão" userId="a7272183b7b4f9fa" providerId="LiveId" clId="{AF0DBD31-B8D2-47FF-A3D2-71D5A8072E7E}" dt="2025-08-26T00:14:20.778" v="782" actId="478"/>
          <ac:spMkLst>
            <pc:docMk/>
            <pc:sldMk cId="3621015451" sldId="284"/>
            <ac:spMk id="5" creationId="{39A14B13-103B-FFE5-8D52-54CEEC3FAC9A}"/>
          </ac:spMkLst>
        </pc:spChg>
        <pc:spChg chg="del mod">
          <ac:chgData name="Dunfrey Pires Aragão" userId="a7272183b7b4f9fa" providerId="LiveId" clId="{AF0DBD31-B8D2-47FF-A3D2-71D5A8072E7E}" dt="2025-08-26T00:10:12.387" v="724" actId="478"/>
          <ac:spMkLst>
            <pc:docMk/>
            <pc:sldMk cId="3621015451" sldId="284"/>
            <ac:spMk id="6" creationId="{E6570FE5-DBF3-7857-21A5-EFB7AF1C575C}"/>
          </ac:spMkLst>
        </pc:spChg>
        <pc:spChg chg="add">
          <ac:chgData name="Dunfrey Pires Aragão" userId="a7272183b7b4f9fa" providerId="LiveId" clId="{AF0DBD31-B8D2-47FF-A3D2-71D5A8072E7E}" dt="2025-08-26T00:10:21.314" v="725"/>
          <ac:spMkLst>
            <pc:docMk/>
            <pc:sldMk cId="3621015451" sldId="284"/>
            <ac:spMk id="7" creationId="{6DDE9635-299B-1666-5D81-D0BCBC98F1D9}"/>
          </ac:spMkLst>
        </pc:spChg>
        <pc:spChg chg="add del mod">
          <ac:chgData name="Dunfrey Pires Aragão" userId="a7272183b7b4f9fa" providerId="LiveId" clId="{AF0DBD31-B8D2-47FF-A3D2-71D5A8072E7E}" dt="2025-08-26T00:14:25.273" v="785" actId="478"/>
          <ac:spMkLst>
            <pc:docMk/>
            <pc:sldMk cId="3621015451" sldId="284"/>
            <ac:spMk id="9" creationId="{73DA34CB-4428-DAA6-6ABC-226F5A86943B}"/>
          </ac:spMkLst>
        </pc:spChg>
        <pc:spChg chg="add mod">
          <ac:chgData name="Dunfrey Pires Aragão" userId="a7272183b7b4f9fa" providerId="LiveId" clId="{AF0DBD31-B8D2-47FF-A3D2-71D5A8072E7E}" dt="2025-08-26T00:15:47.137" v="810" actId="1076"/>
          <ac:spMkLst>
            <pc:docMk/>
            <pc:sldMk cId="3621015451" sldId="284"/>
            <ac:spMk id="11" creationId="{C912B7C3-BE5C-2950-66DC-B256AE6964A9}"/>
          </ac:spMkLst>
        </pc:spChg>
        <pc:spChg chg="add mod">
          <ac:chgData name="Dunfrey Pires Aragão" userId="a7272183b7b4f9fa" providerId="LiveId" clId="{AF0DBD31-B8D2-47FF-A3D2-71D5A8072E7E}" dt="2025-08-26T00:15:44.592" v="809" actId="1076"/>
          <ac:spMkLst>
            <pc:docMk/>
            <pc:sldMk cId="3621015451" sldId="284"/>
            <ac:spMk id="12" creationId="{3030230E-CF26-C085-FE7B-8F25742F4894}"/>
          </ac:spMkLst>
        </pc:spChg>
        <pc:picChg chg="add del mod">
          <ac:chgData name="Dunfrey Pires Aragão" userId="a7272183b7b4f9fa" providerId="LiveId" clId="{AF0DBD31-B8D2-47FF-A3D2-71D5A8072E7E}" dt="2025-08-26T00:15:28.057" v="801" actId="1076"/>
          <ac:picMkLst>
            <pc:docMk/>
            <pc:sldMk cId="3621015451" sldId="284"/>
            <ac:picMk id="110" creationId="{812FA243-327C-73FE-2D60-7C222B4101ED}"/>
          </ac:picMkLst>
        </pc:picChg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448178509" sldId="285"/>
        </pc:sldMkLst>
      </pc:sldChg>
      <pc:sldChg chg="addSp modSp add mod ord">
        <pc:chgData name="Dunfrey Pires Aragão" userId="a7272183b7b4f9fa" providerId="LiveId" clId="{AF0DBD31-B8D2-47FF-A3D2-71D5A8072E7E}" dt="2025-08-26T00:13:14.010" v="765"/>
        <pc:sldMkLst>
          <pc:docMk/>
          <pc:sldMk cId="755647164" sldId="285"/>
        </pc:sldMkLst>
        <pc:spChg chg="mod">
          <ac:chgData name="Dunfrey Pires Aragão" userId="a7272183b7b4f9fa" providerId="LiveId" clId="{AF0DBD31-B8D2-47FF-A3D2-71D5A8072E7E}" dt="2025-08-26T00:12:25.244" v="762" actId="20577"/>
          <ac:spMkLst>
            <pc:docMk/>
            <pc:sldMk cId="755647164" sldId="285"/>
            <ac:spMk id="3" creationId="{1459BD9F-7471-CBBB-BD24-37DBE391D27A}"/>
          </ac:spMkLst>
        </pc:spChg>
        <pc:spChg chg="add mod">
          <ac:chgData name="Dunfrey Pires Aragão" userId="a7272183b7b4f9fa" providerId="LiveId" clId="{AF0DBD31-B8D2-47FF-A3D2-71D5A8072E7E}" dt="2025-08-26T00:12:32.318" v="763" actId="1076"/>
          <ac:spMkLst>
            <pc:docMk/>
            <pc:sldMk cId="755647164" sldId="285"/>
            <ac:spMk id="4" creationId="{C7D142C4-4C0D-1764-D7C4-6A12BA10FDEF}"/>
          </ac:spMkLst>
        </pc:spChg>
        <pc:spChg chg="mod">
          <ac:chgData name="Dunfrey Pires Aragão" userId="a7272183b7b4f9fa" providerId="LiveId" clId="{AF0DBD31-B8D2-47FF-A3D2-71D5A8072E7E}" dt="2025-08-26T00:11:52.173" v="743" actId="1076"/>
          <ac:spMkLst>
            <pc:docMk/>
            <pc:sldMk cId="755647164" sldId="285"/>
            <ac:spMk id="9" creationId="{1BF2DF2E-7CCA-0222-D579-23D2868E89F8}"/>
          </ac:spMkLst>
        </pc:spChg>
        <pc:picChg chg="add mod">
          <ac:chgData name="Dunfrey Pires Aragão" userId="a7272183b7b4f9fa" providerId="LiveId" clId="{AF0DBD31-B8D2-47FF-A3D2-71D5A8072E7E}" dt="2025-08-26T00:11:54.595" v="744"/>
          <ac:picMkLst>
            <pc:docMk/>
            <pc:sldMk cId="755647164" sldId="285"/>
            <ac:picMk id="2" creationId="{CCA0ABF6-9DB0-4A34-0DD8-26B1DFA5E112}"/>
          </ac:picMkLst>
        </pc:picChg>
      </pc:sldChg>
      <pc:sldChg chg="addSp delSp modSp add mod">
        <pc:chgData name="Dunfrey Pires Aragão" userId="a7272183b7b4f9fa" providerId="LiveId" clId="{AF0DBD31-B8D2-47FF-A3D2-71D5A8072E7E}" dt="2025-08-26T01:34:01.713" v="910" actId="20577"/>
        <pc:sldMkLst>
          <pc:docMk/>
          <pc:sldMk cId="1595746387" sldId="286"/>
        </pc:sldMkLst>
        <pc:spChg chg="add">
          <ac:chgData name="Dunfrey Pires Aragão" userId="a7272183b7b4f9fa" providerId="LiveId" clId="{AF0DBD31-B8D2-47FF-A3D2-71D5A8072E7E}" dt="2025-08-26T00:16:31.114" v="812"/>
          <ac:spMkLst>
            <pc:docMk/>
            <pc:sldMk cId="1595746387" sldId="286"/>
            <ac:spMk id="2" creationId="{BEDDD1C1-41AF-0ED9-5593-11E1E2987753}"/>
          </ac:spMkLst>
        </pc:spChg>
        <pc:spChg chg="mod">
          <ac:chgData name="Dunfrey Pires Aragão" userId="a7272183b7b4f9fa" providerId="LiveId" clId="{AF0DBD31-B8D2-47FF-A3D2-71D5A8072E7E}" dt="2025-08-26T01:34:01.713" v="910" actId="20577"/>
          <ac:spMkLst>
            <pc:docMk/>
            <pc:sldMk cId="1595746387" sldId="286"/>
            <ac:spMk id="3" creationId="{3BC08E5F-1F38-25D1-6FAA-EC5341373729}"/>
          </ac:spMkLst>
        </pc:spChg>
        <pc:spChg chg="add del mod">
          <ac:chgData name="Dunfrey Pires Aragão" userId="a7272183b7b4f9fa" providerId="LiveId" clId="{AF0DBD31-B8D2-47FF-A3D2-71D5A8072E7E}" dt="2025-08-26T00:22:32.840" v="854" actId="478"/>
          <ac:spMkLst>
            <pc:docMk/>
            <pc:sldMk cId="1595746387" sldId="286"/>
            <ac:spMk id="5" creationId="{E6C5009D-48BA-07D8-31CD-389D74FA0738}"/>
          </ac:spMkLst>
        </pc:spChg>
        <pc:spChg chg="add del mod">
          <ac:chgData name="Dunfrey Pires Aragão" userId="a7272183b7b4f9fa" providerId="LiveId" clId="{AF0DBD31-B8D2-47FF-A3D2-71D5A8072E7E}" dt="2025-08-26T00:22:35.682" v="855" actId="478"/>
          <ac:spMkLst>
            <pc:docMk/>
            <pc:sldMk cId="1595746387" sldId="286"/>
            <ac:spMk id="7" creationId="{1458060B-8B4F-40B1-BFF6-2C9CF312C92A}"/>
          </ac:spMkLst>
        </pc:spChg>
        <pc:spChg chg="del">
          <ac:chgData name="Dunfrey Pires Aragão" userId="a7272183b7b4f9fa" providerId="LiveId" clId="{AF0DBD31-B8D2-47FF-A3D2-71D5A8072E7E}" dt="2025-08-26T00:17:43.482" v="825" actId="478"/>
          <ac:spMkLst>
            <pc:docMk/>
            <pc:sldMk cId="1595746387" sldId="286"/>
            <ac:spMk id="11" creationId="{08555646-6768-C378-CFE3-2B90E632D4BD}"/>
          </ac:spMkLst>
        </pc:spChg>
        <pc:spChg chg="del mod">
          <ac:chgData name="Dunfrey Pires Aragão" userId="a7272183b7b4f9fa" providerId="LiveId" clId="{AF0DBD31-B8D2-47FF-A3D2-71D5A8072E7E}" dt="2025-08-26T00:17:36.303" v="822" actId="478"/>
          <ac:spMkLst>
            <pc:docMk/>
            <pc:sldMk cId="1595746387" sldId="286"/>
            <ac:spMk id="12" creationId="{B562339A-85E7-84ED-9351-DD1E7BA79423}"/>
          </ac:spMkLst>
        </pc:spChg>
        <pc:spChg chg="mod">
          <ac:chgData name="Dunfrey Pires Aragão" userId="a7272183b7b4f9fa" providerId="LiveId" clId="{AF0DBD31-B8D2-47FF-A3D2-71D5A8072E7E}" dt="2025-08-26T00:22:15.724" v="853"/>
          <ac:spMkLst>
            <pc:docMk/>
            <pc:sldMk cId="1595746387" sldId="286"/>
            <ac:spMk id="112" creationId="{A00FFA7D-6515-637A-4DD7-287C03053FBD}"/>
          </ac:spMkLst>
        </pc:spChg>
        <pc:picChg chg="add del">
          <ac:chgData name="Dunfrey Pires Aragão" userId="a7272183b7b4f9fa" providerId="LiveId" clId="{AF0DBD31-B8D2-47FF-A3D2-71D5A8072E7E}" dt="2025-08-26T00:17:39.357" v="824" actId="478"/>
          <ac:picMkLst>
            <pc:docMk/>
            <pc:sldMk cId="1595746387" sldId="286"/>
            <ac:picMk id="110" creationId="{F7C3EEA8-6A93-D823-CFFE-27C55A0C7561}"/>
          </ac:picMkLst>
        </pc:picChg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4130277746" sldId="286"/>
        </pc:sldMkLst>
      </pc:sldChg>
      <pc:sldChg chg="addSp modSp add mod">
        <pc:chgData name="Dunfrey Pires Aragão" userId="a7272183b7b4f9fa" providerId="LiveId" clId="{AF0DBD31-B8D2-47FF-A3D2-71D5A8072E7E}" dt="2025-08-26T01:35:34.745" v="928" actId="1076"/>
        <pc:sldMkLst>
          <pc:docMk/>
          <pc:sldMk cId="3741163756" sldId="287"/>
        </pc:sldMkLst>
        <pc:spChg chg="mod">
          <ac:chgData name="Dunfrey Pires Aragão" userId="a7272183b7b4f9fa" providerId="LiveId" clId="{AF0DBD31-B8D2-47FF-A3D2-71D5A8072E7E}" dt="2025-08-26T01:34:46.437" v="913" actId="404"/>
          <ac:spMkLst>
            <pc:docMk/>
            <pc:sldMk cId="3741163756" sldId="287"/>
            <ac:spMk id="3" creationId="{920596CA-774A-CF61-C4BC-86B6F3718A30}"/>
          </ac:spMkLst>
        </pc:spChg>
        <pc:spChg chg="add mod">
          <ac:chgData name="Dunfrey Pires Aragão" userId="a7272183b7b4f9fa" providerId="LiveId" clId="{AF0DBD31-B8D2-47FF-A3D2-71D5A8072E7E}" dt="2025-08-26T01:35:04.266" v="919" actId="1076"/>
          <ac:spMkLst>
            <pc:docMk/>
            <pc:sldMk cId="3741163756" sldId="287"/>
            <ac:spMk id="4" creationId="{3E93A826-26D3-F799-D5B0-49FBD3C2D9B0}"/>
          </ac:spMkLst>
        </pc:spChg>
        <pc:spChg chg="add mod">
          <ac:chgData name="Dunfrey Pires Aragão" userId="a7272183b7b4f9fa" providerId="LiveId" clId="{AF0DBD31-B8D2-47FF-A3D2-71D5A8072E7E}" dt="2025-08-26T01:35:34.745" v="928" actId="1076"/>
          <ac:spMkLst>
            <pc:docMk/>
            <pc:sldMk cId="3741163756" sldId="287"/>
            <ac:spMk id="6" creationId="{0EB74F3C-387D-2634-01E2-FF6CFE78B1A1}"/>
          </ac:spMkLst>
        </pc:spChg>
      </pc:sldChg>
      <pc:sldChg chg="addSp delSp modSp add mod">
        <pc:chgData name="Dunfrey Pires Aragão" userId="a7272183b7b4f9fa" providerId="LiveId" clId="{AF0DBD31-B8D2-47FF-A3D2-71D5A8072E7E}" dt="2025-08-26T01:40:00.603" v="1001" actId="20577"/>
        <pc:sldMkLst>
          <pc:docMk/>
          <pc:sldMk cId="955532757" sldId="288"/>
        </pc:sldMkLst>
        <pc:spChg chg="add">
          <ac:chgData name="Dunfrey Pires Aragão" userId="a7272183b7b4f9fa" providerId="LiveId" clId="{AF0DBD31-B8D2-47FF-A3D2-71D5A8072E7E}" dt="2025-08-26T01:36:40.264" v="942"/>
          <ac:spMkLst>
            <pc:docMk/>
            <pc:sldMk cId="955532757" sldId="288"/>
            <ac:spMk id="2" creationId="{F192BC59-9EAF-E03A-33BE-C1687ABA418D}"/>
          </ac:spMkLst>
        </pc:spChg>
        <pc:spChg chg="mod">
          <ac:chgData name="Dunfrey Pires Aragão" userId="a7272183b7b4f9fa" providerId="LiveId" clId="{AF0DBD31-B8D2-47FF-A3D2-71D5A8072E7E}" dt="2025-08-26T01:40:00.603" v="1001" actId="20577"/>
          <ac:spMkLst>
            <pc:docMk/>
            <pc:sldMk cId="955532757" sldId="288"/>
            <ac:spMk id="3" creationId="{B8BAA103-5B6E-06FA-967C-0942E6466B6A}"/>
          </ac:spMkLst>
        </pc:spChg>
        <pc:spChg chg="del">
          <ac:chgData name="Dunfrey Pires Aragão" userId="a7272183b7b4f9fa" providerId="LiveId" clId="{AF0DBD31-B8D2-47FF-A3D2-71D5A8072E7E}" dt="2025-08-26T01:37:04.011" v="952" actId="478"/>
          <ac:spMkLst>
            <pc:docMk/>
            <pc:sldMk cId="955532757" sldId="288"/>
            <ac:spMk id="4" creationId="{30668D95-08FD-8FE4-ED3F-7E6207320732}"/>
          </ac:spMkLst>
        </pc:spChg>
        <pc:spChg chg="del">
          <ac:chgData name="Dunfrey Pires Aragão" userId="a7272183b7b4f9fa" providerId="LiveId" clId="{AF0DBD31-B8D2-47FF-A3D2-71D5A8072E7E}" dt="2025-08-26T01:37:04.921" v="953" actId="478"/>
          <ac:spMkLst>
            <pc:docMk/>
            <pc:sldMk cId="955532757" sldId="288"/>
            <ac:spMk id="6" creationId="{41AF72CE-B07A-8273-7556-38EF0ACEFE1E}"/>
          </ac:spMkLst>
        </pc:spChg>
        <pc:spChg chg="add mod">
          <ac:chgData name="Dunfrey Pires Aragão" userId="a7272183b7b4f9fa" providerId="LiveId" clId="{AF0DBD31-B8D2-47FF-A3D2-71D5A8072E7E}" dt="2025-08-26T01:38:09.532" v="973" actId="1076"/>
          <ac:spMkLst>
            <pc:docMk/>
            <pc:sldMk cId="955532757" sldId="288"/>
            <ac:spMk id="7" creationId="{3FB9C58B-6F4B-3DAC-1647-A0A24655590B}"/>
          </ac:spMkLst>
        </pc:spChg>
        <pc:spChg chg="add">
          <ac:chgData name="Dunfrey Pires Aragão" userId="a7272183b7b4f9fa" providerId="LiveId" clId="{AF0DBD31-B8D2-47FF-A3D2-71D5A8072E7E}" dt="2025-08-26T01:39:08.569" v="986"/>
          <ac:spMkLst>
            <pc:docMk/>
            <pc:sldMk cId="955532757" sldId="288"/>
            <ac:spMk id="10" creationId="{080A4981-4376-FD29-4750-07E5F86E9526}"/>
          </ac:spMkLst>
        </pc:spChg>
        <pc:spChg chg="mod">
          <ac:chgData name="Dunfrey Pires Aragão" userId="a7272183b7b4f9fa" providerId="LiveId" clId="{AF0DBD31-B8D2-47FF-A3D2-71D5A8072E7E}" dt="2025-08-26T01:36:30.519" v="941" actId="20577"/>
          <ac:spMkLst>
            <pc:docMk/>
            <pc:sldMk cId="955532757" sldId="288"/>
            <ac:spMk id="112" creationId="{C5958813-5E0A-4B44-6845-4E254D8B0791}"/>
          </ac:spMkLst>
        </pc:spChg>
        <pc:picChg chg="add mod">
          <ac:chgData name="Dunfrey Pires Aragão" userId="a7272183b7b4f9fa" providerId="LiveId" clId="{AF0DBD31-B8D2-47FF-A3D2-71D5A8072E7E}" dt="2025-08-26T01:38:54.504" v="976" actId="1076"/>
          <ac:picMkLst>
            <pc:docMk/>
            <pc:sldMk cId="955532757" sldId="288"/>
            <ac:picMk id="9" creationId="{9F91D235-2864-DFE9-7357-D1AF0489CE0D}"/>
          </ac:picMkLst>
        </pc:picChg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948615925" sldId="28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214366133" sldId="289"/>
        </pc:sldMkLst>
      </pc:sldChg>
      <pc:sldChg chg="addSp delSp modSp add mod">
        <pc:chgData name="Dunfrey Pires Aragão" userId="a7272183b7b4f9fa" providerId="LiveId" clId="{AF0DBD31-B8D2-47FF-A3D2-71D5A8072E7E}" dt="2025-08-26T01:46:01.301" v="1087" actId="14100"/>
        <pc:sldMkLst>
          <pc:docMk/>
          <pc:sldMk cId="3327209629" sldId="289"/>
        </pc:sldMkLst>
        <pc:spChg chg="mod">
          <ac:chgData name="Dunfrey Pires Aragão" userId="a7272183b7b4f9fa" providerId="LiveId" clId="{AF0DBD31-B8D2-47FF-A3D2-71D5A8072E7E}" dt="2025-08-26T01:46:01.301" v="1087" actId="14100"/>
          <ac:spMkLst>
            <pc:docMk/>
            <pc:sldMk cId="3327209629" sldId="289"/>
            <ac:spMk id="3" creationId="{B0A51AD9-4F1C-3082-1923-B543BF6B4513}"/>
          </ac:spMkLst>
        </pc:spChg>
        <pc:spChg chg="add mod">
          <ac:chgData name="Dunfrey Pires Aragão" userId="a7272183b7b4f9fa" providerId="LiveId" clId="{AF0DBD31-B8D2-47FF-A3D2-71D5A8072E7E}" dt="2025-08-26T01:45:12.068" v="1082" actId="1076"/>
          <ac:spMkLst>
            <pc:docMk/>
            <pc:sldMk cId="3327209629" sldId="289"/>
            <ac:spMk id="4" creationId="{0466602A-42CC-66BD-346B-6AC09D709FDC}"/>
          </ac:spMkLst>
        </pc:spChg>
        <pc:spChg chg="add">
          <ac:chgData name="Dunfrey Pires Aragão" userId="a7272183b7b4f9fa" providerId="LiveId" clId="{AF0DBD31-B8D2-47FF-A3D2-71D5A8072E7E}" dt="2025-08-26T01:41:44.073" v="1035"/>
          <ac:spMkLst>
            <pc:docMk/>
            <pc:sldMk cId="3327209629" sldId="289"/>
            <ac:spMk id="5" creationId="{D5A3E1FF-05B9-EAF9-90BA-05BA876A8123}"/>
          </ac:spMkLst>
        </pc:spChg>
        <pc:spChg chg="add">
          <ac:chgData name="Dunfrey Pires Aragão" userId="a7272183b7b4f9fa" providerId="LiveId" clId="{AF0DBD31-B8D2-47FF-A3D2-71D5A8072E7E}" dt="2025-08-26T01:42:15.658" v="1045"/>
          <ac:spMkLst>
            <pc:docMk/>
            <pc:sldMk cId="3327209629" sldId="289"/>
            <ac:spMk id="6" creationId="{52C4C222-CA85-0728-8893-6D99FCFF3AEF}"/>
          </ac:spMkLst>
        </pc:spChg>
        <pc:spChg chg="del">
          <ac:chgData name="Dunfrey Pires Aragão" userId="a7272183b7b4f9fa" providerId="LiveId" clId="{AF0DBD31-B8D2-47FF-A3D2-71D5A8072E7E}" dt="2025-08-26T01:40:08.601" v="1005" actId="478"/>
          <ac:spMkLst>
            <pc:docMk/>
            <pc:sldMk cId="3327209629" sldId="289"/>
            <ac:spMk id="7" creationId="{CF93A6A5-4B91-4EB5-BBE8-7787983C8CA3}"/>
          </ac:spMkLst>
        </pc:spChg>
        <pc:spChg chg="add del mod">
          <ac:chgData name="Dunfrey Pires Aragão" userId="a7272183b7b4f9fa" providerId="LiveId" clId="{AF0DBD31-B8D2-47FF-A3D2-71D5A8072E7E}" dt="2025-08-26T01:45:02.787" v="1074" actId="478"/>
          <ac:spMkLst>
            <pc:docMk/>
            <pc:sldMk cId="3327209629" sldId="289"/>
            <ac:spMk id="10" creationId="{16ECD3F3-D28B-7740-99D5-4C67B2C7419F}"/>
          </ac:spMkLst>
        </pc:spChg>
        <pc:picChg chg="del mod">
          <ac:chgData name="Dunfrey Pires Aragão" userId="a7272183b7b4f9fa" providerId="LiveId" clId="{AF0DBD31-B8D2-47FF-A3D2-71D5A8072E7E}" dt="2025-08-26T01:40:06.499" v="1004" actId="478"/>
          <ac:picMkLst>
            <pc:docMk/>
            <pc:sldMk cId="3327209629" sldId="289"/>
            <ac:picMk id="9" creationId="{100BE5E1-9128-3553-0F46-DBE844789AD0}"/>
          </ac:picMkLst>
        </pc:picChg>
        <pc:picChg chg="add mod ord">
          <ac:chgData name="Dunfrey Pires Aragão" userId="a7272183b7b4f9fa" providerId="LiveId" clId="{AF0DBD31-B8D2-47FF-A3D2-71D5A8072E7E}" dt="2025-08-26T01:45:21.093" v="1085" actId="167"/>
          <ac:picMkLst>
            <pc:docMk/>
            <pc:sldMk cId="3327209629" sldId="289"/>
            <ac:picMk id="11" creationId="{1E0D34BC-CDAD-C8B0-C6FC-E96763CD4AE1}"/>
          </ac:picMkLst>
        </pc:picChg>
        <pc:picChg chg="mod">
          <ac:chgData name="Dunfrey Pires Aragão" userId="a7272183b7b4f9fa" providerId="LiveId" clId="{AF0DBD31-B8D2-47FF-A3D2-71D5A8072E7E}" dt="2025-08-26T01:45:10.274" v="1080" actId="1076"/>
          <ac:picMkLst>
            <pc:docMk/>
            <pc:sldMk cId="3327209629" sldId="289"/>
            <ac:picMk id="110" creationId="{533E8F77-7F20-2F9A-5DEC-08188C647F3F}"/>
          </ac:picMkLst>
        </pc:picChg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399810990" sldId="290"/>
        </pc:sldMkLst>
      </pc:sldChg>
      <pc:sldChg chg="addSp delSp modSp add mod">
        <pc:chgData name="Dunfrey Pires Aragão" userId="a7272183b7b4f9fa" providerId="LiveId" clId="{AF0DBD31-B8D2-47FF-A3D2-71D5A8072E7E}" dt="2025-08-26T01:49:14.357" v="1258" actId="1076"/>
        <pc:sldMkLst>
          <pc:docMk/>
          <pc:sldMk cId="2174839300" sldId="290"/>
        </pc:sldMkLst>
        <pc:spChg chg="del">
          <ac:chgData name="Dunfrey Pires Aragão" userId="a7272183b7b4f9fa" providerId="LiveId" clId="{AF0DBD31-B8D2-47FF-A3D2-71D5A8072E7E}" dt="2025-08-26T01:43:27.999" v="1062" actId="478"/>
          <ac:spMkLst>
            <pc:docMk/>
            <pc:sldMk cId="2174839300" sldId="290"/>
            <ac:spMk id="3" creationId="{0832EA27-9FA7-EF66-3F16-4DBE4C4A2112}"/>
          </ac:spMkLst>
        </pc:spChg>
        <pc:spChg chg="del">
          <ac:chgData name="Dunfrey Pires Aragão" userId="a7272183b7b4f9fa" providerId="LiveId" clId="{AF0DBD31-B8D2-47FF-A3D2-71D5A8072E7E}" dt="2025-08-26T01:43:29.415" v="1063" actId="478"/>
          <ac:spMkLst>
            <pc:docMk/>
            <pc:sldMk cId="2174839300" sldId="290"/>
            <ac:spMk id="4" creationId="{2AFB8CB1-0B3E-3D2E-313A-E02A2F5D0D61}"/>
          </ac:spMkLst>
        </pc:spChg>
        <pc:spChg chg="add del">
          <ac:chgData name="Dunfrey Pires Aragão" userId="a7272183b7b4f9fa" providerId="LiveId" clId="{AF0DBD31-B8D2-47FF-A3D2-71D5A8072E7E}" dt="2025-08-26T01:43:35.509" v="1066" actId="22"/>
          <ac:spMkLst>
            <pc:docMk/>
            <pc:sldMk cId="2174839300" sldId="290"/>
            <ac:spMk id="5" creationId="{C2695806-179B-45B8-51B9-AC3B071A2F1D}"/>
          </ac:spMkLst>
        </pc:spChg>
        <pc:spChg chg="add mod">
          <ac:chgData name="Dunfrey Pires Aragão" userId="a7272183b7b4f9fa" providerId="LiveId" clId="{AF0DBD31-B8D2-47FF-A3D2-71D5A8072E7E}" dt="2025-08-26T01:49:14.357" v="1258" actId="1076"/>
          <ac:spMkLst>
            <pc:docMk/>
            <pc:sldMk cId="2174839300" sldId="290"/>
            <ac:spMk id="8" creationId="{667316C9-36D0-43D2-D536-61E1F4F68232}"/>
          </ac:spMkLst>
        </pc:spChg>
        <pc:spChg chg="del">
          <ac:chgData name="Dunfrey Pires Aragão" userId="a7272183b7b4f9fa" providerId="LiveId" clId="{AF0DBD31-B8D2-47FF-A3D2-71D5A8072E7E}" dt="2025-08-26T01:43:30.831" v="1064" actId="478"/>
          <ac:spMkLst>
            <pc:docMk/>
            <pc:sldMk cId="2174839300" sldId="290"/>
            <ac:spMk id="10" creationId="{E3B3DF4B-8ED1-FF4F-64BA-CC764430ACBB}"/>
          </ac:spMkLst>
        </pc:spChg>
        <pc:spChg chg="add del mod">
          <ac:chgData name="Dunfrey Pires Aragão" userId="a7272183b7b4f9fa" providerId="LiveId" clId="{AF0DBD31-B8D2-47FF-A3D2-71D5A8072E7E}" dt="2025-08-26T01:48:37.812" v="1253" actId="478"/>
          <ac:spMkLst>
            <pc:docMk/>
            <pc:sldMk cId="2174839300" sldId="290"/>
            <ac:spMk id="11" creationId="{247233A3-B910-688D-FCF7-9E89CF2B2800}"/>
          </ac:spMkLst>
        </pc:spChg>
        <pc:picChg chg="add del mod">
          <ac:chgData name="Dunfrey Pires Aragão" userId="a7272183b7b4f9fa" providerId="LiveId" clId="{AF0DBD31-B8D2-47FF-A3D2-71D5A8072E7E}" dt="2025-08-26T01:44:56.003" v="1073" actId="21"/>
          <ac:picMkLst>
            <pc:docMk/>
            <pc:sldMk cId="2174839300" sldId="290"/>
            <ac:picMk id="7" creationId="{1E0D34BC-CDAD-C8B0-C6FC-E96763CD4AE1}"/>
          </ac:picMkLst>
        </pc:picChg>
        <pc:picChg chg="add mod">
          <ac:chgData name="Dunfrey Pires Aragão" userId="a7272183b7b4f9fa" providerId="LiveId" clId="{AF0DBD31-B8D2-47FF-A3D2-71D5A8072E7E}" dt="2025-08-26T01:49:07.608" v="1257" actId="14100"/>
          <ac:picMkLst>
            <pc:docMk/>
            <pc:sldMk cId="2174839300" sldId="290"/>
            <ac:picMk id="13" creationId="{85819AF8-193D-D251-FE62-88E4FB454859}"/>
          </ac:picMkLst>
        </pc:picChg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290488586" sldId="291"/>
        </pc:sldMkLst>
      </pc:sldChg>
      <pc:sldChg chg="addSp delSp modSp add del mod">
        <pc:chgData name="Dunfrey Pires Aragão" userId="a7272183b7b4f9fa" providerId="LiveId" clId="{AF0DBD31-B8D2-47FF-A3D2-71D5A8072E7E}" dt="2025-08-26T01:54:22.769" v="1280" actId="47"/>
        <pc:sldMkLst>
          <pc:docMk/>
          <pc:sldMk cId="3357546054" sldId="291"/>
        </pc:sldMkLst>
        <pc:spChg chg="mod">
          <ac:chgData name="Dunfrey Pires Aragão" userId="a7272183b7b4f9fa" providerId="LiveId" clId="{AF0DBD31-B8D2-47FF-A3D2-71D5A8072E7E}" dt="2025-08-26T01:50:30.449" v="1265" actId="6549"/>
          <ac:spMkLst>
            <pc:docMk/>
            <pc:sldMk cId="3357546054" sldId="291"/>
            <ac:spMk id="8" creationId="{37ACF1C1-4655-EB13-59AE-DF1464EA7664}"/>
          </ac:spMkLst>
        </pc:spChg>
        <pc:picChg chg="add mod">
          <ac:chgData name="Dunfrey Pires Aragão" userId="a7272183b7b4f9fa" providerId="LiveId" clId="{AF0DBD31-B8D2-47FF-A3D2-71D5A8072E7E}" dt="2025-08-26T01:51:30.690" v="1269" actId="14100"/>
          <ac:picMkLst>
            <pc:docMk/>
            <pc:sldMk cId="3357546054" sldId="291"/>
            <ac:picMk id="3" creationId="{38E1F5F1-34B5-A16E-E7EC-A2CD7918B1B5}"/>
          </ac:picMkLst>
        </pc:picChg>
        <pc:picChg chg="add mod">
          <ac:chgData name="Dunfrey Pires Aragão" userId="a7272183b7b4f9fa" providerId="LiveId" clId="{AF0DBD31-B8D2-47FF-A3D2-71D5A8072E7E}" dt="2025-08-26T01:52:10.026" v="1270"/>
          <ac:picMkLst>
            <pc:docMk/>
            <pc:sldMk cId="3357546054" sldId="291"/>
            <ac:picMk id="4" creationId="{003FD8EC-33D3-609D-453B-0065B82F6DE2}"/>
          </ac:picMkLst>
        </pc:picChg>
        <pc:picChg chg="del">
          <ac:chgData name="Dunfrey Pires Aragão" userId="a7272183b7b4f9fa" providerId="LiveId" clId="{AF0DBD31-B8D2-47FF-A3D2-71D5A8072E7E}" dt="2025-08-26T01:51:08.971" v="1266" actId="478"/>
          <ac:picMkLst>
            <pc:docMk/>
            <pc:sldMk cId="3357546054" sldId="291"/>
            <ac:picMk id="13" creationId="{BF7BE5F6-7564-389D-193E-C7A55E00F0DF}"/>
          </ac:picMkLst>
        </pc:picChg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632184806" sldId="292"/>
        </pc:sldMkLst>
      </pc:sldChg>
      <pc:sldChg chg="addSp delSp modSp add mod">
        <pc:chgData name="Dunfrey Pires Aragão" userId="a7272183b7b4f9fa" providerId="LiveId" clId="{AF0DBD31-B8D2-47FF-A3D2-71D5A8072E7E}" dt="2025-08-26T01:55:08.347" v="1288" actId="1076"/>
        <pc:sldMkLst>
          <pc:docMk/>
          <pc:sldMk cId="1267227549" sldId="292"/>
        </pc:sldMkLst>
        <pc:spChg chg="mod">
          <ac:chgData name="Dunfrey Pires Aragão" userId="a7272183b7b4f9fa" providerId="LiveId" clId="{AF0DBD31-B8D2-47FF-A3D2-71D5A8072E7E}" dt="2025-08-26T01:54:33.339" v="1284" actId="20577"/>
          <ac:spMkLst>
            <pc:docMk/>
            <pc:sldMk cId="1267227549" sldId="292"/>
            <ac:spMk id="8" creationId="{BC8520EE-1BE4-A0D2-0BDE-1761543ACB0A}"/>
          </ac:spMkLst>
        </pc:spChg>
        <pc:picChg chg="del">
          <ac:chgData name="Dunfrey Pires Aragão" userId="a7272183b7b4f9fa" providerId="LiveId" clId="{AF0DBD31-B8D2-47FF-A3D2-71D5A8072E7E}" dt="2025-08-26T01:52:17.864" v="1272" actId="478"/>
          <ac:picMkLst>
            <pc:docMk/>
            <pc:sldMk cId="1267227549" sldId="292"/>
            <ac:picMk id="3" creationId="{6F61B16B-2E74-A3DA-91F7-AC2EAEAD6A9F}"/>
          </ac:picMkLst>
        </pc:picChg>
        <pc:picChg chg="add mod">
          <ac:chgData name="Dunfrey Pires Aragão" userId="a7272183b7b4f9fa" providerId="LiveId" clId="{AF0DBD31-B8D2-47FF-A3D2-71D5A8072E7E}" dt="2025-08-26T01:55:08.347" v="1288" actId="1076"/>
          <ac:picMkLst>
            <pc:docMk/>
            <pc:sldMk cId="1267227549" sldId="292"/>
            <ac:picMk id="4" creationId="{05CAB380-BC59-B6D9-1DD8-D21BEE5264A5}"/>
          </ac:picMkLst>
        </pc:picChg>
      </pc:sldChg>
      <pc:sldChg chg="addSp delSp modSp add mod">
        <pc:chgData name="Dunfrey Pires Aragão" userId="a7272183b7b4f9fa" providerId="LiveId" clId="{AF0DBD31-B8D2-47FF-A3D2-71D5A8072E7E}" dt="2025-08-26T02:05:28.841" v="1322" actId="1076"/>
        <pc:sldMkLst>
          <pc:docMk/>
          <pc:sldMk cId="1960935585" sldId="293"/>
        </pc:sldMkLst>
        <pc:spChg chg="add">
          <ac:chgData name="Dunfrey Pires Aragão" userId="a7272183b7b4f9fa" providerId="LiveId" clId="{AF0DBD31-B8D2-47FF-A3D2-71D5A8072E7E}" dt="2025-08-26T02:04:19.867" v="1299"/>
          <ac:spMkLst>
            <pc:docMk/>
            <pc:sldMk cId="1960935585" sldId="293"/>
            <ac:spMk id="2" creationId="{7B5B38DD-4A34-7EA4-03A9-83F505041F19}"/>
          </ac:spMkLst>
        </pc:spChg>
        <pc:spChg chg="add">
          <ac:chgData name="Dunfrey Pires Aragão" userId="a7272183b7b4f9fa" providerId="LiveId" clId="{AF0DBD31-B8D2-47FF-A3D2-71D5A8072E7E}" dt="2025-08-26T02:04:54.103" v="1312"/>
          <ac:spMkLst>
            <pc:docMk/>
            <pc:sldMk cId="1960935585" sldId="293"/>
            <ac:spMk id="3" creationId="{632D99C1-9C42-8AEE-3531-80A260331BCC}"/>
          </ac:spMkLst>
        </pc:spChg>
        <pc:spChg chg="add mod">
          <ac:chgData name="Dunfrey Pires Aragão" userId="a7272183b7b4f9fa" providerId="LiveId" clId="{AF0DBD31-B8D2-47FF-A3D2-71D5A8072E7E}" dt="2025-08-26T02:05:28.841" v="1322" actId="1076"/>
          <ac:spMkLst>
            <pc:docMk/>
            <pc:sldMk cId="1960935585" sldId="293"/>
            <ac:spMk id="6" creationId="{16571505-E591-8B01-8CC6-BAC99EDE528C}"/>
          </ac:spMkLst>
        </pc:spChg>
        <pc:spChg chg="mod">
          <ac:chgData name="Dunfrey Pires Aragão" userId="a7272183b7b4f9fa" providerId="LiveId" clId="{AF0DBD31-B8D2-47FF-A3D2-71D5A8072E7E}" dt="2025-08-26T02:05:01.909" v="1315" actId="20577"/>
          <ac:spMkLst>
            <pc:docMk/>
            <pc:sldMk cId="1960935585" sldId="293"/>
            <ac:spMk id="8" creationId="{13234CF9-03A1-4271-D0AB-310BC56AB765}"/>
          </ac:spMkLst>
        </pc:spChg>
        <pc:spChg chg="mod">
          <ac:chgData name="Dunfrey Pires Aragão" userId="a7272183b7b4f9fa" providerId="LiveId" clId="{AF0DBD31-B8D2-47FF-A3D2-71D5A8072E7E}" dt="2025-08-26T02:04:04.652" v="1298" actId="20577"/>
          <ac:spMkLst>
            <pc:docMk/>
            <pc:sldMk cId="1960935585" sldId="293"/>
            <ac:spMk id="112" creationId="{0997BF4D-4803-DD96-AD0B-23349A41B06B}"/>
          </ac:spMkLst>
        </pc:spChg>
        <pc:picChg chg="del">
          <ac:chgData name="Dunfrey Pires Aragão" userId="a7272183b7b4f9fa" providerId="LiveId" clId="{AF0DBD31-B8D2-47FF-A3D2-71D5A8072E7E}" dt="2025-08-26T02:05:11.524" v="1318" actId="478"/>
          <ac:picMkLst>
            <pc:docMk/>
            <pc:sldMk cId="1960935585" sldId="293"/>
            <ac:picMk id="4" creationId="{5D060AD3-AE6C-CCCF-2E3C-7BD72FBF774F}"/>
          </ac:picMkLst>
        </pc:picChg>
        <pc:picChg chg="add del">
          <ac:chgData name="Dunfrey Pires Aragão" userId="a7272183b7b4f9fa" providerId="LiveId" clId="{AF0DBD31-B8D2-47FF-A3D2-71D5A8072E7E}" dt="2025-08-26T02:05:09.756" v="1317" actId="478"/>
          <ac:picMkLst>
            <pc:docMk/>
            <pc:sldMk cId="1960935585" sldId="293"/>
            <ac:picMk id="110" creationId="{ABC56080-9084-A2B1-9939-D47324395C2D}"/>
          </ac:picMkLst>
        </pc:picChg>
      </pc:sldChg>
      <pc:sldChg chg="del">
        <pc:chgData name="Dunfrey Pires Aragão" userId="a7272183b7b4f9fa" providerId="LiveId" clId="{AF0DBD31-B8D2-47FF-A3D2-71D5A8072E7E}" dt="2025-08-25T22:48:04.441" v="0" actId="47"/>
        <pc:sldMkLst>
          <pc:docMk/>
          <pc:sldMk cId="3624316801" sldId="293"/>
        </pc:sldMkLst>
      </pc:sldChg>
      <pc:sldChg chg="addSp delSp modSp add mod">
        <pc:chgData name="Dunfrey Pires Aragão" userId="a7272183b7b4f9fa" providerId="LiveId" clId="{AF0DBD31-B8D2-47FF-A3D2-71D5A8072E7E}" dt="2025-08-26T02:08:37.592" v="1364" actId="1076"/>
        <pc:sldMkLst>
          <pc:docMk/>
          <pc:sldMk cId="1597760224" sldId="294"/>
        </pc:sldMkLst>
        <pc:spChg chg="add">
          <ac:chgData name="Dunfrey Pires Aragão" userId="a7272183b7b4f9fa" providerId="LiveId" clId="{AF0DBD31-B8D2-47FF-A3D2-71D5A8072E7E}" dt="2025-08-26T02:07:00.084" v="1341"/>
          <ac:spMkLst>
            <pc:docMk/>
            <pc:sldMk cId="1597760224" sldId="294"/>
            <ac:spMk id="2" creationId="{66A0E55F-67B1-4106-973A-6E136D56EBBA}"/>
          </ac:spMkLst>
        </pc:spChg>
        <pc:spChg chg="del">
          <ac:chgData name="Dunfrey Pires Aragão" userId="a7272183b7b4f9fa" providerId="LiveId" clId="{AF0DBD31-B8D2-47FF-A3D2-71D5A8072E7E}" dt="2025-08-26T02:07:22.096" v="1349" actId="478"/>
          <ac:spMkLst>
            <pc:docMk/>
            <pc:sldMk cId="1597760224" sldId="294"/>
            <ac:spMk id="6" creationId="{FBFFB58B-9EF5-7D1B-DFCF-BA3B8358E6D0}"/>
          </ac:spMkLst>
        </pc:spChg>
        <pc:spChg chg="mod">
          <ac:chgData name="Dunfrey Pires Aragão" userId="a7272183b7b4f9fa" providerId="LiveId" clId="{AF0DBD31-B8D2-47FF-A3D2-71D5A8072E7E}" dt="2025-08-26T02:08:37.592" v="1364" actId="1076"/>
          <ac:spMkLst>
            <pc:docMk/>
            <pc:sldMk cId="1597760224" sldId="294"/>
            <ac:spMk id="8" creationId="{E5D21176-B913-2780-4E99-9E48216E24CB}"/>
          </ac:spMkLst>
        </pc:spChg>
        <pc:picChg chg="add mod">
          <ac:chgData name="Dunfrey Pires Aragão" userId="a7272183b7b4f9fa" providerId="LiveId" clId="{AF0DBD31-B8D2-47FF-A3D2-71D5A8072E7E}" dt="2025-08-26T02:08:26.973" v="1359" actId="1076"/>
          <ac:picMkLst>
            <pc:docMk/>
            <pc:sldMk cId="1597760224" sldId="294"/>
            <ac:picMk id="4" creationId="{3E1AF923-3A30-4038-DE4C-0FE2C5E005DD}"/>
          </ac:picMkLst>
        </pc:picChg>
        <pc:picChg chg="mod">
          <ac:chgData name="Dunfrey Pires Aragão" userId="a7272183b7b4f9fa" providerId="LiveId" clId="{AF0DBD31-B8D2-47FF-A3D2-71D5A8072E7E}" dt="2025-08-26T02:08:33.314" v="1363" actId="1076"/>
          <ac:picMkLst>
            <pc:docMk/>
            <pc:sldMk cId="1597760224" sldId="294"/>
            <ac:picMk id="110" creationId="{4F531F3D-8FC5-17FB-1A4D-FBEAD0663902}"/>
          </ac:picMkLst>
        </pc:picChg>
      </pc:sldChg>
      <pc:sldChg chg="addSp delSp modSp add mod">
        <pc:chgData name="Dunfrey Pires Aragão" userId="a7272183b7b4f9fa" providerId="LiveId" clId="{AF0DBD31-B8D2-47FF-A3D2-71D5A8072E7E}" dt="2025-08-26T02:15:29.557" v="1411" actId="1076"/>
        <pc:sldMkLst>
          <pc:docMk/>
          <pc:sldMk cId="3521384937" sldId="295"/>
        </pc:sldMkLst>
        <pc:spChg chg="add">
          <ac:chgData name="Dunfrey Pires Aragão" userId="a7272183b7b4f9fa" providerId="LiveId" clId="{AF0DBD31-B8D2-47FF-A3D2-71D5A8072E7E}" dt="2025-08-26T02:10:28.999" v="1382"/>
          <ac:spMkLst>
            <pc:docMk/>
            <pc:sldMk cId="3521384937" sldId="295"/>
            <ac:spMk id="2" creationId="{A9575930-D96A-F861-D9D5-657176AF0D30}"/>
          </ac:spMkLst>
        </pc:spChg>
        <pc:spChg chg="add del mod">
          <ac:chgData name="Dunfrey Pires Aragão" userId="a7272183b7b4f9fa" providerId="LiveId" clId="{AF0DBD31-B8D2-47FF-A3D2-71D5A8072E7E}" dt="2025-08-26T02:14:06.340" v="1401" actId="478"/>
          <ac:spMkLst>
            <pc:docMk/>
            <pc:sldMk cId="3521384937" sldId="295"/>
            <ac:spMk id="5" creationId="{8BC5558A-F92B-FD47-46EB-D7379CEA05F8}"/>
          </ac:spMkLst>
        </pc:spChg>
        <pc:spChg chg="mod">
          <ac:chgData name="Dunfrey Pires Aragão" userId="a7272183b7b4f9fa" providerId="LiveId" clId="{AF0DBD31-B8D2-47FF-A3D2-71D5A8072E7E}" dt="2025-08-26T02:14:17.919" v="1406"/>
          <ac:spMkLst>
            <pc:docMk/>
            <pc:sldMk cId="3521384937" sldId="295"/>
            <ac:spMk id="8" creationId="{AE405A92-D046-7005-1849-287BF5FEA734}"/>
          </ac:spMkLst>
        </pc:spChg>
        <pc:spChg chg="mod">
          <ac:chgData name="Dunfrey Pires Aragão" userId="a7272183b7b4f9fa" providerId="LiveId" clId="{AF0DBD31-B8D2-47FF-A3D2-71D5A8072E7E}" dt="2025-08-26T02:14:03.239" v="1400"/>
          <ac:spMkLst>
            <pc:docMk/>
            <pc:sldMk cId="3521384937" sldId="295"/>
            <ac:spMk id="112" creationId="{D6935668-4F2D-FEC5-228A-C1A0EFB7C9E1}"/>
          </ac:spMkLst>
        </pc:spChg>
        <pc:picChg chg="del">
          <ac:chgData name="Dunfrey Pires Aragão" userId="a7272183b7b4f9fa" providerId="LiveId" clId="{AF0DBD31-B8D2-47FF-A3D2-71D5A8072E7E}" dt="2025-08-26T02:09:45.105" v="1372" actId="478"/>
          <ac:picMkLst>
            <pc:docMk/>
            <pc:sldMk cId="3521384937" sldId="295"/>
            <ac:picMk id="4" creationId="{EBBE7A94-1551-B07E-E1E4-1E40BCB5B5FD}"/>
          </ac:picMkLst>
        </pc:picChg>
        <pc:picChg chg="add mod">
          <ac:chgData name="Dunfrey Pires Aragão" userId="a7272183b7b4f9fa" providerId="LiveId" clId="{AF0DBD31-B8D2-47FF-A3D2-71D5A8072E7E}" dt="2025-08-26T02:15:29.557" v="1411" actId="1076"/>
          <ac:picMkLst>
            <pc:docMk/>
            <pc:sldMk cId="3521384937" sldId="295"/>
            <ac:picMk id="7" creationId="{753D08B0-017E-18F2-9D61-093B8A1F0EB3}"/>
          </ac:picMkLst>
        </pc:picChg>
        <pc:picChg chg="mod">
          <ac:chgData name="Dunfrey Pires Aragão" userId="a7272183b7b4f9fa" providerId="LiveId" clId="{AF0DBD31-B8D2-47FF-A3D2-71D5A8072E7E}" dt="2025-08-26T02:09:53.358" v="1375" actId="1076"/>
          <ac:picMkLst>
            <pc:docMk/>
            <pc:sldMk cId="3521384937" sldId="295"/>
            <ac:picMk id="110" creationId="{C7E452D8-8F5A-EEE6-A616-40A51B03293F}"/>
          </ac:picMkLst>
        </pc:picChg>
      </pc:sldChg>
      <pc:sldChg chg="addSp delSp modSp add mod">
        <pc:chgData name="Dunfrey Pires Aragão" userId="a7272183b7b4f9fa" providerId="LiveId" clId="{AF0DBD31-B8D2-47FF-A3D2-71D5A8072E7E}" dt="2025-08-26T15:50:56.463" v="1534" actId="1076"/>
        <pc:sldMkLst>
          <pc:docMk/>
          <pc:sldMk cId="934565050" sldId="296"/>
        </pc:sldMkLst>
        <pc:spChg chg="add">
          <ac:chgData name="Dunfrey Pires Aragão" userId="a7272183b7b4f9fa" providerId="LiveId" clId="{AF0DBD31-B8D2-47FF-A3D2-71D5A8072E7E}" dt="2025-08-26T13:42:42.672" v="1414"/>
          <ac:spMkLst>
            <pc:docMk/>
            <pc:sldMk cId="934565050" sldId="296"/>
            <ac:spMk id="2" creationId="{346C4AB6-CFC5-1E1A-E0CA-888E3234FB46}"/>
          </ac:spMkLst>
        </pc:spChg>
        <pc:spChg chg="add mod">
          <ac:chgData name="Dunfrey Pires Aragão" userId="a7272183b7b4f9fa" providerId="LiveId" clId="{AF0DBD31-B8D2-47FF-A3D2-71D5A8072E7E}" dt="2025-08-26T15:50:43.836" v="1529" actId="1076"/>
          <ac:spMkLst>
            <pc:docMk/>
            <pc:sldMk cId="934565050" sldId="296"/>
            <ac:spMk id="5" creationId="{DF8667F4-6407-A52D-5E5B-15CC6B4D69EF}"/>
          </ac:spMkLst>
        </pc:spChg>
        <pc:spChg chg="mod">
          <ac:chgData name="Dunfrey Pires Aragão" userId="a7272183b7b4f9fa" providerId="LiveId" clId="{AF0DBD31-B8D2-47FF-A3D2-71D5A8072E7E}" dt="2025-08-26T15:50:50.331" v="1533" actId="20577"/>
          <ac:spMkLst>
            <pc:docMk/>
            <pc:sldMk cId="934565050" sldId="296"/>
            <ac:spMk id="8" creationId="{5D0B0DF2-B6A1-1DE1-E04B-4813D23856FE}"/>
          </ac:spMkLst>
        </pc:spChg>
        <pc:picChg chg="add mod">
          <ac:chgData name="Dunfrey Pires Aragão" userId="a7272183b7b4f9fa" providerId="LiveId" clId="{AF0DBD31-B8D2-47FF-A3D2-71D5A8072E7E}" dt="2025-08-26T15:50:56.463" v="1534" actId="1076"/>
          <ac:picMkLst>
            <pc:docMk/>
            <pc:sldMk cId="934565050" sldId="296"/>
            <ac:picMk id="4" creationId="{D10FCE3E-0951-120F-A368-BB6CBE0A5A88}"/>
          </ac:picMkLst>
        </pc:picChg>
        <pc:picChg chg="del">
          <ac:chgData name="Dunfrey Pires Aragão" userId="a7272183b7b4f9fa" providerId="LiveId" clId="{AF0DBD31-B8D2-47FF-A3D2-71D5A8072E7E}" dt="2025-08-26T13:42:40.761" v="1413" actId="478"/>
          <ac:picMkLst>
            <pc:docMk/>
            <pc:sldMk cId="934565050" sldId="296"/>
            <ac:picMk id="7" creationId="{FBD8C894-B187-FA78-3A82-36ED418A5CDE}"/>
          </ac:picMkLst>
        </pc:picChg>
      </pc:sldChg>
      <pc:sldChg chg="delSp modSp add mod">
        <pc:chgData name="Dunfrey Pires Aragão" userId="a7272183b7b4f9fa" providerId="LiveId" clId="{AF0DBD31-B8D2-47FF-A3D2-71D5A8072E7E}" dt="2025-08-26T15:58:13.365" v="1632" actId="20577"/>
        <pc:sldMkLst>
          <pc:docMk/>
          <pc:sldMk cId="577453922" sldId="297"/>
        </pc:sldMkLst>
        <pc:spChg chg="del">
          <ac:chgData name="Dunfrey Pires Aragão" userId="a7272183b7b4f9fa" providerId="LiveId" clId="{AF0DBD31-B8D2-47FF-A3D2-71D5A8072E7E}" dt="2025-08-26T15:56:08.737" v="1537" actId="478"/>
          <ac:spMkLst>
            <pc:docMk/>
            <pc:sldMk cId="577453922" sldId="297"/>
            <ac:spMk id="5" creationId="{E43E692F-85CE-E855-BE6F-A01DF0A24628}"/>
          </ac:spMkLst>
        </pc:spChg>
        <pc:spChg chg="mod">
          <ac:chgData name="Dunfrey Pires Aragão" userId="a7272183b7b4f9fa" providerId="LiveId" clId="{AF0DBD31-B8D2-47FF-A3D2-71D5A8072E7E}" dt="2025-08-26T15:58:13.365" v="1632" actId="20577"/>
          <ac:spMkLst>
            <pc:docMk/>
            <pc:sldMk cId="577453922" sldId="297"/>
            <ac:spMk id="8" creationId="{13DADD02-60E4-189C-E19B-C9B903D8D372}"/>
          </ac:spMkLst>
        </pc:spChg>
        <pc:picChg chg="del">
          <ac:chgData name="Dunfrey Pires Aragão" userId="a7272183b7b4f9fa" providerId="LiveId" clId="{AF0DBD31-B8D2-47FF-A3D2-71D5A8072E7E}" dt="2025-08-26T15:56:07.611" v="1536" actId="478"/>
          <ac:picMkLst>
            <pc:docMk/>
            <pc:sldMk cId="577453922" sldId="297"/>
            <ac:picMk id="4" creationId="{C41100E7-4D04-9A77-5E9C-18DB278F4564}"/>
          </ac:picMkLst>
        </pc:picChg>
      </pc:sldChg>
      <pc:sldChg chg="addSp modSp add del mod">
        <pc:chgData name="Dunfrey Pires Aragão" userId="a7272183b7b4f9fa" providerId="LiveId" clId="{AF0DBD31-B8D2-47FF-A3D2-71D5A8072E7E}" dt="2025-08-26T16:01:57.904" v="1686" actId="47"/>
        <pc:sldMkLst>
          <pc:docMk/>
          <pc:sldMk cId="264067451" sldId="298"/>
        </pc:sldMkLst>
        <pc:spChg chg="add">
          <ac:chgData name="Dunfrey Pires Aragão" userId="a7272183b7b4f9fa" providerId="LiveId" clId="{AF0DBD31-B8D2-47FF-A3D2-71D5A8072E7E}" dt="2025-08-26T15:58:39.855" v="1634"/>
          <ac:spMkLst>
            <pc:docMk/>
            <pc:sldMk cId="264067451" sldId="298"/>
            <ac:spMk id="2" creationId="{163A155C-0223-79B5-3D83-DA791A49B3AC}"/>
          </ac:spMkLst>
        </pc:spChg>
        <pc:spChg chg="mod">
          <ac:chgData name="Dunfrey Pires Aragão" userId="a7272183b7b4f9fa" providerId="LiveId" clId="{AF0DBD31-B8D2-47FF-A3D2-71D5A8072E7E}" dt="2025-08-26T16:01:45.761" v="1685" actId="113"/>
          <ac:spMkLst>
            <pc:docMk/>
            <pc:sldMk cId="264067451" sldId="298"/>
            <ac:spMk id="8" creationId="{2E0C6AA5-7A0D-26D3-2148-D2C8131AFA17}"/>
          </ac:spMkLst>
        </pc:spChg>
        <pc:spChg chg="mod">
          <ac:chgData name="Dunfrey Pires Aragão" userId="a7272183b7b4f9fa" providerId="LiveId" clId="{AF0DBD31-B8D2-47FF-A3D2-71D5A8072E7E}" dt="2025-08-26T15:58:50.902" v="1639" actId="113"/>
          <ac:spMkLst>
            <pc:docMk/>
            <pc:sldMk cId="264067451" sldId="298"/>
            <ac:spMk id="112" creationId="{0E839242-A933-3C5E-BD28-8897FA8B6842}"/>
          </ac:spMkLst>
        </pc:spChg>
        <pc:picChg chg="add mod">
          <ac:chgData name="Dunfrey Pires Aragão" userId="a7272183b7b4f9fa" providerId="LiveId" clId="{AF0DBD31-B8D2-47FF-A3D2-71D5A8072E7E}" dt="2025-08-26T15:59:20.150" v="1647" actId="1076"/>
          <ac:picMkLst>
            <pc:docMk/>
            <pc:sldMk cId="264067451" sldId="298"/>
            <ac:picMk id="4" creationId="{D8E5B023-62BF-4946-28E7-EEA2A61EE351}"/>
          </ac:picMkLst>
        </pc:picChg>
      </pc:sldChg>
      <pc:sldChg chg="addSp modSp add mod">
        <pc:chgData name="Dunfrey Pires Aragão" userId="a7272183b7b4f9fa" providerId="LiveId" clId="{AF0DBD31-B8D2-47FF-A3D2-71D5A8072E7E}" dt="2025-08-26T16:00:24.230" v="1666" actId="1076"/>
        <pc:sldMkLst>
          <pc:docMk/>
          <pc:sldMk cId="872351133" sldId="299"/>
        </pc:sldMkLst>
        <pc:spChg chg="add">
          <ac:chgData name="Dunfrey Pires Aragão" userId="a7272183b7b4f9fa" providerId="LiveId" clId="{AF0DBD31-B8D2-47FF-A3D2-71D5A8072E7E}" dt="2025-08-26T15:59:37.821" v="1651"/>
          <ac:spMkLst>
            <pc:docMk/>
            <pc:sldMk cId="872351133" sldId="299"/>
            <ac:spMk id="2" creationId="{C8CF7792-CBA5-222E-4FA1-178518C60130}"/>
          </ac:spMkLst>
        </pc:spChg>
        <pc:spChg chg="add">
          <ac:chgData name="Dunfrey Pires Aragão" userId="a7272183b7b4f9fa" providerId="LiveId" clId="{AF0DBD31-B8D2-47FF-A3D2-71D5A8072E7E}" dt="2025-08-26T16:00:08.856" v="1659"/>
          <ac:spMkLst>
            <pc:docMk/>
            <pc:sldMk cId="872351133" sldId="299"/>
            <ac:spMk id="3" creationId="{A34B6447-996E-329E-DC09-B7846E8ACF11}"/>
          </ac:spMkLst>
        </pc:spChg>
        <pc:spChg chg="mod">
          <ac:chgData name="Dunfrey Pires Aragão" userId="a7272183b7b4f9fa" providerId="LiveId" clId="{AF0DBD31-B8D2-47FF-A3D2-71D5A8072E7E}" dt="2025-08-26T15:59:56.616" v="1658" actId="113"/>
          <ac:spMkLst>
            <pc:docMk/>
            <pc:sldMk cId="872351133" sldId="299"/>
            <ac:spMk id="8" creationId="{1DA75CA6-4E8B-5B64-F8BE-E5493ACF8F71}"/>
          </ac:spMkLst>
        </pc:spChg>
        <pc:picChg chg="mod">
          <ac:chgData name="Dunfrey Pires Aragão" userId="a7272183b7b4f9fa" providerId="LiveId" clId="{AF0DBD31-B8D2-47FF-A3D2-71D5A8072E7E}" dt="2025-08-26T16:00:24.230" v="1666" actId="1076"/>
          <ac:picMkLst>
            <pc:docMk/>
            <pc:sldMk cId="872351133" sldId="299"/>
            <ac:picMk id="4" creationId="{1AFFDF8B-D8D3-13FC-1371-301DD780138C}"/>
          </ac:picMkLst>
        </pc:picChg>
        <pc:picChg chg="add mod">
          <ac:chgData name="Dunfrey Pires Aragão" userId="a7272183b7b4f9fa" providerId="LiveId" clId="{AF0DBD31-B8D2-47FF-A3D2-71D5A8072E7E}" dt="2025-08-26T16:00:21.878" v="1665" actId="1076"/>
          <ac:picMkLst>
            <pc:docMk/>
            <pc:sldMk cId="872351133" sldId="299"/>
            <ac:picMk id="5" creationId="{089AEA98-BD68-270E-F10F-959442EADA0C}"/>
          </ac:picMkLst>
        </pc:picChg>
      </pc:sldChg>
      <pc:sldChg chg="addSp delSp modSp add mod">
        <pc:chgData name="Dunfrey Pires Aragão" userId="a7272183b7b4f9fa" providerId="LiveId" clId="{AF0DBD31-B8D2-47FF-A3D2-71D5A8072E7E}" dt="2025-08-26T16:02:23.199" v="1693" actId="1076"/>
        <pc:sldMkLst>
          <pc:docMk/>
          <pc:sldMk cId="3010182672" sldId="300"/>
        </pc:sldMkLst>
        <pc:spChg chg="add">
          <ac:chgData name="Dunfrey Pires Aragão" userId="a7272183b7b4f9fa" providerId="LiveId" clId="{AF0DBD31-B8D2-47FF-A3D2-71D5A8072E7E}" dt="2025-08-26T16:00:40.163" v="1668"/>
          <ac:spMkLst>
            <pc:docMk/>
            <pc:sldMk cId="3010182672" sldId="300"/>
            <ac:spMk id="2" creationId="{643AB06A-88E7-1E53-AB2E-F7ACA2E52324}"/>
          </ac:spMkLst>
        </pc:spChg>
        <pc:spChg chg="add">
          <ac:chgData name="Dunfrey Pires Aragão" userId="a7272183b7b4f9fa" providerId="LiveId" clId="{AF0DBD31-B8D2-47FF-A3D2-71D5A8072E7E}" dt="2025-08-26T16:01:18.780" v="1678"/>
          <ac:spMkLst>
            <pc:docMk/>
            <pc:sldMk cId="3010182672" sldId="300"/>
            <ac:spMk id="3" creationId="{157438A5-26DD-4E94-E93E-357915A6632C}"/>
          </ac:spMkLst>
        </pc:spChg>
        <pc:spChg chg="add">
          <ac:chgData name="Dunfrey Pires Aragão" userId="a7272183b7b4f9fa" providerId="LiveId" clId="{AF0DBD31-B8D2-47FF-A3D2-71D5A8072E7E}" dt="2025-08-26T16:02:09.774" v="1687"/>
          <ac:spMkLst>
            <pc:docMk/>
            <pc:sldMk cId="3010182672" sldId="300"/>
            <ac:spMk id="7" creationId="{006EAECF-129F-D0C2-0399-0C483D7885BC}"/>
          </ac:spMkLst>
        </pc:spChg>
        <pc:spChg chg="mod">
          <ac:chgData name="Dunfrey Pires Aragão" userId="a7272183b7b4f9fa" providerId="LiveId" clId="{AF0DBD31-B8D2-47FF-A3D2-71D5A8072E7E}" dt="2025-08-26T16:01:38.008" v="1684" actId="113"/>
          <ac:spMkLst>
            <pc:docMk/>
            <pc:sldMk cId="3010182672" sldId="300"/>
            <ac:spMk id="8" creationId="{762639CA-17C3-1A53-99D4-651B0AD4C32D}"/>
          </ac:spMkLst>
        </pc:spChg>
        <pc:picChg chg="del">
          <ac:chgData name="Dunfrey Pires Aragão" userId="a7272183b7b4f9fa" providerId="LiveId" clId="{AF0DBD31-B8D2-47FF-A3D2-71D5A8072E7E}" dt="2025-08-26T16:01:16.155" v="1677" actId="478"/>
          <ac:picMkLst>
            <pc:docMk/>
            <pc:sldMk cId="3010182672" sldId="300"/>
            <ac:picMk id="4" creationId="{75AC5F4F-E1EF-CCAD-1C2C-48C2B2AE0CA0}"/>
          </ac:picMkLst>
        </pc:picChg>
        <pc:picChg chg="del">
          <ac:chgData name="Dunfrey Pires Aragão" userId="a7272183b7b4f9fa" providerId="LiveId" clId="{AF0DBD31-B8D2-47FF-A3D2-71D5A8072E7E}" dt="2025-08-26T16:01:28.081" v="1683" actId="478"/>
          <ac:picMkLst>
            <pc:docMk/>
            <pc:sldMk cId="3010182672" sldId="300"/>
            <ac:picMk id="5" creationId="{394E7291-4B89-B326-9E0F-62DAE62780F1}"/>
          </ac:picMkLst>
        </pc:picChg>
        <pc:picChg chg="add mod">
          <ac:chgData name="Dunfrey Pires Aragão" userId="a7272183b7b4f9fa" providerId="LiveId" clId="{AF0DBD31-B8D2-47FF-A3D2-71D5A8072E7E}" dt="2025-08-26T16:02:23.199" v="1693" actId="1076"/>
          <ac:picMkLst>
            <pc:docMk/>
            <pc:sldMk cId="3010182672" sldId="300"/>
            <ac:picMk id="6" creationId="{7E712F2F-4B47-5D68-1B6F-244CBFE80DEB}"/>
          </ac:picMkLst>
        </pc:picChg>
        <pc:picChg chg="add mod">
          <ac:chgData name="Dunfrey Pires Aragão" userId="a7272183b7b4f9fa" providerId="LiveId" clId="{AF0DBD31-B8D2-47FF-A3D2-71D5A8072E7E}" dt="2025-08-26T16:02:16.476" v="1690" actId="1076"/>
          <ac:picMkLst>
            <pc:docMk/>
            <pc:sldMk cId="3010182672" sldId="300"/>
            <ac:picMk id="9" creationId="{1A3BCD6C-699A-39BC-6596-B49873C76A3F}"/>
          </ac:picMkLst>
        </pc:picChg>
      </pc:sldChg>
      <pc:sldChg chg="add">
        <pc:chgData name="Dunfrey Pires Aragão" userId="a7272183b7b4f9fa" providerId="LiveId" clId="{AF0DBD31-B8D2-47FF-A3D2-71D5A8072E7E}" dt="2025-08-26T16:02:25.017" v="1694"/>
        <pc:sldMkLst>
          <pc:docMk/>
          <pc:sldMk cId="2837892893" sldId="301"/>
        </pc:sldMkLst>
      </pc:sldChg>
      <pc:sldChg chg="addSp delSp modSp add mod">
        <pc:chgData name="Dunfrey Pires Aragão" userId="a7272183b7b4f9fa" providerId="LiveId" clId="{AF0DBD31-B8D2-47FF-A3D2-71D5A8072E7E}" dt="2025-08-26T16:04:16.428" v="1715" actId="14100"/>
        <pc:sldMkLst>
          <pc:docMk/>
          <pc:sldMk cId="2346775664" sldId="302"/>
        </pc:sldMkLst>
        <pc:spChg chg="del">
          <ac:chgData name="Dunfrey Pires Aragão" userId="a7272183b7b4f9fa" providerId="LiveId" clId="{AF0DBD31-B8D2-47FF-A3D2-71D5A8072E7E}" dt="2025-08-26T16:02:59.547" v="1698" actId="478"/>
          <ac:spMkLst>
            <pc:docMk/>
            <pc:sldMk cId="2346775664" sldId="302"/>
            <ac:spMk id="8" creationId="{08C3DA2E-2A37-C5C3-F6CF-A2C00FB7EAE1}"/>
          </ac:spMkLst>
        </pc:spChg>
        <pc:picChg chg="add mod">
          <ac:chgData name="Dunfrey Pires Aragão" userId="a7272183b7b4f9fa" providerId="LiveId" clId="{AF0DBD31-B8D2-47FF-A3D2-71D5A8072E7E}" dt="2025-08-26T16:04:16.428" v="1715" actId="14100"/>
          <ac:picMkLst>
            <pc:docMk/>
            <pc:sldMk cId="2346775664" sldId="302"/>
            <ac:picMk id="3" creationId="{6B1BE637-9F90-0CA1-4F94-0DA8A0A0B792}"/>
          </ac:picMkLst>
        </pc:picChg>
        <pc:picChg chg="add mod">
          <ac:chgData name="Dunfrey Pires Aragão" userId="a7272183b7b4f9fa" providerId="LiveId" clId="{AF0DBD31-B8D2-47FF-A3D2-71D5A8072E7E}" dt="2025-08-26T16:04:12.440" v="1714" actId="1076"/>
          <ac:picMkLst>
            <pc:docMk/>
            <pc:sldMk cId="2346775664" sldId="302"/>
            <ac:picMk id="5" creationId="{B063FE45-28E6-9637-5035-254758A62585}"/>
          </ac:picMkLst>
        </pc:picChg>
        <pc:picChg chg="del">
          <ac:chgData name="Dunfrey Pires Aragão" userId="a7272183b7b4f9fa" providerId="LiveId" clId="{AF0DBD31-B8D2-47FF-A3D2-71D5A8072E7E}" dt="2025-08-26T16:02:56.796" v="1696" actId="478"/>
          <ac:picMkLst>
            <pc:docMk/>
            <pc:sldMk cId="2346775664" sldId="302"/>
            <ac:picMk id="6" creationId="{F339E02E-2FE7-8973-2278-57C895E1F22E}"/>
          </ac:picMkLst>
        </pc:picChg>
        <pc:picChg chg="del">
          <ac:chgData name="Dunfrey Pires Aragão" userId="a7272183b7b4f9fa" providerId="LiveId" clId="{AF0DBD31-B8D2-47FF-A3D2-71D5A8072E7E}" dt="2025-08-26T16:02:57.636" v="1697" actId="478"/>
          <ac:picMkLst>
            <pc:docMk/>
            <pc:sldMk cId="2346775664" sldId="302"/>
            <ac:picMk id="9" creationId="{6DD83DC1-8FE7-0B61-1638-1393FD84E257}"/>
          </ac:picMkLst>
        </pc:picChg>
      </pc:sldChg>
      <pc:sldChg chg="modSp add mod">
        <pc:chgData name="Dunfrey Pires Aragão" userId="a7272183b7b4f9fa" providerId="LiveId" clId="{AF0DBD31-B8D2-47FF-A3D2-71D5A8072E7E}" dt="2025-08-26T16:06:35.591" v="1735" actId="20577"/>
        <pc:sldMkLst>
          <pc:docMk/>
          <pc:sldMk cId="1834463686" sldId="303"/>
        </pc:sldMkLst>
        <pc:spChg chg="mod">
          <ac:chgData name="Dunfrey Pires Aragão" userId="a7272183b7b4f9fa" providerId="LiveId" clId="{AF0DBD31-B8D2-47FF-A3D2-71D5A8072E7E}" dt="2025-08-26T16:06:35.591" v="1735" actId="20577"/>
          <ac:spMkLst>
            <pc:docMk/>
            <pc:sldMk cId="1834463686" sldId="303"/>
            <ac:spMk id="3" creationId="{30B36018-8EBC-6DF2-EB5A-6328967DC05A}"/>
          </ac:spMkLst>
        </pc:spChg>
      </pc:sldChg>
    </pc:docChg>
  </pc:docChgLst>
  <pc:docChgLst>
    <pc:chgData name="Dunfrey Pires Aragão" userId="a7272183b7b4f9fa" providerId="LiveId" clId="{BEBF720F-E34B-4E5A-9A0F-E29D0FE7B0FF}"/>
    <pc:docChg chg="undo redo custSel addSld delSld modSld sldOrd">
      <pc:chgData name="Dunfrey Pires Aragão" userId="a7272183b7b4f9fa" providerId="LiveId" clId="{BEBF720F-E34B-4E5A-9A0F-E29D0FE7B0FF}" dt="2025-08-05T18:34:44.692" v="3157" actId="14100"/>
      <pc:docMkLst>
        <pc:docMk/>
      </pc:docMkLst>
      <pc:sldChg chg="addSp delSp modSp mod modAnim">
        <pc:chgData name="Dunfrey Pires Aragão" userId="a7272183b7b4f9fa" providerId="LiveId" clId="{BEBF720F-E34B-4E5A-9A0F-E29D0FE7B0FF}" dt="2025-08-03T00:26:24.519" v="195" actId="1076"/>
        <pc:sldMkLst>
          <pc:docMk/>
          <pc:sldMk cId="0" sldId="257"/>
        </pc:sldMkLst>
      </pc:sldChg>
      <pc:sldChg chg="addSp modSp del mod ord">
        <pc:chgData name="Dunfrey Pires Aragão" userId="a7272183b7b4f9fa" providerId="LiveId" clId="{BEBF720F-E34B-4E5A-9A0F-E29D0FE7B0FF}" dt="2025-08-04T20:13:42.839" v="1814" actId="47"/>
        <pc:sldMkLst>
          <pc:docMk/>
          <pc:sldMk cId="0" sldId="258"/>
        </pc:sldMkLst>
      </pc:sldChg>
      <pc:sldChg chg="addSp modSp mod">
        <pc:chgData name="Dunfrey Pires Aragão" userId="a7272183b7b4f9fa" providerId="LiveId" clId="{BEBF720F-E34B-4E5A-9A0F-E29D0FE7B0FF}" dt="2025-08-03T23:37:13.899" v="706" actId="1076"/>
        <pc:sldMkLst>
          <pc:docMk/>
          <pc:sldMk cId="0" sldId="259"/>
        </pc:sldMkLst>
      </pc:sldChg>
      <pc:sldChg chg="addSp modSp mod modAnim">
        <pc:chgData name="Dunfrey Pires Aragão" userId="a7272183b7b4f9fa" providerId="LiveId" clId="{BEBF720F-E34B-4E5A-9A0F-E29D0FE7B0FF}" dt="2025-08-03T23:26:12.389" v="615"/>
        <pc:sldMkLst>
          <pc:docMk/>
          <pc:sldMk cId="0" sldId="260"/>
        </pc:sldMkLst>
      </pc:sldChg>
      <pc:sldChg chg="new del">
        <pc:chgData name="Dunfrey Pires Aragão" userId="a7272183b7b4f9fa" providerId="LiveId" clId="{BEBF720F-E34B-4E5A-9A0F-E29D0FE7B0FF}" dt="2025-08-02T19:52:11.856" v="1" actId="2696"/>
        <pc:sldMkLst>
          <pc:docMk/>
          <pc:sldMk cId="1450792625" sldId="262"/>
        </pc:sldMkLst>
      </pc:sldChg>
      <pc:sldChg chg="addSp delSp modSp add mod ord">
        <pc:chgData name="Dunfrey Pires Aragão" userId="a7272183b7b4f9fa" providerId="LiveId" clId="{BEBF720F-E34B-4E5A-9A0F-E29D0FE7B0FF}" dt="2025-08-03T23:37:28.969" v="708"/>
        <pc:sldMkLst>
          <pc:docMk/>
          <pc:sldMk cId="1458883685" sldId="262"/>
        </pc:sldMkLst>
      </pc:sldChg>
      <pc:sldChg chg="addSp modSp add mod modAnim">
        <pc:chgData name="Dunfrey Pires Aragão" userId="a7272183b7b4f9fa" providerId="LiveId" clId="{BEBF720F-E34B-4E5A-9A0F-E29D0FE7B0FF}" dt="2025-08-03T23:36:31.601" v="692"/>
        <pc:sldMkLst>
          <pc:docMk/>
          <pc:sldMk cId="4060919478" sldId="263"/>
        </pc:sldMkLst>
      </pc:sldChg>
      <pc:sldChg chg="addSp delSp modSp add mod ord">
        <pc:chgData name="Dunfrey Pires Aragão" userId="a7272183b7b4f9fa" providerId="LiveId" clId="{BEBF720F-E34B-4E5A-9A0F-E29D0FE7B0FF}" dt="2025-08-03T23:34:30.344" v="682" actId="1076"/>
        <pc:sldMkLst>
          <pc:docMk/>
          <pc:sldMk cId="2480116363" sldId="264"/>
        </pc:sldMkLst>
      </pc:sldChg>
      <pc:sldChg chg="addSp modSp add mod modAnim">
        <pc:chgData name="Dunfrey Pires Aragão" userId="a7272183b7b4f9fa" providerId="LiveId" clId="{BEBF720F-E34B-4E5A-9A0F-E29D0FE7B0FF}" dt="2025-08-03T23:41:13.713" v="766"/>
        <pc:sldMkLst>
          <pc:docMk/>
          <pc:sldMk cId="85031420" sldId="265"/>
        </pc:sldMkLst>
      </pc:sldChg>
      <pc:sldChg chg="addSp delSp modSp add mod modAnim">
        <pc:chgData name="Dunfrey Pires Aragão" userId="a7272183b7b4f9fa" providerId="LiveId" clId="{BEBF720F-E34B-4E5A-9A0F-E29D0FE7B0FF}" dt="2025-08-04T19:22:22.579" v="1619" actId="1076"/>
        <pc:sldMkLst>
          <pc:docMk/>
          <pc:sldMk cId="1611498639" sldId="266"/>
        </pc:sldMkLst>
      </pc:sldChg>
      <pc:sldChg chg="addSp delSp modSp add del mod">
        <pc:chgData name="Dunfrey Pires Aragão" userId="a7272183b7b4f9fa" providerId="LiveId" clId="{BEBF720F-E34B-4E5A-9A0F-E29D0FE7B0FF}" dt="2025-08-04T19:22:01.421" v="1617" actId="47"/>
        <pc:sldMkLst>
          <pc:docMk/>
          <pc:sldMk cId="1595534256" sldId="267"/>
        </pc:sldMkLst>
      </pc:sldChg>
      <pc:sldChg chg="addSp delSp modSp add mod">
        <pc:chgData name="Dunfrey Pires Aragão" userId="a7272183b7b4f9fa" providerId="LiveId" clId="{BEBF720F-E34B-4E5A-9A0F-E29D0FE7B0FF}" dt="2025-08-05T14:47:32.155" v="2832" actId="255"/>
        <pc:sldMkLst>
          <pc:docMk/>
          <pc:sldMk cId="2697673226" sldId="268"/>
        </pc:sldMkLst>
      </pc:sldChg>
      <pc:sldChg chg="new del">
        <pc:chgData name="Dunfrey Pires Aragão" userId="a7272183b7b4f9fa" providerId="LiveId" clId="{BEBF720F-E34B-4E5A-9A0F-E29D0FE7B0FF}" dt="2025-08-03T23:28:28.126" v="617" actId="47"/>
        <pc:sldMkLst>
          <pc:docMk/>
          <pc:sldMk cId="2739562512" sldId="268"/>
        </pc:sldMkLst>
      </pc:sldChg>
      <pc:sldChg chg="addSp delSp modSp add mod modAnim">
        <pc:chgData name="Dunfrey Pires Aragão" userId="a7272183b7b4f9fa" providerId="LiveId" clId="{BEBF720F-E34B-4E5A-9A0F-E29D0FE7B0FF}" dt="2025-08-04T19:34:43.735" v="1813" actId="1038"/>
        <pc:sldMkLst>
          <pc:docMk/>
          <pc:sldMk cId="2316104281" sldId="269"/>
        </pc:sldMkLst>
      </pc:sldChg>
      <pc:sldChg chg="addSp delSp modSp add mod">
        <pc:chgData name="Dunfrey Pires Aragão" userId="a7272183b7b4f9fa" providerId="LiveId" clId="{BEBF720F-E34B-4E5A-9A0F-E29D0FE7B0FF}" dt="2025-08-04T19:04:19.079" v="1555" actId="1076"/>
        <pc:sldMkLst>
          <pc:docMk/>
          <pc:sldMk cId="2115306864" sldId="270"/>
        </pc:sldMkLst>
      </pc:sldChg>
      <pc:sldChg chg="new del">
        <pc:chgData name="Dunfrey Pires Aragão" userId="a7272183b7b4f9fa" providerId="LiveId" clId="{BEBF720F-E34B-4E5A-9A0F-E29D0FE7B0FF}" dt="2025-08-04T20:13:51.259" v="1816" actId="47"/>
        <pc:sldMkLst>
          <pc:docMk/>
          <pc:sldMk cId="2085091797" sldId="271"/>
        </pc:sldMkLst>
      </pc:sldChg>
      <pc:sldChg chg="addSp modSp add mod">
        <pc:chgData name="Dunfrey Pires Aragão" userId="a7272183b7b4f9fa" providerId="LiveId" clId="{BEBF720F-E34B-4E5A-9A0F-E29D0FE7B0FF}" dt="2025-08-05T14:26:52.275" v="2327" actId="14100"/>
        <pc:sldMkLst>
          <pc:docMk/>
          <pc:sldMk cId="2301139209" sldId="271"/>
        </pc:sldMkLst>
      </pc:sldChg>
      <pc:sldChg chg="addSp modSp add mod">
        <pc:chgData name="Dunfrey Pires Aragão" userId="a7272183b7b4f9fa" providerId="LiveId" clId="{BEBF720F-E34B-4E5A-9A0F-E29D0FE7B0FF}" dt="2025-08-05T14:34:37.699" v="2566" actId="1076"/>
        <pc:sldMkLst>
          <pc:docMk/>
          <pc:sldMk cId="2693772875" sldId="272"/>
        </pc:sldMkLst>
        <pc:spChg chg="mod">
          <ac:chgData name="Dunfrey Pires Aragão" userId="a7272183b7b4f9fa" providerId="LiveId" clId="{BEBF720F-E34B-4E5A-9A0F-E29D0FE7B0FF}" dt="2025-08-05T14:27:50.354" v="2341" actId="20577"/>
          <ac:spMkLst>
            <pc:docMk/>
            <pc:sldMk cId="2693772875" sldId="272"/>
            <ac:spMk id="112" creationId="{BE948C0D-5CF7-1E55-F219-F6129DAB92D5}"/>
          </ac:spMkLst>
        </pc:spChg>
        <pc:picChg chg="mod">
          <ac:chgData name="Dunfrey Pires Aragão" userId="a7272183b7b4f9fa" providerId="LiveId" clId="{BEBF720F-E34B-4E5A-9A0F-E29D0FE7B0FF}" dt="2025-08-05T14:27:45.677" v="2330" actId="1076"/>
          <ac:picMkLst>
            <pc:docMk/>
            <pc:sldMk cId="2693772875" sldId="272"/>
            <ac:picMk id="110" creationId="{2874A6B9-94B0-057E-B30C-C9ADD914F5B7}"/>
          </ac:picMkLst>
        </pc:picChg>
        <pc:picChg chg="mod">
          <ac:chgData name="Dunfrey Pires Aragão" userId="a7272183b7b4f9fa" providerId="LiveId" clId="{BEBF720F-E34B-4E5A-9A0F-E29D0FE7B0FF}" dt="2025-08-05T14:27:46.082" v="2331" actId="1076"/>
          <ac:picMkLst>
            <pc:docMk/>
            <pc:sldMk cId="2693772875" sldId="272"/>
            <ac:picMk id="111" creationId="{5EBA16AA-4218-1A8E-6D6D-B0ED6BC05053}"/>
          </ac:picMkLst>
        </pc:picChg>
      </pc:sldChg>
      <pc:sldChg chg="addSp delSp modSp add mod">
        <pc:chgData name="Dunfrey Pires Aragão" userId="a7272183b7b4f9fa" providerId="LiveId" clId="{BEBF720F-E34B-4E5A-9A0F-E29D0FE7B0FF}" dt="2025-08-05T14:36:10.462" v="2616" actId="12"/>
        <pc:sldMkLst>
          <pc:docMk/>
          <pc:sldMk cId="872432489" sldId="273"/>
        </pc:sldMkLst>
      </pc:sldChg>
      <pc:sldChg chg="addSp modSp add mod">
        <pc:chgData name="Dunfrey Pires Aragão" userId="a7272183b7b4f9fa" providerId="LiveId" clId="{BEBF720F-E34B-4E5A-9A0F-E29D0FE7B0FF}" dt="2025-08-05T15:38:07.010" v="2930" actId="167"/>
        <pc:sldMkLst>
          <pc:docMk/>
          <pc:sldMk cId="2941323628" sldId="274"/>
        </pc:sldMkLst>
      </pc:sldChg>
      <pc:sldChg chg="delSp modSp add del mod">
        <pc:chgData name="Dunfrey Pires Aragão" userId="a7272183b7b4f9fa" providerId="LiveId" clId="{BEBF720F-E34B-4E5A-9A0F-E29D0FE7B0FF}" dt="2025-08-05T14:41:46.260" v="2730" actId="1076"/>
        <pc:sldMkLst>
          <pc:docMk/>
          <pc:sldMk cId="1906933139" sldId="275"/>
        </pc:sldMkLst>
      </pc:sldChg>
      <pc:sldChg chg="addSp modSp add mod ord">
        <pc:chgData name="Dunfrey Pires Aragão" userId="a7272183b7b4f9fa" providerId="LiveId" clId="{BEBF720F-E34B-4E5A-9A0F-E29D0FE7B0FF}" dt="2025-08-05T14:38:25.112" v="2687" actId="20577"/>
        <pc:sldMkLst>
          <pc:docMk/>
          <pc:sldMk cId="2610903633" sldId="276"/>
        </pc:sldMkLst>
      </pc:sldChg>
      <pc:sldChg chg="addSp modSp add mod">
        <pc:chgData name="Dunfrey Pires Aragão" userId="a7272183b7b4f9fa" providerId="LiveId" clId="{BEBF720F-E34B-4E5A-9A0F-E29D0FE7B0FF}" dt="2025-08-05T17:28:47.324" v="2997"/>
        <pc:sldMkLst>
          <pc:docMk/>
          <pc:sldMk cId="513384730" sldId="277"/>
        </pc:sldMkLst>
      </pc:sldChg>
      <pc:sldChg chg="new del">
        <pc:chgData name="Dunfrey Pires Aragão" userId="a7272183b7b4f9fa" providerId="LiveId" clId="{BEBF720F-E34B-4E5A-9A0F-E29D0FE7B0FF}" dt="2025-08-05T15:45:04.082" v="2932" actId="680"/>
        <pc:sldMkLst>
          <pc:docMk/>
          <pc:sldMk cId="3280849938" sldId="277"/>
        </pc:sldMkLst>
      </pc:sldChg>
      <pc:sldChg chg="addSp delSp modSp add mod">
        <pc:chgData name="Dunfrey Pires Aragão" userId="a7272183b7b4f9fa" providerId="LiveId" clId="{BEBF720F-E34B-4E5A-9A0F-E29D0FE7B0FF}" dt="2025-08-05T17:39:46.146" v="3023" actId="14100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BEBF720F-E34B-4E5A-9A0F-E29D0FE7B0FF}" dt="2025-08-05T17:42:55.307" v="3036" actId="1076"/>
        <pc:sldMkLst>
          <pc:docMk/>
          <pc:sldMk cId="4276310836" sldId="279"/>
        </pc:sldMkLst>
      </pc:sldChg>
      <pc:sldChg chg="addSp delSp modSp add mod">
        <pc:chgData name="Dunfrey Pires Aragão" userId="a7272183b7b4f9fa" providerId="LiveId" clId="{BEBF720F-E34B-4E5A-9A0F-E29D0FE7B0FF}" dt="2025-08-05T18:31:02.711" v="3137" actId="1076"/>
        <pc:sldMkLst>
          <pc:docMk/>
          <pc:sldMk cId="833210588" sldId="280"/>
        </pc:sldMkLst>
      </pc:sldChg>
      <pc:sldChg chg="new del">
        <pc:chgData name="Dunfrey Pires Aragão" userId="a7272183b7b4f9fa" providerId="LiveId" clId="{BEBF720F-E34B-4E5A-9A0F-E29D0FE7B0FF}" dt="2025-08-05T18:32:41.638" v="3140" actId="47"/>
        <pc:sldMkLst>
          <pc:docMk/>
          <pc:sldMk cId="3312444262" sldId="281"/>
        </pc:sldMkLst>
      </pc:sldChg>
      <pc:sldChg chg="addSp delSp modSp add mod">
        <pc:chgData name="Dunfrey Pires Aragão" userId="a7272183b7b4f9fa" providerId="LiveId" clId="{BEBF720F-E34B-4E5A-9A0F-E29D0FE7B0FF}" dt="2025-08-05T18:34:44.692" v="3157" actId="14100"/>
        <pc:sldMkLst>
          <pc:docMk/>
          <pc:sldMk cId="2037166137" sldId="282"/>
        </pc:sldMkLst>
      </pc:sldChg>
      <pc:sldChg chg="add del">
        <pc:chgData name="Dunfrey Pires Aragão" userId="a7272183b7b4f9fa" providerId="LiveId" clId="{BEBF720F-E34B-4E5A-9A0F-E29D0FE7B0FF}" dt="2025-08-05T18:32:54.693" v="3144"/>
        <pc:sldMkLst>
          <pc:docMk/>
          <pc:sldMk cId="224136690" sldId="283"/>
        </pc:sldMkLst>
      </pc:sldChg>
      <pc:sldMasterChg chg="delSldLayout">
        <pc:chgData name="Dunfrey Pires Aragão" userId="a7272183b7b4f9fa" providerId="LiveId" clId="{BEBF720F-E34B-4E5A-9A0F-E29D0FE7B0FF}" dt="2025-08-05T18:32:41.638" v="3140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BEBF720F-E34B-4E5A-9A0F-E29D0FE7B0FF}" dt="2025-08-02T19:52:11.856" v="1" actId="2696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unfrey Pires Aragão" userId="a7272183b7b4f9fa" providerId="LiveId" clId="{BEBF720F-E34B-4E5A-9A0F-E29D0FE7B0FF}" dt="2025-08-03T23:28:28.126" v="617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Dunfrey Pires Aragão" userId="a7272183b7b4f9fa" providerId="LiveId" clId="{BEBF720F-E34B-4E5A-9A0F-E29D0FE7B0FF}" dt="2025-08-04T20:13:51.259" v="1816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Dunfrey Pires Aragão" userId="a7272183b7b4f9fa" providerId="LiveId" clId="{BEBF720F-E34B-4E5A-9A0F-E29D0FE7B0FF}" dt="2025-08-05T18:32:41.638" v="3140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6D9B4B3-7E80-A623-0406-18A36914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C1F7C58-6AA1-2D81-B988-CE0251C01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C1CC9A8-6FFE-305F-D9E5-2E9CE87DF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9803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E6AAB46-23D2-6B19-14E4-CF31537A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0C1BDED-EECB-F75C-93C0-0DD431C0FF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C05D1FBA-F835-2CA4-2AB9-CAD8AD825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6562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ECA41EB-F203-8934-2A77-A9DD6A28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64493AF-0B05-0E81-90B7-443A30B7B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98002B08-5F8F-2D3B-3CDB-6A1FE3E62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7043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293E104-8385-32A8-5D98-1AEB1CDE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C3BDED3B-CBDC-CF32-FB0B-2C48DD709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88798A94-E1A4-116D-4CDB-ED083C2E7A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6952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2C8FF9B-4398-9579-9584-F659EB8DF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62E11583-1615-5159-340C-1DB9836B9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B575EF0E-C414-69F3-68E7-20622E8BDA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5535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3198687-DCE0-EA75-5881-1AC07E59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6D0EE4A6-5FCC-39A9-D164-EAC4D5A4FB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91359853-D909-EEDD-0472-391616A51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0310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0C72E9C-E7F5-7B6C-0929-24932D3FB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4168DF94-B421-28BB-7BBC-2EB541FE72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283F070B-0F74-D221-6DDD-D2BD8CE3C5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5028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D458EDA-A566-3E5C-B71E-9B50FCCB3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C4D1D9A-C719-DEAF-E4BB-03CA8BEF6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6170F408-2881-6DC6-EC86-9EED89D74A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2511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896248E-07D1-4387-3561-D018A9695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BEDA0DE9-ECBF-D227-5087-62246EDA6C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963B421-48FA-D2BA-F29F-0787543FF7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9663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FF812A0-A4E8-E688-1E6E-21A7DA596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EF274F9-BD79-8251-C6B2-C0E1FA349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5384FCD6-AE03-AD91-5C4D-90374AFD64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2485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FCE0950-F994-A6B7-610C-1851FA733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BBA196E7-9D33-11B0-DD61-EAE8A9C137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7C35BC6C-7771-C980-93EA-2FA28354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9414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3AE0BC1-58E6-C01F-1BDA-BD00E531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6E23B1FD-8293-E6FA-2DE5-41BC66E0A3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395A3FFB-CFB7-0FEC-EFD2-C6A1ADF19D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2799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6C445BA-337F-97F1-EA9C-5F415FB67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B9A877DD-0B9F-E365-52C4-D556F2880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7A8BEA05-2158-7B33-0379-96852810C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74019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08FA893-8F98-9527-BCCF-00AB6757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7AC0613B-5D19-8C55-ED05-C310EA365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F75C5EE-60ED-5C60-EE86-D0220F9CC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7793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4C1604A-E241-22EF-4C6F-7B0D68523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C7B5C149-8A7F-61C5-2DAD-D8240DB9E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56108A60-5EEF-355E-C3A6-C9C3ED3D2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70294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6E4EC64-5D32-BCBD-2B6E-8EBCEE35C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4A55BB6D-4303-D89B-C253-1C31545AA7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36EF22C2-9BA9-8948-0631-EBF24A9791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3270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143E22E-2C65-8401-7B4A-F31E7088F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F8FAEF07-6C4E-73F2-FD34-29A93D7F9E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A5CEEFC8-01AB-5C10-2980-3C6B71F05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3159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46201BB-DE8C-10A9-B033-C1F8DE7CC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25974A8-60ED-FEE4-15D9-8289A00A6B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1C63F5F-B999-26B1-CE4E-9436024C4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34454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A405389-C1D4-6231-2F29-D53DF6D61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1EB72CDD-F94A-333E-D7EF-C36F22085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910D7456-57B4-0215-5ACF-57457D1CF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05129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816CD6D-6DD2-414C-B186-099F313D4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45DDA62E-B848-DA21-4A98-C77975252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610C0B6D-D78A-C9A2-494D-CCD5C381C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33008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2284930-9AB1-2E27-5AA4-0B2FE882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AEC87B7-A2EA-6636-8BC5-A2B372D6D5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E514FDE5-FB01-BEC3-F6E7-840C5DBACE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15291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ABB4C1A-8379-DF88-BE12-25C11271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8E3CEB2-846B-A069-8FA6-BA7183AF2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C75B8FAD-4725-CA8A-388E-14BAAC4F2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66323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2DA8A31-89BE-4019-EAF5-E8B05C6B9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F7C3DFFE-2A5A-39AA-0356-4B26F94F11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A2331637-CE5D-7B7E-5D91-ACF7D3D38A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02063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0CF4459-47B2-E621-0D09-C3C9E154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DDC7228A-13AA-CF94-EE1F-321F79FC7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657DB10F-D712-D2F1-11DB-497E418AB5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82872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0BFFB06-4F7A-C557-B685-F557AC9D5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48AFBB77-4B15-76F0-B642-88B786B49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918809B3-36B7-F902-E28E-94DD2244B3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07319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7FCE8F3-CADE-BDC6-AFB7-E448B2FF8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8D56CF9-213F-EB71-0510-1DAC60960A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03BFC419-BABC-5BDB-39F5-5B0D217365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26238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78E2DF0-F6CB-76CC-DC08-62992815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3FF21DB4-3470-F91C-60F5-37FFC85554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3C344B7E-A31D-485C-452B-E700A8A6DD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02013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E9ECAC9-FCE8-4836-EA5F-9B0EB457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D2E7B401-E9AA-61A2-D8F8-2A1B5D0ED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5A401A7F-23BC-DF5F-B5D6-0F0AEE770F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13047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7369C49-E219-11D4-9657-5B495F5D9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35BEE292-670E-8915-10F9-E22C28B50D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F3955F03-EF20-AB35-877B-7AAADB13D4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60577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cssref/pr_class_display.php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88D422C-F617-B941-6C5C-FF3C78C3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874A6B9-94B0-057E-B30C-C9ADD914F5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EBA16AA-4218-1A8E-6D6D-B0ED6BC050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E948C0D-5CF7-1E55-F219-F6129DAB92D5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HTML Styles - CSS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AFA6B6-31A9-38C5-4A6A-6E56C623DAEB}"/>
              </a:ext>
            </a:extLst>
          </p:cNvPr>
          <p:cNvSpPr txBox="1"/>
          <p:nvPr/>
        </p:nvSpPr>
        <p:spPr>
          <a:xfrm>
            <a:off x="1187356" y="2336236"/>
            <a:ext cx="130336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CSS economiza muito trabalho. Ele permite controlar o layout de várias páginas da web simultaneamente.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Pode ser adicionado a documentos HTML de 3 maneiras: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>
                <a:latin typeface="Montserrat" panose="00000500000000000000" pitchFamily="2" charset="0"/>
              </a:rPr>
              <a:t>Inline</a:t>
            </a:r>
            <a:r>
              <a:rPr lang="pt-BR" sz="2800" dirty="0">
                <a:latin typeface="Montserrat" panose="00000500000000000000" pitchFamily="2" charset="0"/>
              </a:rPr>
              <a:t> - usando o </a:t>
            </a:r>
            <a:r>
              <a:rPr lang="pt-BR" sz="2800" dirty="0" err="1">
                <a:latin typeface="Montserrat" panose="00000500000000000000" pitchFamily="2" charset="0"/>
              </a:rPr>
              <a:t>styleatributo</a:t>
            </a:r>
            <a:r>
              <a:rPr lang="pt-BR" sz="2800" dirty="0">
                <a:latin typeface="Montserrat" panose="00000500000000000000" pitchFamily="2" charset="0"/>
              </a:rPr>
              <a:t> dentro de elementos HTML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Interno - usando um &lt;</a:t>
            </a:r>
            <a:r>
              <a:rPr lang="pt-BR" sz="2800" dirty="0" err="1">
                <a:latin typeface="Montserrat" panose="00000500000000000000" pitchFamily="2" charset="0"/>
              </a:rPr>
              <a:t>style</a:t>
            </a:r>
            <a:r>
              <a:rPr lang="pt-BR" sz="2800" dirty="0">
                <a:latin typeface="Montserrat" panose="00000500000000000000" pitchFamily="2" charset="0"/>
              </a:rPr>
              <a:t>&gt;elemento na &lt;</a:t>
            </a:r>
            <a:r>
              <a:rPr lang="pt-BR" sz="2800" dirty="0" err="1">
                <a:latin typeface="Montserrat" panose="00000500000000000000" pitchFamily="2" charset="0"/>
              </a:rPr>
              <a:t>head</a:t>
            </a:r>
            <a:r>
              <a:rPr lang="pt-BR" sz="2800" dirty="0">
                <a:latin typeface="Montserrat" panose="00000500000000000000" pitchFamily="2" charset="0"/>
              </a:rPr>
              <a:t>&gt;seção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Externo - usando um &lt;link&gt; elemento para vincular a um arquivo CSS externo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A maneira mais comum de adicionar CSS é manter os estilos em arquivos CSS externos. </a:t>
            </a:r>
          </a:p>
        </p:txBody>
      </p:sp>
    </p:spTree>
    <p:extLst>
      <p:ext uri="{BB962C8B-B14F-4D97-AF65-F5344CB8AC3E}">
        <p14:creationId xmlns:p14="http://schemas.microsoft.com/office/powerpoint/2010/main" val="269377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77CDDA1-2E6F-906E-FFB8-9284EB755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D847596-E6FB-6646-CC27-B6D0DBD25B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ED65125-A023-0331-55D9-5B3395C644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A99D978D-6AFA-CAA4-6AA2-701445C01192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HTML Styles - CSS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B36018-8EBC-6DF2-EB5A-6328967DC05A}"/>
              </a:ext>
            </a:extLst>
          </p:cNvPr>
          <p:cNvSpPr txBox="1"/>
          <p:nvPr/>
        </p:nvSpPr>
        <p:spPr>
          <a:xfrm>
            <a:off x="1187356" y="2336236"/>
            <a:ext cx="130336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O HTML usa "Marcação" para anotar texto, imagem e outros conteúdos para exibição em um navegador da Web. A marcação HTML inclui "elementos" especiais, como 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&lt;</a:t>
            </a:r>
            <a:r>
              <a:rPr lang="pt-BR" sz="2800" dirty="0" err="1">
                <a:latin typeface="Montserrat" panose="00000500000000000000" pitchFamily="2" charset="0"/>
              </a:rPr>
              <a:t>head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title</a:t>
            </a:r>
            <a:r>
              <a:rPr lang="pt-BR" sz="2800" dirty="0">
                <a:latin typeface="Montserrat" panose="00000500000000000000" pitchFamily="2" charset="0"/>
              </a:rPr>
              <a:t>&gt;, &lt;body&gt;, &lt;header&gt;, &lt;</a:t>
            </a:r>
            <a:r>
              <a:rPr lang="pt-BR" sz="2800" dirty="0" err="1">
                <a:latin typeface="Montserrat" panose="00000500000000000000" pitchFamily="2" charset="0"/>
              </a:rPr>
              <a:t>footer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article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section</a:t>
            </a:r>
            <a:r>
              <a:rPr lang="pt-BR" sz="2800" dirty="0">
                <a:latin typeface="Montserrat" panose="00000500000000000000" pitchFamily="2" charset="0"/>
              </a:rPr>
              <a:t>&gt;, &lt;p&gt;, &lt;</a:t>
            </a:r>
            <a:r>
              <a:rPr lang="pt-BR" sz="2800" dirty="0" err="1">
                <a:latin typeface="Montserrat" panose="00000500000000000000" pitchFamily="2" charset="0"/>
              </a:rPr>
              <a:t>div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span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img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aside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audio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canvas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datalist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details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embed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nav</a:t>
            </a:r>
            <a:r>
              <a:rPr lang="pt-BR" sz="2800" dirty="0">
                <a:latin typeface="Montserrat" panose="00000500000000000000" pitchFamily="2" charset="0"/>
              </a:rPr>
              <a:t>&gt;, &lt;output&gt;, &lt;</a:t>
            </a:r>
            <a:r>
              <a:rPr lang="pt-BR" sz="2800" dirty="0" err="1">
                <a:latin typeface="Montserrat" panose="00000500000000000000" pitchFamily="2" charset="0"/>
              </a:rPr>
              <a:t>progress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video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ul</a:t>
            </a:r>
            <a:r>
              <a:rPr lang="pt-BR" sz="2800" dirty="0">
                <a:latin typeface="Montserrat" panose="00000500000000000000" pitchFamily="2" charset="0"/>
              </a:rPr>
              <a:t>&gt;, &lt;</a:t>
            </a:r>
            <a:r>
              <a:rPr lang="pt-BR" sz="2800" dirty="0" err="1">
                <a:latin typeface="Montserrat" panose="00000500000000000000" pitchFamily="2" charset="0"/>
              </a:rPr>
              <a:t>ol</a:t>
            </a:r>
            <a:r>
              <a:rPr lang="pt-BR" sz="2800" dirty="0">
                <a:latin typeface="Montserrat" panose="00000500000000000000" pitchFamily="2" charset="0"/>
              </a:rPr>
              <a:t>&gt;, &lt;li&gt; 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e muitos outros.</a:t>
            </a:r>
          </a:p>
        </p:txBody>
      </p:sp>
    </p:spTree>
    <p:extLst>
      <p:ext uri="{BB962C8B-B14F-4D97-AF65-F5344CB8AC3E}">
        <p14:creationId xmlns:p14="http://schemas.microsoft.com/office/powerpoint/2010/main" val="1834463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52570B4-89DC-D7C2-CBEC-FA4B841AC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3D90B4C3-7900-DE29-A6CA-1ED3C11A04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6482356-A165-0B55-BA4F-6B53D7DA3D3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6CAC2399-FCC2-732F-A7C5-938453EB6EAF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HTML Styles - CSS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C3DF58-2E9B-F4F4-2A97-F0CF45732D5E}"/>
              </a:ext>
            </a:extLst>
          </p:cNvPr>
          <p:cNvSpPr txBox="1"/>
          <p:nvPr/>
        </p:nvSpPr>
        <p:spPr>
          <a:xfrm>
            <a:off x="1187356" y="2336236"/>
            <a:ext cx="66601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Um CSS </a:t>
            </a:r>
            <a:r>
              <a:rPr lang="pt-BR" sz="2800" dirty="0" err="1">
                <a:latin typeface="Montserrat" panose="00000500000000000000" pitchFamily="2" charset="0"/>
              </a:rPr>
              <a:t>inline</a:t>
            </a:r>
            <a:r>
              <a:rPr lang="pt-BR" sz="2800" dirty="0">
                <a:latin typeface="Montserrat" panose="00000500000000000000" pitchFamily="2" charset="0"/>
              </a:rPr>
              <a:t> é usado para aplicar um estilo exclusivo a um único elemento HTML.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Um CSS interno é usado para definir um estilo para uma única página HTML.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F8EC3BD-0D18-1AD2-41EE-D3BDD66D04B0}"/>
              </a:ext>
            </a:extLst>
          </p:cNvPr>
          <p:cNvSpPr txBox="1"/>
          <p:nvPr/>
        </p:nvSpPr>
        <p:spPr>
          <a:xfrm>
            <a:off x="8186118" y="2927995"/>
            <a:ext cx="92395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color:blue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;"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Blue Heading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F903EA0-3C09-127B-72E8-A27D998C2C14}"/>
              </a:ext>
            </a:extLst>
          </p:cNvPr>
          <p:cNvSpPr txBox="1"/>
          <p:nvPr/>
        </p:nvSpPr>
        <p:spPr>
          <a:xfrm>
            <a:off x="8186118" y="4321395"/>
            <a:ext cx="92395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&lt;!DOCTYPE </a:t>
            </a:r>
            <a:r>
              <a:rPr lang="pt-BR" sz="1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</a:b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body 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1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powderblue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;}</a:t>
            </a:r>
            <a:b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</a:b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h1   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1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blue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;}</a:t>
            </a:r>
            <a:b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</a:b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    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1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;}</a:t>
            </a:r>
            <a:b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heading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paragraph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777992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ED6E083-B103-2E60-4DE6-D8FD0570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564DEAC-E00E-671C-6CBB-356719AB82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CD6C74B4-CFC9-75BD-47C4-57B0006F5AA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38376E0E-F99B-C320-32BD-3D639DFDDAA1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HTML Styles - CSS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25D624-C84D-9EA7-0FE2-FB9CDDEF51E0}"/>
              </a:ext>
            </a:extLst>
          </p:cNvPr>
          <p:cNvSpPr txBox="1"/>
          <p:nvPr/>
        </p:nvSpPr>
        <p:spPr>
          <a:xfrm>
            <a:off x="1187356" y="2336236"/>
            <a:ext cx="66601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Uma folha de estilo externa é usada para definir o estilo de muitas páginas HTML.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765C18-3945-4D97-9E5D-FB4F2F4478B3}"/>
              </a:ext>
            </a:extLst>
          </p:cNvPr>
          <p:cNvSpPr txBox="1"/>
          <p:nvPr/>
        </p:nvSpPr>
        <p:spPr>
          <a:xfrm>
            <a:off x="7246962" y="3538926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&lt;!DOCTYPE html&gt;</a:t>
            </a:r>
            <a:br>
              <a:rPr lang="en-US" sz="2400" dirty="0"/>
            </a:b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400" dirty="0"/>
            </a:b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="stylesheet"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="styles.css"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400" dirty="0"/>
            </a:b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/head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400" dirty="0"/>
            </a:b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 is a heading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400" dirty="0"/>
            </a:b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 is a paragraph.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400" dirty="0"/>
            </a:b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C453EEB-EC97-E389-AF4E-84B49A3CEAB1}"/>
              </a:ext>
            </a:extLst>
          </p:cNvPr>
          <p:cNvSpPr txBox="1"/>
          <p:nvPr/>
        </p:nvSpPr>
        <p:spPr>
          <a:xfrm>
            <a:off x="1187356" y="5000717"/>
            <a:ext cx="9144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body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background-color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powderblue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000" dirty="0"/>
            </a:b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h1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color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blue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000" dirty="0"/>
            </a:b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red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78598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3C1614F-1DD1-9DDE-2F2D-8396D315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55F4CC57-7FB6-92CB-EC77-58BB38BC52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FC200CB8-E2C2-3345-13E4-3E103F5251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643C7238-2F98-32DD-7C7E-573455D928A7}"/>
              </a:ext>
            </a:extLst>
          </p:cNvPr>
          <p:cNvSpPr txBox="1"/>
          <p:nvPr/>
        </p:nvSpPr>
        <p:spPr>
          <a:xfrm>
            <a:off x="1759367" y="1351425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Cores, fontes e tamanhos CSS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591FD21-3529-68BA-7F3B-9E30C4CCF4FB}"/>
              </a:ext>
            </a:extLst>
          </p:cNvPr>
          <p:cNvSpPr txBox="1"/>
          <p:nvPr/>
        </p:nvSpPr>
        <p:spPr>
          <a:xfrm>
            <a:off x="614150" y="3128050"/>
            <a:ext cx="791316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A propriedade CSS </a:t>
            </a:r>
            <a:r>
              <a:rPr lang="pt-BR" sz="2800" b="1" dirty="0">
                <a:latin typeface="Montserrat" panose="00000500000000000000" pitchFamily="2" charset="0"/>
              </a:rPr>
              <a:t>color</a:t>
            </a:r>
            <a:r>
              <a:rPr lang="pt-BR" sz="2800" dirty="0">
                <a:latin typeface="Montserrat" panose="00000500000000000000" pitchFamily="2" charset="0"/>
              </a:rPr>
              <a:t> define a cor do texto a ser usada.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A propriedade CSS </a:t>
            </a:r>
            <a:r>
              <a:rPr lang="pt-BR" sz="2800" b="1" dirty="0" err="1">
                <a:latin typeface="Montserrat" panose="00000500000000000000" pitchFamily="2" charset="0"/>
              </a:rPr>
              <a:t>font-family</a:t>
            </a:r>
            <a:r>
              <a:rPr lang="pt-BR" sz="2800" b="1" dirty="0">
                <a:latin typeface="Montserrat" panose="00000500000000000000" pitchFamily="2" charset="0"/>
              </a:rPr>
              <a:t> </a:t>
            </a:r>
            <a:r>
              <a:rPr lang="pt-BR" sz="2800" dirty="0">
                <a:latin typeface="Montserrat" panose="00000500000000000000" pitchFamily="2" charset="0"/>
              </a:rPr>
              <a:t>define a fonte a ser usada.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A propriedade CSS</a:t>
            </a:r>
            <a:r>
              <a:rPr lang="pt-BR" sz="2800" b="1" dirty="0">
                <a:latin typeface="Montserrat" panose="00000500000000000000" pitchFamily="2" charset="0"/>
              </a:rPr>
              <a:t> </a:t>
            </a:r>
            <a:r>
              <a:rPr lang="pt-BR" sz="2800" b="1" dirty="0" err="1">
                <a:latin typeface="Montserrat" panose="00000500000000000000" pitchFamily="2" charset="0"/>
              </a:rPr>
              <a:t>font-size</a:t>
            </a:r>
            <a:r>
              <a:rPr lang="pt-BR" sz="2800" b="1" dirty="0">
                <a:latin typeface="Montserrat" panose="00000500000000000000" pitchFamily="2" charset="0"/>
              </a:rPr>
              <a:t> </a:t>
            </a:r>
            <a:r>
              <a:rPr lang="pt-BR" sz="2800" dirty="0">
                <a:latin typeface="Montserrat" panose="00000500000000000000" pitchFamily="2" charset="0"/>
              </a:rPr>
              <a:t>define o tamanho do texto a ser usado.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D565E2-D5F0-A131-7419-9E664C521581}"/>
              </a:ext>
            </a:extLst>
          </p:cNvPr>
          <p:cNvSpPr txBox="1"/>
          <p:nvPr/>
        </p:nvSpPr>
        <p:spPr>
          <a:xfrm>
            <a:off x="9144000" y="1227661"/>
            <a:ext cx="9239534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&lt;!DOCTYPE </a:t>
            </a:r>
            <a:r>
              <a:rPr lang="pt-B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h1 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blue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0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verdana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0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300%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 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color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courier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160%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heading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paragraph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99185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8421CCB-3C96-A5AE-2665-A6BBFD16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CAF2F3C7-18DC-7100-A0CD-8B74ED08D2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6F1A5BFE-534A-513C-F988-5403963AE3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65FA0E7-D3E6-D2FC-9048-FFB7F019D2B7}"/>
              </a:ext>
            </a:extLst>
          </p:cNvPr>
          <p:cNvSpPr txBox="1"/>
          <p:nvPr/>
        </p:nvSpPr>
        <p:spPr>
          <a:xfrm>
            <a:off x="1759367" y="1351425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Cores, fontes e tamanhos CSS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55B3FF-A077-CAE5-0489-502BF9B6D7FB}"/>
              </a:ext>
            </a:extLst>
          </p:cNvPr>
          <p:cNvSpPr txBox="1"/>
          <p:nvPr/>
        </p:nvSpPr>
        <p:spPr>
          <a:xfrm>
            <a:off x="614150" y="3128050"/>
            <a:ext cx="79131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A propriedade CSS </a:t>
            </a:r>
            <a:r>
              <a:rPr lang="pt-BR" sz="2800" b="1" dirty="0" err="1">
                <a:latin typeface="Montserrat" panose="00000500000000000000" pitchFamily="2" charset="0"/>
              </a:rPr>
              <a:t>border</a:t>
            </a:r>
            <a:r>
              <a:rPr lang="pt-BR" sz="2800" dirty="0">
                <a:latin typeface="Montserrat" panose="00000500000000000000" pitchFamily="2" charset="0"/>
              </a:rPr>
              <a:t> define uma borda ao redor de um elemento HTML.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A propriedade CSS </a:t>
            </a:r>
            <a:r>
              <a:rPr lang="pt-BR" sz="2800" b="1" dirty="0" err="1">
                <a:latin typeface="Montserrat" panose="00000500000000000000" pitchFamily="2" charset="0"/>
              </a:rPr>
              <a:t>padding</a:t>
            </a:r>
            <a:r>
              <a:rPr lang="pt-BR" sz="2800" dirty="0">
                <a:latin typeface="Montserrat" panose="00000500000000000000" pitchFamily="2" charset="0"/>
              </a:rPr>
              <a:t> define um preenchimento (espaço) entre o texto e a borda.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A propriedade CSS </a:t>
            </a:r>
            <a:r>
              <a:rPr lang="pt-BR" sz="2800" b="1" dirty="0" err="1">
                <a:latin typeface="Montserrat" panose="00000500000000000000" pitchFamily="2" charset="0"/>
              </a:rPr>
              <a:t>margin</a:t>
            </a:r>
            <a:r>
              <a:rPr lang="pt-BR" sz="2800" dirty="0">
                <a:latin typeface="Montserrat" panose="00000500000000000000" pitchFamily="2" charset="0"/>
              </a:rPr>
              <a:t> define uma margem (espaço) fora da borda.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EA3272-7D48-98A5-7EE6-6E49DAA2E352}"/>
              </a:ext>
            </a:extLst>
          </p:cNvPr>
          <p:cNvSpPr txBox="1"/>
          <p:nvPr/>
        </p:nvSpPr>
        <p:spPr>
          <a:xfrm>
            <a:off x="9021170" y="3004938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 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4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2px 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powderblue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182934D-643F-A844-F2A9-B5CCBD715264}"/>
              </a:ext>
            </a:extLst>
          </p:cNvPr>
          <p:cNvSpPr txBox="1"/>
          <p:nvPr/>
        </p:nvSpPr>
        <p:spPr>
          <a:xfrm>
            <a:off x="9021170" y="4682321"/>
            <a:ext cx="92395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 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4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2px 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powderblue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4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30px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C1EE6B-97DD-2D46-3A0C-012A9B64F0AD}"/>
              </a:ext>
            </a:extLst>
          </p:cNvPr>
          <p:cNvSpPr txBox="1"/>
          <p:nvPr/>
        </p:nvSpPr>
        <p:spPr>
          <a:xfrm>
            <a:off x="9048466" y="6699830"/>
            <a:ext cx="92395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 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4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2px 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powderblue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4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50px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37415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C14C0E7-ECD7-7881-B7BB-37ECBFAB3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7B08B6EC-F9A1-F0BB-7E1D-C7431FBC92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1C0B5AB0-DCF3-EB5F-005C-54C80741CFA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97F26A76-9C2E-7595-7A05-4EF2F3723C29}"/>
              </a:ext>
            </a:extLst>
          </p:cNvPr>
          <p:cNvSpPr txBox="1"/>
          <p:nvPr/>
        </p:nvSpPr>
        <p:spPr>
          <a:xfrm>
            <a:off x="1759367" y="1351425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HTML Links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9A920B-8282-76F1-8A67-3D38EE2271AD}"/>
              </a:ext>
            </a:extLst>
          </p:cNvPr>
          <p:cNvSpPr txBox="1"/>
          <p:nvPr/>
        </p:nvSpPr>
        <p:spPr>
          <a:xfrm>
            <a:off x="763952" y="2259440"/>
            <a:ext cx="14030221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A </a:t>
            </a:r>
            <a:r>
              <a:rPr lang="pt-BR" sz="2800" b="1" dirty="0">
                <a:latin typeface="Montserrat" panose="00000500000000000000" pitchFamily="2" charset="0"/>
              </a:rPr>
              <a:t>&lt;a&gt; </a:t>
            </a:r>
            <a:r>
              <a:rPr lang="pt-BR" sz="2800" b="1" dirty="0" err="1">
                <a:latin typeface="Montserrat" panose="00000500000000000000" pitchFamily="2" charset="0"/>
              </a:rPr>
              <a:t>tag</a:t>
            </a:r>
            <a:r>
              <a:rPr lang="pt-BR" sz="2800" b="1" dirty="0">
                <a:latin typeface="Montserrat" panose="00000500000000000000" pitchFamily="2" charset="0"/>
              </a:rPr>
              <a:t> </a:t>
            </a:r>
            <a:r>
              <a:rPr lang="pt-BR" sz="2800" dirty="0">
                <a:latin typeface="Montserrat" panose="00000500000000000000" pitchFamily="2" charset="0"/>
              </a:rPr>
              <a:t>HTML define um hiperlink. Ela tem a seguinte sintaxe: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400" dirty="0">
                <a:latin typeface="Montserrat" panose="00000500000000000000" pitchFamily="2" charset="0"/>
              </a:rPr>
              <a:t>Por padrão, os links aparecerão da seguinte maneira em todos os navegadores: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Um link não visitado é sublinhado e azul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Um link visitado é sublinhado e roxo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Um link ativo é sublinhado e vermelho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Por padrão, a página vinculada será exibida na janela atual do navegador. Para alterar isso, você precisa especificar outro destino para o link.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b="1" dirty="0">
                <a:latin typeface="Montserrat" panose="00000500000000000000" pitchFamily="2" charset="0"/>
              </a:rPr>
              <a:t>target</a:t>
            </a:r>
            <a:r>
              <a:rPr lang="pt-BR" sz="2800" dirty="0">
                <a:latin typeface="Montserrat" panose="00000500000000000000" pitchFamily="2" charset="0"/>
              </a:rPr>
              <a:t> atributo especifica onde abrir o documento vinculado.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794F18-7DFF-3396-6BFC-312C70D14C07}"/>
              </a:ext>
            </a:extLst>
          </p:cNvPr>
          <p:cNvSpPr txBox="1"/>
          <p:nvPr/>
        </p:nvSpPr>
        <p:spPr>
          <a:xfrm>
            <a:off x="4285073" y="2872214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2400" b="0" i="1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 text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2812102-B388-8641-765B-E30942025038}"/>
              </a:ext>
            </a:extLst>
          </p:cNvPr>
          <p:cNvSpPr txBox="1"/>
          <p:nvPr/>
        </p:nvSpPr>
        <p:spPr>
          <a:xfrm>
            <a:off x="1577190" y="7950110"/>
            <a:ext cx="13900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="https://www.g1.com/"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target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="_blank"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Visi</a:t>
            </a:r>
            <a:r>
              <a:rPr lang="en-US" sz="2400" dirty="0" err="1">
                <a:latin typeface="Consolas" panose="020B0609020204030204" pitchFamily="49" charset="0"/>
              </a:rPr>
              <a:t>te</a:t>
            </a:r>
            <a:r>
              <a:rPr lang="en-US" sz="2400" dirty="0">
                <a:latin typeface="Consolas" panose="020B0609020204030204" pitchFamily="49" charset="0"/>
              </a:rPr>
              <a:t> G1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444229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3162D6D-F02B-815D-D3C3-50731942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15A71295-5CF1-63A5-E1BF-8FF5B6CEE8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C49C4FE8-B2AB-0F94-1905-FE2412F5BA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7F44D447-528A-74D5-D8C9-409D2B48F0B3}"/>
              </a:ext>
            </a:extLst>
          </p:cNvPr>
          <p:cNvSpPr txBox="1"/>
          <p:nvPr/>
        </p:nvSpPr>
        <p:spPr>
          <a:xfrm>
            <a:off x="1759367" y="1351425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HTML Links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F22DDB-5D77-12E5-52EC-0E689ED99AF0}"/>
              </a:ext>
            </a:extLst>
          </p:cNvPr>
          <p:cNvSpPr txBox="1"/>
          <p:nvPr/>
        </p:nvSpPr>
        <p:spPr>
          <a:xfrm>
            <a:off x="763952" y="2259440"/>
            <a:ext cx="140302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Para usar uma imagem como link, basta colocar a </a:t>
            </a:r>
            <a:r>
              <a:rPr lang="pt-BR" sz="2800" b="1" dirty="0">
                <a:latin typeface="Montserrat" panose="00000500000000000000" pitchFamily="2" charset="0"/>
              </a:rPr>
              <a:t>&lt;</a:t>
            </a:r>
            <a:r>
              <a:rPr lang="pt-BR" sz="2800" b="1" dirty="0" err="1">
                <a:latin typeface="Montserrat" panose="00000500000000000000" pitchFamily="2" charset="0"/>
              </a:rPr>
              <a:t>img</a:t>
            </a:r>
            <a:r>
              <a:rPr lang="pt-BR" sz="2800" b="1" dirty="0">
                <a:latin typeface="Montserrat" panose="00000500000000000000" pitchFamily="2" charset="0"/>
              </a:rPr>
              <a:t>&gt; </a:t>
            </a:r>
            <a:r>
              <a:rPr lang="pt-BR" sz="2800" dirty="0" err="1">
                <a:latin typeface="Montserrat" panose="00000500000000000000" pitchFamily="2" charset="0"/>
              </a:rPr>
              <a:t>tag</a:t>
            </a:r>
            <a:r>
              <a:rPr lang="pt-BR" sz="2800" dirty="0">
                <a:latin typeface="Montserrat" panose="00000500000000000000" pitchFamily="2" charset="0"/>
              </a:rPr>
              <a:t> dentro da </a:t>
            </a:r>
            <a:r>
              <a:rPr lang="pt-BR" sz="2800" b="1" dirty="0">
                <a:latin typeface="Montserrat" panose="00000500000000000000" pitchFamily="2" charset="0"/>
              </a:rPr>
              <a:t>&lt;a&gt; </a:t>
            </a:r>
            <a:r>
              <a:rPr lang="pt-BR" sz="2800" b="1" dirty="0" err="1">
                <a:latin typeface="Montserrat" panose="00000500000000000000" pitchFamily="2" charset="0"/>
              </a:rPr>
              <a:t>tag</a:t>
            </a:r>
            <a:r>
              <a:rPr lang="pt-BR" sz="2800" dirty="0">
                <a:latin typeface="Montserrat" panose="00000500000000000000" pitchFamily="2" charset="0"/>
              </a:rPr>
              <a:t>: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Use </a:t>
            </a:r>
            <a:r>
              <a:rPr lang="pt-BR" sz="2800" b="1" dirty="0">
                <a:latin typeface="Montserrat" panose="00000500000000000000" pitchFamily="2" charset="0"/>
              </a:rPr>
              <a:t>mailto: </a:t>
            </a:r>
            <a:r>
              <a:rPr lang="pt-BR" sz="2800" dirty="0">
                <a:latin typeface="Montserrat" panose="00000500000000000000" pitchFamily="2" charset="0"/>
              </a:rPr>
              <a:t>dentro do </a:t>
            </a:r>
            <a:r>
              <a:rPr lang="pt-BR" sz="2800" b="1" dirty="0" err="1">
                <a:latin typeface="Montserrat" panose="00000500000000000000" pitchFamily="2" charset="0"/>
              </a:rPr>
              <a:t>href</a:t>
            </a:r>
            <a:r>
              <a:rPr lang="pt-BR" sz="2800" dirty="0">
                <a:latin typeface="Montserrat" panose="00000500000000000000" pitchFamily="2" charset="0"/>
              </a:rPr>
              <a:t> atributo para criar um link que abre o programa de e-mail do usuário (para permitir que ele envie um novo e-mail):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496C927-3F78-7518-648D-F76B25860BB9}"/>
              </a:ext>
            </a:extLst>
          </p:cNvPr>
          <p:cNvSpPr txBox="1"/>
          <p:nvPr/>
        </p:nvSpPr>
        <p:spPr>
          <a:xfrm>
            <a:off x="1404362" y="3518531"/>
            <a:ext cx="140302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=“site.html"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400" dirty="0"/>
            </a:b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=“figura.gif"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="HTML tutorial"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="width:42px;height:42px;"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400" dirty="0"/>
            </a:b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D73DBD6-651C-B52D-0500-3D3D2D959269}"/>
              </a:ext>
            </a:extLst>
          </p:cNvPr>
          <p:cNvSpPr txBox="1"/>
          <p:nvPr/>
        </p:nvSpPr>
        <p:spPr>
          <a:xfrm>
            <a:off x="2325512" y="6523541"/>
            <a:ext cx="9239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="mailto:email@email.com"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Enviar e-mail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13054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3883D07-4E82-9CE7-4DB4-DF0DB6D7F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4CD95E2-5670-30CF-2C04-730687E539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DAE04E25-7A64-BDE1-95CD-4E27D15764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31E9BA96-8935-6ED1-9A70-6F14CA75EBC1}"/>
              </a:ext>
            </a:extLst>
          </p:cNvPr>
          <p:cNvSpPr txBox="1"/>
          <p:nvPr/>
        </p:nvSpPr>
        <p:spPr>
          <a:xfrm>
            <a:off x="1759367" y="1351425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HTML Links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79E174-99C0-06C5-27DE-18460EE9D557}"/>
              </a:ext>
            </a:extLst>
          </p:cNvPr>
          <p:cNvSpPr txBox="1"/>
          <p:nvPr/>
        </p:nvSpPr>
        <p:spPr>
          <a:xfrm>
            <a:off x="763952" y="2259440"/>
            <a:ext cx="8107093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Você pode alterar as cores do estado do link usando CSS.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Aqui,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um link não visitado ficará verde, sem sublinhado.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Um link visitado ficará rosa, sem sublinhado.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Um link ativo ficará amarelo e sublinhado.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Além disso, ao passar o mouse sobre um link (</a:t>
            </a:r>
            <a:r>
              <a:rPr lang="pt-BR" sz="2800" dirty="0" err="1">
                <a:latin typeface="Montserrat" panose="00000500000000000000" pitchFamily="2" charset="0"/>
              </a:rPr>
              <a:t>a:hover</a:t>
            </a:r>
            <a:r>
              <a:rPr lang="pt-BR" sz="2800" dirty="0">
                <a:latin typeface="Montserrat" panose="00000500000000000000" pitchFamily="2" charset="0"/>
              </a:rPr>
              <a:t>), ele ficará vermelho e sublinhado: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079FFA1-5A51-1A14-7B04-4D690F6D80FE}"/>
              </a:ext>
            </a:extLst>
          </p:cNvPr>
          <p:cNvSpPr txBox="1"/>
          <p:nvPr/>
        </p:nvSpPr>
        <p:spPr>
          <a:xfrm>
            <a:off x="9309043" y="1026596"/>
            <a:ext cx="9239534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a:link 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background-color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transparent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0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pt-BR" sz="2000" dirty="0"/>
            </a:br>
            <a:br>
              <a:rPr lang="pt-BR" sz="2000" dirty="0"/>
            </a:b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a:visited 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color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pink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background-color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transparent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pt-BR" sz="2000" dirty="0"/>
            </a:br>
            <a:br>
              <a:rPr lang="pt-BR" sz="2000" dirty="0"/>
            </a:b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a:hover 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color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background-color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transparent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underline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pt-BR" sz="2000" dirty="0"/>
            </a:br>
            <a:br>
              <a:rPr lang="pt-BR" sz="2000" dirty="0"/>
            </a:b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a:active 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color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background-color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transparent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underline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pt-BR" sz="2000" dirty="0"/>
            </a:b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F2C4F6A-E600-A745-BE6E-E01573C17E98}"/>
              </a:ext>
            </a:extLst>
          </p:cNvPr>
          <p:cNvSpPr txBox="1"/>
          <p:nvPr/>
        </p:nvSpPr>
        <p:spPr>
          <a:xfrm>
            <a:off x="1484195" y="8045687"/>
            <a:ext cx="92736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&lt;a </a:t>
            </a:r>
            <a:r>
              <a:rPr lang="pt-BR" sz="2000" dirty="0" err="1"/>
              <a:t>href</a:t>
            </a:r>
            <a:r>
              <a:rPr lang="pt-BR" sz="2000" dirty="0"/>
              <a:t>=“site.asp" target="_</a:t>
            </a:r>
            <a:r>
              <a:rPr lang="pt-BR" sz="2000" dirty="0" err="1"/>
              <a:t>blank</a:t>
            </a:r>
            <a:r>
              <a:rPr lang="pt-BR" sz="2000" dirty="0"/>
              <a:t>"&gt;Exemplo&lt;/a&gt; </a:t>
            </a:r>
          </a:p>
        </p:txBody>
      </p:sp>
    </p:spTree>
    <p:extLst>
      <p:ext uri="{BB962C8B-B14F-4D97-AF65-F5344CB8AC3E}">
        <p14:creationId xmlns:p14="http://schemas.microsoft.com/office/powerpoint/2010/main" val="2155939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9234966-5D6C-AC55-5707-54ADB5C84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93466FB6-AA8B-919B-6621-6C59772AA3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FAB23B7E-4E0D-E01D-37A2-65200E7431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42BC93DA-78C0-E884-E7BD-9A6DEBA15E2D}"/>
              </a:ext>
            </a:extLst>
          </p:cNvPr>
          <p:cNvSpPr txBox="1"/>
          <p:nvPr/>
        </p:nvSpPr>
        <p:spPr>
          <a:xfrm>
            <a:off x="1759367" y="1351425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HTML Links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254D14-5976-C505-54D0-90CA356F8AA8}"/>
              </a:ext>
            </a:extLst>
          </p:cNvPr>
          <p:cNvSpPr txBox="1"/>
          <p:nvPr/>
        </p:nvSpPr>
        <p:spPr>
          <a:xfrm>
            <a:off x="763952" y="2259440"/>
            <a:ext cx="138937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Links HTML podem ser usados ​​para criar marcadores, para que os leitores possam pular para partes específicas de uma página da web.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Primeiro, use o id atributo para criar um marcador: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Em seguida, adicione um link para o marcador ("Ir para o Capítulo 4"), na mesma página: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4EDB097-E1D8-62A7-F7B4-6DB2D2AD24FC}"/>
              </a:ext>
            </a:extLst>
          </p:cNvPr>
          <p:cNvSpPr txBox="1"/>
          <p:nvPr/>
        </p:nvSpPr>
        <p:spPr>
          <a:xfrm>
            <a:off x="3907545" y="4321617"/>
            <a:ext cx="9239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id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="C4"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Capitulo 4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/h2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CA37608-DEA8-2C5C-1573-524749F23345}"/>
              </a:ext>
            </a:extLst>
          </p:cNvPr>
          <p:cNvSpPr txBox="1"/>
          <p:nvPr/>
        </p:nvSpPr>
        <p:spPr>
          <a:xfrm>
            <a:off x="3907545" y="6383794"/>
            <a:ext cx="9239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="#C4"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&gt;Pule para o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Capitulo 4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30389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A24DF6C-2F74-E651-42AA-198ED96E3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3A2C1FA-CA77-5B25-0A63-B52BBB98EC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6CC5959-5A5B-326C-7A82-BFF9134DCF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2258B0C0-1882-76DE-494A-1E2C8013FC68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Tabelas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1D0D0A-21B3-BBAC-DB92-534CC5345E6C}"/>
              </a:ext>
            </a:extLst>
          </p:cNvPr>
          <p:cNvSpPr txBox="1"/>
          <p:nvPr/>
        </p:nvSpPr>
        <p:spPr>
          <a:xfrm>
            <a:off x="763952" y="2259440"/>
            <a:ext cx="1389374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As tabelas HTML permitem que desenvolvedores web organizem dados em linhas e colunas.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Cada célula da tabela é definida por uma </a:t>
            </a:r>
            <a:r>
              <a:rPr lang="pt-BR" sz="2800" b="1" dirty="0" err="1">
                <a:latin typeface="Montserrat" panose="00000500000000000000" pitchFamily="2" charset="0"/>
              </a:rPr>
              <a:t>tag</a:t>
            </a:r>
            <a:r>
              <a:rPr lang="pt-BR" sz="2800" b="1" dirty="0">
                <a:latin typeface="Montserrat" panose="00000500000000000000" pitchFamily="2" charset="0"/>
              </a:rPr>
              <a:t> &lt;</a:t>
            </a:r>
            <a:r>
              <a:rPr lang="pt-BR" sz="2800" b="1" dirty="0" err="1">
                <a:latin typeface="Montserrat" panose="00000500000000000000" pitchFamily="2" charset="0"/>
              </a:rPr>
              <a:t>td</a:t>
            </a:r>
            <a:r>
              <a:rPr lang="pt-BR" sz="2800" b="1" dirty="0">
                <a:latin typeface="Montserrat" panose="00000500000000000000" pitchFamily="2" charset="0"/>
              </a:rPr>
              <a:t>&gt; </a:t>
            </a:r>
            <a:r>
              <a:rPr lang="pt-BR" sz="2800" dirty="0">
                <a:latin typeface="Montserrat" panose="00000500000000000000" pitchFamily="2" charset="0"/>
              </a:rPr>
              <a:t>e uma </a:t>
            </a:r>
            <a:r>
              <a:rPr lang="pt-BR" sz="2800" b="1" dirty="0">
                <a:latin typeface="Montserrat" panose="00000500000000000000" pitchFamily="2" charset="0"/>
              </a:rPr>
              <a:t>&lt;/</a:t>
            </a:r>
            <a:r>
              <a:rPr lang="pt-BR" sz="2800" b="1" dirty="0" err="1">
                <a:latin typeface="Montserrat" panose="00000500000000000000" pitchFamily="2" charset="0"/>
              </a:rPr>
              <a:t>td</a:t>
            </a:r>
            <a:r>
              <a:rPr lang="pt-BR" sz="2800" b="1" dirty="0">
                <a:latin typeface="Montserrat" panose="00000500000000000000" pitchFamily="2" charset="0"/>
              </a:rPr>
              <a:t>&gt; </a:t>
            </a:r>
            <a:r>
              <a:rPr lang="pt-BR" sz="2800" dirty="0">
                <a:latin typeface="Montserrat" panose="00000500000000000000" pitchFamily="2" charset="0"/>
              </a:rPr>
              <a:t>(</a:t>
            </a:r>
            <a:r>
              <a:rPr lang="pt-BR" sz="2800" dirty="0" err="1">
                <a:latin typeface="Montserrat" panose="00000500000000000000" pitchFamily="2" charset="0"/>
              </a:rPr>
              <a:t>td</a:t>
            </a:r>
            <a:r>
              <a:rPr lang="pt-BR" sz="2800" dirty="0">
                <a:latin typeface="Montserrat" panose="00000500000000000000" pitchFamily="2" charset="0"/>
              </a:rPr>
              <a:t> significa dados de tabela). Tudo entre &lt;</a:t>
            </a:r>
            <a:r>
              <a:rPr lang="pt-BR" sz="2800" dirty="0" err="1">
                <a:latin typeface="Montserrat" panose="00000500000000000000" pitchFamily="2" charset="0"/>
              </a:rPr>
              <a:t>td</a:t>
            </a:r>
            <a:r>
              <a:rPr lang="pt-BR" sz="2800" dirty="0">
                <a:latin typeface="Montserrat" panose="00000500000000000000" pitchFamily="2" charset="0"/>
              </a:rPr>
              <a:t>&gt;e &lt;/</a:t>
            </a:r>
            <a:r>
              <a:rPr lang="pt-BR" sz="2800" dirty="0" err="1">
                <a:latin typeface="Montserrat" panose="00000500000000000000" pitchFamily="2" charset="0"/>
              </a:rPr>
              <a:t>td</a:t>
            </a:r>
            <a:r>
              <a:rPr lang="pt-BR" sz="2800" dirty="0">
                <a:latin typeface="Montserrat" panose="00000500000000000000" pitchFamily="2" charset="0"/>
              </a:rPr>
              <a:t>&gt; é o conteúdo de uma célula da tabela.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Cada linha da tabela começa com a </a:t>
            </a:r>
            <a:r>
              <a:rPr lang="pt-BR" sz="2800" b="1" dirty="0">
                <a:latin typeface="Montserrat" panose="00000500000000000000" pitchFamily="2" charset="0"/>
              </a:rPr>
              <a:t>&lt;</a:t>
            </a:r>
            <a:r>
              <a:rPr lang="pt-BR" sz="2800" b="1" dirty="0" err="1">
                <a:latin typeface="Montserrat" panose="00000500000000000000" pitchFamily="2" charset="0"/>
              </a:rPr>
              <a:t>tr</a:t>
            </a:r>
            <a:r>
              <a:rPr lang="pt-BR" sz="2800" b="1" dirty="0">
                <a:latin typeface="Montserrat" panose="00000500000000000000" pitchFamily="2" charset="0"/>
              </a:rPr>
              <a:t>&gt; </a:t>
            </a:r>
            <a:r>
              <a:rPr lang="pt-BR" sz="2800" dirty="0">
                <a:latin typeface="Montserrat" panose="00000500000000000000" pitchFamily="2" charset="0"/>
              </a:rPr>
              <a:t>e termina com uma &lt;</a:t>
            </a:r>
            <a:r>
              <a:rPr lang="pt-BR" sz="2800" b="1" dirty="0">
                <a:latin typeface="Montserrat" panose="00000500000000000000" pitchFamily="2" charset="0"/>
              </a:rPr>
              <a:t>/</a:t>
            </a:r>
            <a:r>
              <a:rPr lang="pt-BR" sz="2800" b="1" dirty="0" err="1">
                <a:latin typeface="Montserrat" panose="00000500000000000000" pitchFamily="2" charset="0"/>
              </a:rPr>
              <a:t>tr</a:t>
            </a:r>
            <a:r>
              <a:rPr lang="pt-BR" sz="2800" b="1" dirty="0">
                <a:latin typeface="Montserrat" panose="00000500000000000000" pitchFamily="2" charset="0"/>
              </a:rPr>
              <a:t>&gt; </a:t>
            </a:r>
            <a:r>
              <a:rPr lang="pt-BR" sz="2800" dirty="0">
                <a:latin typeface="Montserrat" panose="00000500000000000000" pitchFamily="2" charset="0"/>
              </a:rPr>
              <a:t>(</a:t>
            </a:r>
            <a:r>
              <a:rPr lang="pt-BR" sz="2800" dirty="0" err="1">
                <a:latin typeface="Montserrat" panose="00000500000000000000" pitchFamily="2" charset="0"/>
              </a:rPr>
              <a:t>tr</a:t>
            </a:r>
            <a:r>
              <a:rPr lang="pt-BR" sz="2800" dirty="0">
                <a:latin typeface="Montserrat" panose="00000500000000000000" pitchFamily="2" charset="0"/>
              </a:rPr>
              <a:t> significa fileira da tabela).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Às vezes, você quer que suas células sejam células de cabeçalho de tabela. Nesses casos, use a </a:t>
            </a:r>
            <a:r>
              <a:rPr lang="pt-BR" sz="2800" b="1" dirty="0">
                <a:latin typeface="Montserrat" panose="00000500000000000000" pitchFamily="2" charset="0"/>
              </a:rPr>
              <a:t>&lt;</a:t>
            </a:r>
            <a:r>
              <a:rPr lang="pt-BR" sz="2800" b="1" dirty="0" err="1">
                <a:latin typeface="Montserrat" panose="00000500000000000000" pitchFamily="2" charset="0"/>
              </a:rPr>
              <a:t>th</a:t>
            </a:r>
            <a:r>
              <a:rPr lang="pt-BR" sz="2800" b="1" dirty="0">
                <a:latin typeface="Montserrat" panose="00000500000000000000" pitchFamily="2" charset="0"/>
              </a:rPr>
              <a:t>&gt; </a:t>
            </a:r>
            <a:r>
              <a:rPr lang="pt-BR" sz="2800" b="1" dirty="0" err="1">
                <a:latin typeface="Montserrat" panose="00000500000000000000" pitchFamily="2" charset="0"/>
              </a:rPr>
              <a:t>tag</a:t>
            </a:r>
            <a:r>
              <a:rPr lang="pt-BR" sz="2800" b="1" dirty="0">
                <a:latin typeface="Montserrat" panose="00000500000000000000" pitchFamily="2" charset="0"/>
              </a:rPr>
              <a:t> </a:t>
            </a:r>
            <a:r>
              <a:rPr lang="pt-BR" sz="2800" dirty="0">
                <a:latin typeface="Montserrat" panose="00000500000000000000" pitchFamily="2" charset="0"/>
              </a:rPr>
              <a:t>em vez da </a:t>
            </a:r>
            <a:r>
              <a:rPr lang="pt-BR" sz="2800" b="1" dirty="0">
                <a:latin typeface="Montserrat" panose="00000500000000000000" pitchFamily="2" charset="0"/>
              </a:rPr>
              <a:t>&lt;</a:t>
            </a:r>
            <a:r>
              <a:rPr lang="pt-BR" sz="2800" b="1" dirty="0" err="1">
                <a:latin typeface="Montserrat" panose="00000500000000000000" pitchFamily="2" charset="0"/>
              </a:rPr>
              <a:t>td</a:t>
            </a:r>
            <a:r>
              <a:rPr lang="pt-BR" sz="2800" b="1" dirty="0">
                <a:latin typeface="Montserrat" panose="00000500000000000000" pitchFamily="2" charset="0"/>
              </a:rPr>
              <a:t>&gt; </a:t>
            </a:r>
            <a:r>
              <a:rPr lang="pt-BR" sz="2800" dirty="0">
                <a:latin typeface="Montserrat" panose="00000500000000000000" pitchFamily="2" charset="0"/>
              </a:rPr>
              <a:t>(</a:t>
            </a:r>
            <a:r>
              <a:rPr lang="pt-BR" sz="2800" dirty="0" err="1">
                <a:latin typeface="Montserrat" panose="00000500000000000000" pitchFamily="2" charset="0"/>
              </a:rPr>
              <a:t>th</a:t>
            </a:r>
            <a:r>
              <a:rPr lang="pt-BR" sz="2800" dirty="0">
                <a:latin typeface="Montserrat" panose="00000500000000000000" pitchFamily="2" charset="0"/>
              </a:rPr>
              <a:t> significa cabeçalho de tabela.)</a:t>
            </a:r>
          </a:p>
        </p:txBody>
      </p:sp>
    </p:spTree>
    <p:extLst>
      <p:ext uri="{BB962C8B-B14F-4D97-AF65-F5344CB8AC3E}">
        <p14:creationId xmlns:p14="http://schemas.microsoft.com/office/powerpoint/2010/main" val="4075041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572E577-647E-1782-6A8A-0F3F20DDE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A5361BF8-2964-49D4-335F-F4EEF5A354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2B19330-700F-03FB-E1CE-FA334A322AB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38978F4D-2C04-4C35-6EA8-4AC4B46AF98F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Tabelas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3541BF6-A666-21D5-6C04-5A24697E9BCF}"/>
              </a:ext>
            </a:extLst>
          </p:cNvPr>
          <p:cNvSpPr txBox="1"/>
          <p:nvPr/>
        </p:nvSpPr>
        <p:spPr>
          <a:xfrm>
            <a:off x="763952" y="2259440"/>
            <a:ext cx="138937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As tabelas HTML podem ter bordas de diferentes estilos e formatos.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Para adicionar uma borda, use a propriedade CSS </a:t>
            </a:r>
            <a:r>
              <a:rPr lang="pt-BR" sz="2800" b="1" dirty="0" err="1">
                <a:latin typeface="Montserrat" panose="00000500000000000000" pitchFamily="2" charset="0"/>
              </a:rPr>
              <a:t>border</a:t>
            </a:r>
            <a:r>
              <a:rPr lang="pt-BR" sz="2800" b="1" dirty="0">
                <a:latin typeface="Montserrat" panose="00000500000000000000" pitchFamily="2" charset="0"/>
              </a:rPr>
              <a:t> </a:t>
            </a:r>
            <a:r>
              <a:rPr lang="pt-BR" sz="2800" dirty="0">
                <a:latin typeface="Montserrat" panose="00000500000000000000" pitchFamily="2" charset="0"/>
              </a:rPr>
              <a:t>nos elementos </a:t>
            </a:r>
            <a:r>
              <a:rPr lang="pt-BR" sz="2800" b="1" dirty="0" err="1">
                <a:latin typeface="Montserrat" panose="00000500000000000000" pitchFamily="2" charset="0"/>
              </a:rPr>
              <a:t>table</a:t>
            </a:r>
            <a:r>
              <a:rPr lang="pt-BR" sz="2800" dirty="0">
                <a:latin typeface="Montserrat" panose="00000500000000000000" pitchFamily="2" charset="0"/>
              </a:rPr>
              <a:t>, </a:t>
            </a:r>
            <a:r>
              <a:rPr lang="pt-BR" sz="2800" b="1" dirty="0" err="1">
                <a:latin typeface="Montserrat" panose="00000500000000000000" pitchFamily="2" charset="0"/>
              </a:rPr>
              <a:t>th</a:t>
            </a:r>
            <a:r>
              <a:rPr lang="pt-BR" sz="2800" dirty="0">
                <a:latin typeface="Montserrat" panose="00000500000000000000" pitchFamily="2" charset="0"/>
              </a:rPr>
              <a:t> e </a:t>
            </a:r>
            <a:r>
              <a:rPr lang="pt-BR" sz="2800" b="1" dirty="0" err="1">
                <a:latin typeface="Montserrat" panose="00000500000000000000" pitchFamily="2" charset="0"/>
              </a:rPr>
              <a:t>td</a:t>
            </a:r>
            <a:endParaRPr lang="pt-BR" sz="2800" b="1" dirty="0">
              <a:latin typeface="Montserrat" panose="00000500000000000000" pitchFamily="2" charset="0"/>
            </a:endParaRPr>
          </a:p>
          <a:p>
            <a:endParaRPr lang="pt-BR" sz="2800" b="1" dirty="0">
              <a:latin typeface="Montserrat" panose="00000500000000000000" pitchFamily="2" charset="0"/>
            </a:endParaRPr>
          </a:p>
          <a:p>
            <a:endParaRPr lang="pt-BR" sz="2800" b="1" dirty="0">
              <a:latin typeface="Montserrat" panose="00000500000000000000" pitchFamily="2" charset="0"/>
            </a:endParaRPr>
          </a:p>
          <a:p>
            <a:endParaRPr lang="pt-BR" sz="2800" b="1" dirty="0">
              <a:latin typeface="Montserrat" panose="00000500000000000000" pitchFamily="2" charset="0"/>
            </a:endParaRPr>
          </a:p>
          <a:p>
            <a:endParaRPr lang="pt-BR" sz="2800" b="1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Para evitar bordas duplas, defina a </a:t>
            </a:r>
            <a:r>
              <a:rPr lang="pt-BR" sz="2800" b="1" dirty="0" err="1">
                <a:latin typeface="Montserrat" panose="00000500000000000000" pitchFamily="2" charset="0"/>
              </a:rPr>
              <a:t>border-collapse</a:t>
            </a:r>
            <a:r>
              <a:rPr lang="pt-BR" sz="2800" b="1" dirty="0">
                <a:latin typeface="Montserrat" panose="00000500000000000000" pitchFamily="2" charset="0"/>
              </a:rPr>
              <a:t> </a:t>
            </a:r>
            <a:r>
              <a:rPr lang="pt-BR" sz="2800" dirty="0">
                <a:latin typeface="Montserrat" panose="00000500000000000000" pitchFamily="2" charset="0"/>
              </a:rPr>
              <a:t>como </a:t>
            </a:r>
            <a:r>
              <a:rPr lang="pt-BR" sz="2800" b="1" dirty="0" err="1">
                <a:latin typeface="Montserrat" panose="00000500000000000000" pitchFamily="2" charset="0"/>
              </a:rPr>
              <a:t>collapse</a:t>
            </a:r>
            <a:r>
              <a:rPr lang="pt-BR" sz="2800" dirty="0">
                <a:latin typeface="Montserrat" panose="00000500000000000000" pitchFamily="2" charset="0"/>
              </a:rPr>
              <a:t>. Isso fará com que as bordas se reduzam a uma única borda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06C5E6-9A9C-A23B-0107-A714AE846855}"/>
              </a:ext>
            </a:extLst>
          </p:cNvPr>
          <p:cNvSpPr txBox="1"/>
          <p:nvPr/>
        </p:nvSpPr>
        <p:spPr>
          <a:xfrm>
            <a:off x="4645632" y="3943171"/>
            <a:ext cx="92395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table, </a:t>
            </a:r>
            <a:r>
              <a:rPr lang="en-US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, td 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border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1px solid black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FCD161-B090-6228-7D32-0759D5305E1C}"/>
              </a:ext>
            </a:extLst>
          </p:cNvPr>
          <p:cNvSpPr txBox="1"/>
          <p:nvPr/>
        </p:nvSpPr>
        <p:spPr>
          <a:xfrm>
            <a:off x="4645632" y="6879426"/>
            <a:ext cx="92395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table, </a:t>
            </a:r>
            <a:r>
              <a:rPr lang="en-US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, td 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border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1px solid black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border-collapse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collapse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12337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9B6DDC2-DDCE-EA32-9C1C-9EDE726D2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87B32380-89E8-4EF7-A363-43F56B9EAB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720F9B6A-C8F0-D4A4-408C-561F873507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AC931D7D-7980-2978-9322-D7820634DB29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Tabelas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59BD9F-7471-CBBB-BD24-37DBE391D27A}"/>
              </a:ext>
            </a:extLst>
          </p:cNvPr>
          <p:cNvSpPr txBox="1"/>
          <p:nvPr/>
        </p:nvSpPr>
        <p:spPr>
          <a:xfrm>
            <a:off x="763952" y="2259440"/>
            <a:ext cx="1389374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Se você definir uma cor de fundo para cada célula e der à borda uma cor branca (a mesma do fundo do documento), você terá a impressão de uma borda invisível:</a:t>
            </a:r>
          </a:p>
          <a:p>
            <a:endParaRPr lang="pt-BR" sz="2800" b="1" dirty="0">
              <a:latin typeface="Montserrat" panose="00000500000000000000" pitchFamily="2" charset="0"/>
            </a:endParaRPr>
          </a:p>
          <a:p>
            <a:endParaRPr lang="pt-BR" sz="2800" b="1" dirty="0">
              <a:latin typeface="Montserrat" panose="00000500000000000000" pitchFamily="2" charset="0"/>
            </a:endParaRPr>
          </a:p>
          <a:p>
            <a:endParaRPr lang="pt-BR" sz="2800" b="1" dirty="0">
              <a:latin typeface="Montserrat" panose="00000500000000000000" pitchFamily="2" charset="0"/>
            </a:endParaRPr>
          </a:p>
          <a:p>
            <a:endParaRPr lang="pt-BR" sz="2800" b="1" dirty="0">
              <a:latin typeface="Montserrat" panose="00000500000000000000" pitchFamily="2" charset="0"/>
            </a:endParaRPr>
          </a:p>
          <a:p>
            <a:endParaRPr lang="pt-BR" sz="2800" b="1" dirty="0">
              <a:latin typeface="Montserrat" panose="00000500000000000000" pitchFamily="2" charset="0"/>
            </a:endParaRPr>
          </a:p>
          <a:p>
            <a:endParaRPr lang="pt-BR" sz="2800" b="1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Com a </a:t>
            </a:r>
            <a:r>
              <a:rPr lang="pt-BR" sz="2800" b="1" dirty="0" err="1">
                <a:latin typeface="Montserrat" panose="00000500000000000000" pitchFamily="2" charset="0"/>
              </a:rPr>
              <a:t>border-radius</a:t>
            </a:r>
            <a:r>
              <a:rPr lang="pt-BR" sz="2800" dirty="0">
                <a:latin typeface="Montserrat" panose="00000500000000000000" pitchFamily="2" charset="0"/>
              </a:rPr>
              <a:t>, as bordas ganham cantos arredondados: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								OU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4C3D138-D4DC-0DFC-7EFD-14AC25FCC4E5}"/>
              </a:ext>
            </a:extLst>
          </p:cNvPr>
          <p:cNvSpPr txBox="1"/>
          <p:nvPr/>
        </p:nvSpPr>
        <p:spPr>
          <a:xfrm>
            <a:off x="5021182" y="3683958"/>
            <a:ext cx="92395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table, </a:t>
            </a:r>
            <a:r>
              <a:rPr lang="en-US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, td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border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1px solid white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border-collapse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collapse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000" dirty="0"/>
            </a:br>
            <a:r>
              <a:rPr lang="en-US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, td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background-color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#96D4D4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BF2DF2E-7CCA-0222-D579-23D2868E89F8}"/>
              </a:ext>
            </a:extLst>
          </p:cNvPr>
          <p:cNvSpPr txBox="1"/>
          <p:nvPr/>
        </p:nvSpPr>
        <p:spPr>
          <a:xfrm>
            <a:off x="2660119" y="6878889"/>
            <a:ext cx="923953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table, </a:t>
            </a:r>
            <a:r>
              <a:rPr lang="en-US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, td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border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1px solid black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border-radius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10px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7D142C4-4C0D-1764-D7C4-6A12BA10FDEF}"/>
              </a:ext>
            </a:extLst>
          </p:cNvPr>
          <p:cNvSpPr txBox="1"/>
          <p:nvPr/>
        </p:nvSpPr>
        <p:spPr>
          <a:xfrm>
            <a:off x="10474060" y="6911616"/>
            <a:ext cx="923953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, td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border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1px solid black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border-radius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10px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755647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4ACDA10-9144-A02E-DAEF-964951951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812FA243-327C-73FE-2D60-7C222B4101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C77DBB7-F2D5-4379-961D-5EF7F6CE20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5E997861-FD43-924E-A338-8781865BBDC9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Tabelas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38A3D38-590F-D9E6-4FDC-6B8E9D61C388}"/>
              </a:ext>
            </a:extLst>
          </p:cNvPr>
          <p:cNvSpPr txBox="1"/>
          <p:nvPr/>
        </p:nvSpPr>
        <p:spPr>
          <a:xfrm>
            <a:off x="763952" y="2259440"/>
            <a:ext cx="13893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Use o </a:t>
            </a:r>
            <a:r>
              <a:rPr lang="pt-BR" sz="2800" b="1" dirty="0" err="1">
                <a:latin typeface="Montserrat" panose="00000500000000000000" pitchFamily="2" charset="0"/>
              </a:rPr>
              <a:t>style</a:t>
            </a:r>
            <a:r>
              <a:rPr lang="pt-BR" sz="2800" b="1" dirty="0">
                <a:latin typeface="Montserrat" panose="00000500000000000000" pitchFamily="2" charset="0"/>
              </a:rPr>
              <a:t> </a:t>
            </a:r>
            <a:r>
              <a:rPr lang="pt-BR" sz="2800" dirty="0">
                <a:latin typeface="Montserrat" panose="00000500000000000000" pitchFamily="2" charset="0"/>
              </a:rPr>
              <a:t>atributo com as propriedades </a:t>
            </a:r>
            <a:r>
              <a:rPr lang="pt-BR" sz="2800" b="1" dirty="0" err="1">
                <a:latin typeface="Montserrat" panose="00000500000000000000" pitchFamily="2" charset="0"/>
              </a:rPr>
              <a:t>width</a:t>
            </a:r>
            <a:r>
              <a:rPr lang="pt-BR" sz="2800" dirty="0">
                <a:latin typeface="Montserrat" panose="00000500000000000000" pitchFamily="2" charset="0"/>
              </a:rPr>
              <a:t> ou </a:t>
            </a:r>
            <a:r>
              <a:rPr lang="pt-BR" sz="2800" b="1" dirty="0" err="1">
                <a:latin typeface="Montserrat" panose="00000500000000000000" pitchFamily="2" charset="0"/>
              </a:rPr>
              <a:t>height</a:t>
            </a:r>
            <a:r>
              <a:rPr lang="pt-BR" sz="2800" dirty="0">
                <a:latin typeface="Montserrat" panose="00000500000000000000" pitchFamily="2" charset="0"/>
              </a:rPr>
              <a:t> para especificar o tamanho de uma tabela, linha ou coluna.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912B7C3-BE5C-2950-66DC-B256AE6964A9}"/>
              </a:ext>
            </a:extLst>
          </p:cNvPr>
          <p:cNvSpPr txBox="1"/>
          <p:nvPr/>
        </p:nvSpPr>
        <p:spPr>
          <a:xfrm>
            <a:off x="2224262" y="3414653"/>
            <a:ext cx="923953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="width:100%"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/tr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Jill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Smith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/tr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Jackson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94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/tr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/table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030230E-CF26-C085-FE7B-8F25742F4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234" y="4864339"/>
            <a:ext cx="7539768" cy="156966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Observação:</a:t>
            </a: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usar uma porcentagem como unidade de tamanho para uma largura significa quão largo esse elemento será comparado ao seu elemento pai, que neste caso é o </a:t>
            </a: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&lt;body&gt;</a:t>
            </a: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elemento.</a:t>
            </a: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015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D269AD7-6CCC-82F6-2AC0-1D5EA6E87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F7C3EEA8-6A93-D823-CFFE-27C55A0C75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6734C918-B040-9C47-C9D6-2E2F990AD40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A00FFA7D-6515-637A-4DD7-287C03053FBD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Elementos em nível de bloco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C08E5F-1F38-25D1-6FAA-EC5341373729}"/>
              </a:ext>
            </a:extLst>
          </p:cNvPr>
          <p:cNvSpPr txBox="1"/>
          <p:nvPr/>
        </p:nvSpPr>
        <p:spPr>
          <a:xfrm>
            <a:off x="763951" y="2259440"/>
            <a:ext cx="1427588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Um elemento de nível de bloco sempre começa em uma nova linha, e os navegadores adicionam automaticamente algum espaço (uma margem) antes e depois do elemento.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Um elemento de nível de bloco sempre ocupa toda a largura disponível (estende-se para a esquerda e para a direita o máximo possível).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Dois elementos de bloco comumente usados ​​são: </a:t>
            </a:r>
            <a:r>
              <a:rPr lang="pt-BR" sz="2800" b="1" dirty="0">
                <a:latin typeface="Montserrat" panose="00000500000000000000" pitchFamily="2" charset="0"/>
              </a:rPr>
              <a:t>&lt;p&gt; </a:t>
            </a:r>
            <a:r>
              <a:rPr lang="pt-BR" sz="2800" dirty="0">
                <a:latin typeface="Montserrat" panose="00000500000000000000" pitchFamily="2" charset="0"/>
              </a:rPr>
              <a:t>e </a:t>
            </a:r>
            <a:r>
              <a:rPr lang="pt-BR" sz="2800" b="1" dirty="0">
                <a:latin typeface="Montserrat" panose="00000500000000000000" pitchFamily="2" charset="0"/>
              </a:rPr>
              <a:t>&lt;</a:t>
            </a:r>
            <a:r>
              <a:rPr lang="pt-BR" sz="2800" b="1" dirty="0" err="1">
                <a:latin typeface="Montserrat" panose="00000500000000000000" pitchFamily="2" charset="0"/>
              </a:rPr>
              <a:t>div</a:t>
            </a:r>
            <a:r>
              <a:rPr lang="pt-BR" sz="2800" b="1" dirty="0">
                <a:latin typeface="Montserrat" panose="00000500000000000000" pitchFamily="2" charset="0"/>
              </a:rPr>
              <a:t>&gt;.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b="1" dirty="0">
                <a:latin typeface="Montserrat" panose="00000500000000000000" pitchFamily="2" charset="0"/>
              </a:rPr>
              <a:t>&lt;p&gt; </a:t>
            </a:r>
            <a:r>
              <a:rPr lang="pt-BR" sz="2800" dirty="0">
                <a:latin typeface="Montserrat" panose="00000500000000000000" pitchFamily="2" charset="0"/>
              </a:rPr>
              <a:t>elemento define um parágrafo em um documento HTML.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b="1" dirty="0">
                <a:latin typeface="Montserrat" panose="00000500000000000000" pitchFamily="2" charset="0"/>
              </a:rPr>
              <a:t>&lt;</a:t>
            </a:r>
            <a:r>
              <a:rPr lang="pt-BR" sz="2800" b="1" dirty="0" err="1">
                <a:latin typeface="Montserrat" panose="00000500000000000000" pitchFamily="2" charset="0"/>
              </a:rPr>
              <a:t>div</a:t>
            </a:r>
            <a:r>
              <a:rPr lang="pt-BR" sz="2800" b="1" dirty="0">
                <a:latin typeface="Montserrat" panose="00000500000000000000" pitchFamily="2" charset="0"/>
              </a:rPr>
              <a:t>&gt; </a:t>
            </a:r>
            <a:r>
              <a:rPr lang="pt-BR" sz="2800" dirty="0">
                <a:latin typeface="Montserrat" panose="00000500000000000000" pitchFamily="2" charset="0"/>
              </a:rPr>
              <a:t>elemento define uma divisão ou uma seção em um documento HTML.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Um outro elemento </a:t>
            </a:r>
            <a:r>
              <a:rPr lang="en-US" sz="2800" dirty="0">
                <a:latin typeface="Montserrat" panose="00000500000000000000" pitchFamily="2" charset="0"/>
              </a:rPr>
              <a:t>é o </a:t>
            </a:r>
            <a:r>
              <a:rPr lang="en-US" sz="2800" b="1" dirty="0">
                <a:latin typeface="Montserrat" panose="00000500000000000000" pitchFamily="2" charset="0"/>
              </a:rPr>
              <a:t>&lt;nav&gt;</a:t>
            </a:r>
            <a:r>
              <a:rPr lang="en-US" sz="2800" dirty="0">
                <a:latin typeface="Montserrat" panose="00000500000000000000" pitchFamily="2" charset="0"/>
              </a:rPr>
              <a:t>, que</a:t>
            </a:r>
            <a:r>
              <a:rPr lang="pt-BR" sz="2800" dirty="0">
                <a:latin typeface="Montserrat" panose="00000500000000000000" pitchFamily="2" charset="0"/>
              </a:rPr>
              <a:t> define um conjunto de links de navegação.</a:t>
            </a:r>
            <a:endParaRPr lang="pt-BR" sz="28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746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AB0165E-0388-534B-5C35-B4DD5AEA6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51788D9-8648-2701-5B87-ADB7EBBBB0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23E23D73-54C6-B5E4-C6F6-85C88C40ED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812190E-ABDE-F294-43B9-6755CBBDF8AA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Elementos em nível de bloco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0596CA-774A-CF61-C4BC-86B6F3718A30}"/>
              </a:ext>
            </a:extLst>
          </p:cNvPr>
          <p:cNvSpPr txBox="1"/>
          <p:nvPr/>
        </p:nvSpPr>
        <p:spPr>
          <a:xfrm>
            <a:off x="763951" y="2259440"/>
            <a:ext cx="1034532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Montserrat" panose="00000500000000000000" pitchFamily="2" charset="0"/>
              </a:rPr>
              <a:t>Um elemento de nível de bloco sempre começa em uma nova linha, e os navegadores adicionam automaticamente algum espaço (uma margem) antes e depois do elemento.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r>
              <a:rPr lang="pt-BR" sz="2400" dirty="0">
                <a:latin typeface="Montserrat" panose="00000500000000000000" pitchFamily="2" charset="0"/>
              </a:rPr>
              <a:t>Um elemento de nível de bloco sempre ocupa toda a largura disponível (estende-se para a esquerda e para a direita o máximo possível).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r>
              <a:rPr lang="pt-BR" sz="2400" dirty="0">
                <a:latin typeface="Montserrat" panose="00000500000000000000" pitchFamily="2" charset="0"/>
              </a:rPr>
              <a:t>Dois elementos de bloco comumente usados ​​são: </a:t>
            </a:r>
            <a:r>
              <a:rPr lang="pt-BR" sz="2400" b="1" dirty="0">
                <a:latin typeface="Montserrat" panose="00000500000000000000" pitchFamily="2" charset="0"/>
              </a:rPr>
              <a:t>&lt;p&gt; </a:t>
            </a:r>
            <a:r>
              <a:rPr lang="pt-BR" sz="2400" dirty="0">
                <a:latin typeface="Montserrat" panose="00000500000000000000" pitchFamily="2" charset="0"/>
              </a:rPr>
              <a:t>e </a:t>
            </a:r>
            <a:r>
              <a:rPr lang="pt-BR" sz="2400" b="1" dirty="0">
                <a:latin typeface="Montserrat" panose="00000500000000000000" pitchFamily="2" charset="0"/>
              </a:rPr>
              <a:t>&lt;</a:t>
            </a:r>
            <a:r>
              <a:rPr lang="pt-BR" sz="2400" b="1" dirty="0" err="1">
                <a:latin typeface="Montserrat" panose="00000500000000000000" pitchFamily="2" charset="0"/>
              </a:rPr>
              <a:t>div</a:t>
            </a:r>
            <a:r>
              <a:rPr lang="pt-BR" sz="2400" b="1" dirty="0">
                <a:latin typeface="Montserrat" panose="00000500000000000000" pitchFamily="2" charset="0"/>
              </a:rPr>
              <a:t>&gt;.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r>
              <a:rPr lang="pt-BR" sz="2400" dirty="0">
                <a:latin typeface="Montserrat" panose="00000500000000000000" pitchFamily="2" charset="0"/>
              </a:rPr>
              <a:t>O </a:t>
            </a:r>
            <a:r>
              <a:rPr lang="pt-BR" sz="2400" b="1" dirty="0">
                <a:latin typeface="Montserrat" panose="00000500000000000000" pitchFamily="2" charset="0"/>
              </a:rPr>
              <a:t>&lt;p&gt; </a:t>
            </a:r>
            <a:r>
              <a:rPr lang="pt-BR" sz="2400" dirty="0">
                <a:latin typeface="Montserrat" panose="00000500000000000000" pitchFamily="2" charset="0"/>
              </a:rPr>
              <a:t>elemento define um parágrafo em um documento HTML.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r>
              <a:rPr lang="pt-BR" sz="2400" dirty="0">
                <a:latin typeface="Montserrat" panose="00000500000000000000" pitchFamily="2" charset="0"/>
              </a:rPr>
              <a:t>O </a:t>
            </a:r>
            <a:r>
              <a:rPr lang="pt-BR" sz="2400" b="1" dirty="0">
                <a:latin typeface="Montserrat" panose="00000500000000000000" pitchFamily="2" charset="0"/>
              </a:rPr>
              <a:t>&lt;</a:t>
            </a:r>
            <a:r>
              <a:rPr lang="pt-BR" sz="2400" b="1" dirty="0" err="1">
                <a:latin typeface="Montserrat" panose="00000500000000000000" pitchFamily="2" charset="0"/>
              </a:rPr>
              <a:t>div</a:t>
            </a:r>
            <a:r>
              <a:rPr lang="pt-BR" sz="2400" b="1" dirty="0">
                <a:latin typeface="Montserrat" panose="00000500000000000000" pitchFamily="2" charset="0"/>
              </a:rPr>
              <a:t>&gt; </a:t>
            </a:r>
            <a:r>
              <a:rPr lang="pt-BR" sz="2400" dirty="0">
                <a:latin typeface="Montserrat" panose="00000500000000000000" pitchFamily="2" charset="0"/>
              </a:rPr>
              <a:t>elemento define uma divisão ou uma seção em um documento HTML.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r>
              <a:rPr lang="pt-BR" sz="2400" dirty="0">
                <a:latin typeface="Montserrat" panose="00000500000000000000" pitchFamily="2" charset="0"/>
              </a:rPr>
              <a:t>Um outro elemento </a:t>
            </a:r>
            <a:r>
              <a:rPr lang="en-US" sz="2400" dirty="0">
                <a:latin typeface="Montserrat" panose="00000500000000000000" pitchFamily="2" charset="0"/>
              </a:rPr>
              <a:t>é o </a:t>
            </a:r>
            <a:r>
              <a:rPr lang="en-US" sz="2400" b="1" dirty="0">
                <a:latin typeface="Montserrat" panose="00000500000000000000" pitchFamily="2" charset="0"/>
              </a:rPr>
              <a:t>&lt;nav&gt;</a:t>
            </a:r>
            <a:r>
              <a:rPr lang="en-US" sz="2400" dirty="0">
                <a:latin typeface="Montserrat" panose="00000500000000000000" pitchFamily="2" charset="0"/>
              </a:rPr>
              <a:t>, que</a:t>
            </a:r>
            <a:r>
              <a:rPr lang="pt-BR" sz="2400" dirty="0">
                <a:latin typeface="Montserrat" panose="00000500000000000000" pitchFamily="2" charset="0"/>
              </a:rPr>
              <a:t> define um conjunto de links de navegação.</a:t>
            </a:r>
            <a:endParaRPr lang="pt-BR" sz="2400" b="1" dirty="0">
              <a:latin typeface="Montserrat" panose="000005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93A826-26D3-F799-D5B0-49FBD3C2D9B0}"/>
              </a:ext>
            </a:extLst>
          </p:cNvPr>
          <p:cNvSpPr txBox="1"/>
          <p:nvPr/>
        </p:nvSpPr>
        <p:spPr>
          <a:xfrm>
            <a:off x="12139684" y="6691423"/>
            <a:ext cx="57252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="/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/"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|</a:t>
            </a:r>
            <a:br>
              <a:rPr lang="pt-BR" sz="2000" dirty="0"/>
            </a:b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="/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/"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|</a:t>
            </a:r>
            <a:br>
              <a:rPr lang="pt-BR" sz="2000" dirty="0"/>
            </a:b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="/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js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/"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|</a:t>
            </a:r>
            <a:br>
              <a:rPr lang="pt-BR" sz="2000" dirty="0"/>
            </a:b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="/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/"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B74F3C-387D-2634-01E2-FF6CFE78B1A1}"/>
              </a:ext>
            </a:extLst>
          </p:cNvPr>
          <p:cNvSpPr txBox="1"/>
          <p:nvPr/>
        </p:nvSpPr>
        <p:spPr>
          <a:xfrm>
            <a:off x="12139684" y="5034838"/>
            <a:ext cx="45515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2000" dirty="0"/>
            </a:b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/div</a:t>
            </a:r>
            <a:r>
              <a:rPr lang="en-US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41163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6B29411-A1C8-3A62-FC4D-5493096FD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B7E55FD-571C-DE3D-706C-7311DA737B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27B2E388-E3CA-BB3B-B2CF-4132370E0C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C5958813-5E0A-4B44-6845-4E254D8B0791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Elemento </a:t>
            </a:r>
            <a:r>
              <a:rPr lang="pt-BR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div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8BAA103-5B6E-06FA-967C-0942E6466B6A}"/>
              </a:ext>
            </a:extLst>
          </p:cNvPr>
          <p:cNvSpPr txBox="1"/>
          <p:nvPr/>
        </p:nvSpPr>
        <p:spPr>
          <a:xfrm>
            <a:off x="763952" y="2259440"/>
            <a:ext cx="1419399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b="1" dirty="0">
                <a:latin typeface="Montserrat" panose="00000500000000000000" pitchFamily="2" charset="0"/>
              </a:rPr>
              <a:t>&lt;</a:t>
            </a:r>
            <a:r>
              <a:rPr lang="pt-BR" sz="2800" b="1" dirty="0" err="1">
                <a:latin typeface="Montserrat" panose="00000500000000000000" pitchFamily="2" charset="0"/>
              </a:rPr>
              <a:t>div</a:t>
            </a:r>
            <a:r>
              <a:rPr lang="pt-BR" sz="2800" b="1" dirty="0">
                <a:latin typeface="Montserrat" panose="00000500000000000000" pitchFamily="2" charset="0"/>
              </a:rPr>
              <a:t>&gt; </a:t>
            </a:r>
            <a:r>
              <a:rPr lang="pt-BR" sz="2800" dirty="0">
                <a:latin typeface="Montserrat" panose="00000500000000000000" pitchFamily="2" charset="0"/>
              </a:rPr>
              <a:t>é usado como um contêiner para outros elementos HTML, sendo, por padrão, um elemento de bloco, o que significa que ele ocupa toda a largura disponível e vem com quebras de linha antes e depois.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b="1" dirty="0">
                <a:latin typeface="Montserrat" panose="00000500000000000000" pitchFamily="2" charset="0"/>
              </a:rPr>
              <a:t>&lt;</a:t>
            </a:r>
            <a:r>
              <a:rPr lang="pt-BR" sz="2800" b="1" dirty="0" err="1">
                <a:latin typeface="Montserrat" panose="00000500000000000000" pitchFamily="2" charset="0"/>
              </a:rPr>
              <a:t>div</a:t>
            </a:r>
            <a:r>
              <a:rPr lang="pt-BR" sz="2800" b="1" dirty="0">
                <a:latin typeface="Montserrat" panose="00000500000000000000" pitchFamily="2" charset="0"/>
              </a:rPr>
              <a:t>&gt; </a:t>
            </a:r>
            <a:r>
              <a:rPr lang="pt-BR" sz="2800" dirty="0">
                <a:latin typeface="Montserrat" panose="00000500000000000000" pitchFamily="2" charset="0"/>
              </a:rPr>
              <a:t>não tem atributos obrigatórios, mas </a:t>
            </a:r>
            <a:r>
              <a:rPr lang="pt-BR" sz="2800" b="1" dirty="0" err="1">
                <a:latin typeface="Montserrat" panose="00000500000000000000" pitchFamily="2" charset="0"/>
              </a:rPr>
              <a:t>style</a:t>
            </a:r>
            <a:r>
              <a:rPr lang="pt-BR" sz="2800" dirty="0">
                <a:latin typeface="Montserrat" panose="00000500000000000000" pitchFamily="2" charset="0"/>
              </a:rPr>
              <a:t>, </a:t>
            </a:r>
            <a:r>
              <a:rPr lang="pt-BR" sz="2800" b="1" dirty="0">
                <a:latin typeface="Montserrat" panose="00000500000000000000" pitchFamily="2" charset="0"/>
              </a:rPr>
              <a:t>classe</a:t>
            </a:r>
            <a:r>
              <a:rPr lang="pt-BR" sz="2800" dirty="0">
                <a:latin typeface="Montserrat" panose="00000500000000000000" pitchFamily="2" charset="0"/>
              </a:rPr>
              <a:t> e </a:t>
            </a:r>
            <a:r>
              <a:rPr lang="pt-BR" sz="2800" b="1" dirty="0">
                <a:latin typeface="Montserrat" panose="00000500000000000000" pitchFamily="2" charset="0"/>
              </a:rPr>
              <a:t>id</a:t>
            </a:r>
            <a:r>
              <a:rPr lang="pt-BR" sz="2800" dirty="0">
                <a:latin typeface="Montserrat" panose="00000500000000000000" pitchFamily="2" charset="0"/>
              </a:rPr>
              <a:t> são comuns.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FB9C58B-6F4B-3DAC-1647-A0A24655590B}"/>
              </a:ext>
            </a:extLst>
          </p:cNvPr>
          <p:cNvSpPr txBox="1"/>
          <p:nvPr/>
        </p:nvSpPr>
        <p:spPr>
          <a:xfrm>
            <a:off x="3596186" y="3854730"/>
            <a:ext cx="9239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Lorem Ipsum 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am a div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/div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dolor sit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amet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24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F91D235-2864-DFE9-7357-D1AF0489C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911" y="4720861"/>
            <a:ext cx="15493914" cy="149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32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6C26FDF-FB82-4D57-520B-DC496375B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E0D34BC-CDAD-C8B0-C6FC-E96763CD4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988" y="999872"/>
            <a:ext cx="5912750" cy="7871271"/>
          </a:xfrm>
          <a:prstGeom prst="rect">
            <a:avLst/>
          </a:prstGeom>
        </p:spPr>
      </p:pic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533E8F77-7F20-2F9A-5DEC-08188C647F3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3BACA627-E556-D1EA-F1FD-2D256C9D425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E7B8FE69-E702-BF7C-A6AB-6ABEFB78D00D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Elemento </a:t>
            </a:r>
            <a:r>
              <a:rPr lang="pt-BR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div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A51AD9-4F1C-3082-1923-B543BF6B4513}"/>
              </a:ext>
            </a:extLst>
          </p:cNvPr>
          <p:cNvSpPr txBox="1"/>
          <p:nvPr/>
        </p:nvSpPr>
        <p:spPr>
          <a:xfrm>
            <a:off x="763951" y="2259440"/>
            <a:ext cx="966293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Se você tiver um &lt;</a:t>
            </a:r>
            <a:r>
              <a:rPr lang="pt-BR" sz="2800" dirty="0" err="1">
                <a:latin typeface="Montserrat" panose="00000500000000000000" pitchFamily="2" charset="0"/>
              </a:rPr>
              <a:t>div</a:t>
            </a:r>
            <a:r>
              <a:rPr lang="pt-BR" sz="2800" dirty="0">
                <a:latin typeface="Montserrat" panose="00000500000000000000" pitchFamily="2" charset="0"/>
              </a:rPr>
              <a:t>&gt; que não seja 100% largo e quiser centralizá-lo, defina a </a:t>
            </a:r>
            <a:r>
              <a:rPr lang="pt-BR" sz="2800" b="1" dirty="0" err="1">
                <a:latin typeface="Montserrat" panose="00000500000000000000" pitchFamily="2" charset="0"/>
              </a:rPr>
              <a:t>margin</a:t>
            </a:r>
            <a:r>
              <a:rPr lang="pt-BR" sz="2800" dirty="0">
                <a:latin typeface="Montserrat" panose="00000500000000000000" pitchFamily="2" charset="0"/>
              </a:rPr>
              <a:t> como </a:t>
            </a:r>
            <a:r>
              <a:rPr lang="pt-BR" sz="2800" b="1" dirty="0">
                <a:latin typeface="Montserrat" panose="00000500000000000000" pitchFamily="2" charset="0"/>
              </a:rPr>
              <a:t>auto</a:t>
            </a:r>
            <a:r>
              <a:rPr lang="pt-BR" sz="2800" dirty="0">
                <a:latin typeface="Montserrat" panose="00000500000000000000" pitchFamily="2" charset="0"/>
              </a:rPr>
              <a:t>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Ao criar páginas da web, muitas vezes você deseja ter dois ou mais </a:t>
            </a:r>
            <a:r>
              <a:rPr lang="pt-BR" sz="2800" b="1" dirty="0">
                <a:latin typeface="Montserrat" panose="00000500000000000000" pitchFamily="2" charset="0"/>
              </a:rPr>
              <a:t>&lt;</a:t>
            </a:r>
            <a:r>
              <a:rPr lang="pt-BR" sz="2800" b="1" dirty="0" err="1">
                <a:latin typeface="Montserrat" panose="00000500000000000000" pitchFamily="2" charset="0"/>
              </a:rPr>
              <a:t>div</a:t>
            </a:r>
            <a:r>
              <a:rPr lang="pt-BR" sz="2800" b="1" dirty="0">
                <a:latin typeface="Montserrat" panose="00000500000000000000" pitchFamily="2" charset="0"/>
              </a:rPr>
              <a:t>&gt;</a:t>
            </a:r>
            <a:r>
              <a:rPr lang="pt-BR" sz="2800" dirty="0">
                <a:latin typeface="Montserrat" panose="00000500000000000000" pitchFamily="2" charset="0"/>
              </a:rPr>
              <a:t> lado a lado. A propriedade </a:t>
            </a:r>
            <a:r>
              <a:rPr lang="pt-BR" sz="2800" b="1" dirty="0" err="1">
                <a:latin typeface="Montserrat" panose="00000500000000000000" pitchFamily="2" charset="0"/>
              </a:rPr>
              <a:t>float</a:t>
            </a:r>
            <a:r>
              <a:rPr lang="pt-BR" sz="2800" dirty="0">
                <a:latin typeface="Montserrat" panose="00000500000000000000" pitchFamily="2" charset="0"/>
              </a:rPr>
              <a:t> é usada para posicionar e formatar conteúdo e permite que os elementos sejam posicionados horizontalmente, em vez de verticalmente.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466602A-42CC-66BD-346B-6AC09D709FDC}"/>
              </a:ext>
            </a:extLst>
          </p:cNvPr>
          <p:cNvSpPr txBox="1"/>
          <p:nvPr/>
        </p:nvSpPr>
        <p:spPr>
          <a:xfrm>
            <a:off x="2342298" y="3364718"/>
            <a:ext cx="92395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width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300px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4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pt-BR" sz="2400" b="0" i="0" dirty="0" err="1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27209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686DF51-3221-B6CA-5BD9-F4676B26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E3A854CF-F7F4-E022-6890-7F269C5F32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0213C5D9-C221-0962-3B6E-2944A89D69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E0C7E2C7-E577-3594-618C-D62E0AE6A123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Elemento </a:t>
            </a:r>
            <a:r>
              <a:rPr lang="pt-BR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div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67316C9-36D0-43D2-D536-61E1F4F68232}"/>
              </a:ext>
            </a:extLst>
          </p:cNvPr>
          <p:cNvSpPr txBox="1"/>
          <p:nvPr/>
        </p:nvSpPr>
        <p:spPr>
          <a:xfrm>
            <a:off x="940103" y="3610568"/>
            <a:ext cx="74110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Se você mudar o display de </a:t>
            </a:r>
            <a:r>
              <a:rPr lang="pt-BR" sz="2800" b="1" dirty="0">
                <a:latin typeface="Montserrat" panose="00000500000000000000" pitchFamily="2" charset="0"/>
              </a:rPr>
              <a:t>&lt;</a:t>
            </a:r>
            <a:r>
              <a:rPr lang="pt-BR" sz="2800" b="1" dirty="0" err="1">
                <a:latin typeface="Montserrat" panose="00000500000000000000" pitchFamily="2" charset="0"/>
              </a:rPr>
              <a:t>div</a:t>
            </a:r>
            <a:r>
              <a:rPr lang="pt-BR" sz="2800" b="1" dirty="0">
                <a:latin typeface="Montserrat" panose="00000500000000000000" pitchFamily="2" charset="0"/>
              </a:rPr>
              <a:t>&gt; </a:t>
            </a:r>
            <a:r>
              <a:rPr lang="pt-BR" sz="2800" dirty="0">
                <a:latin typeface="Montserrat" panose="00000500000000000000" pitchFamily="2" charset="0"/>
              </a:rPr>
              <a:t>de </a:t>
            </a:r>
            <a:r>
              <a:rPr lang="pt-BR" sz="2800" b="1" dirty="0" err="1">
                <a:latin typeface="Montserrat" panose="00000500000000000000" pitchFamily="2" charset="0"/>
              </a:rPr>
              <a:t>block</a:t>
            </a:r>
            <a:r>
              <a:rPr lang="pt-BR" sz="2800" dirty="0">
                <a:latin typeface="Montserrat" panose="00000500000000000000" pitchFamily="2" charset="0"/>
              </a:rPr>
              <a:t> para </a:t>
            </a:r>
            <a:r>
              <a:rPr lang="pt-BR" sz="2800" b="1" dirty="0" err="1">
                <a:latin typeface="Montserrat" panose="00000500000000000000" pitchFamily="2" charset="0"/>
              </a:rPr>
              <a:t>inline-block</a:t>
            </a:r>
            <a:r>
              <a:rPr lang="pt-BR" sz="2800" dirty="0">
                <a:latin typeface="Montserrat" panose="00000500000000000000" pitchFamily="2" charset="0"/>
              </a:rPr>
              <a:t>, os elementos do </a:t>
            </a:r>
            <a:r>
              <a:rPr lang="pt-BR" sz="2800" b="1" dirty="0">
                <a:latin typeface="Montserrat" panose="00000500000000000000" pitchFamily="2" charset="0"/>
              </a:rPr>
              <a:t>&lt;</a:t>
            </a:r>
            <a:r>
              <a:rPr lang="pt-BR" sz="2800" b="1" dirty="0" err="1">
                <a:latin typeface="Montserrat" panose="00000500000000000000" pitchFamily="2" charset="0"/>
              </a:rPr>
              <a:t>div</a:t>
            </a:r>
            <a:r>
              <a:rPr lang="pt-BR" sz="2800" b="1" dirty="0">
                <a:latin typeface="Montserrat" panose="00000500000000000000" pitchFamily="2" charset="0"/>
              </a:rPr>
              <a:t>&gt; </a:t>
            </a:r>
            <a:r>
              <a:rPr lang="pt-BR" sz="2800" dirty="0">
                <a:latin typeface="Montserrat" panose="00000500000000000000" pitchFamily="2" charset="0"/>
              </a:rPr>
              <a:t>não adicionarão uma quebra de linha antes ou depois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5819AF8-193D-D251-FE62-88E4FB4548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62" y="1185637"/>
            <a:ext cx="6044759" cy="757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39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90A1BDA-02B7-6F94-D19F-4EADF3870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D8F53A20-74F9-7084-75DB-48A2EC0534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82B8D987-B4D5-15B2-6A3F-5DFAF5A0F8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97904507-F722-D132-4215-FF311DBC9F62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Elemento </a:t>
            </a:r>
            <a:r>
              <a:rPr lang="pt-BR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div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C8520EE-1BE4-A0D2-0BDE-1761543ACB0A}"/>
              </a:ext>
            </a:extLst>
          </p:cNvPr>
          <p:cNvSpPr txBox="1"/>
          <p:nvPr/>
        </p:nvSpPr>
        <p:spPr>
          <a:xfrm>
            <a:off x="1103951" y="3351260"/>
            <a:ext cx="74110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O módulo Grid Layout oferece um sistema de layout baseado em grade, com linhas e colunas, facilitando o design de páginas da web sem precisar usar </a:t>
            </a:r>
            <a:r>
              <a:rPr lang="pt-BR" sz="2800" dirty="0" err="1">
                <a:latin typeface="Montserrat" panose="00000500000000000000" pitchFamily="2" charset="0"/>
              </a:rPr>
              <a:t>floats</a:t>
            </a:r>
            <a:r>
              <a:rPr lang="pt-BR" sz="2800" dirty="0">
                <a:latin typeface="Montserrat" panose="00000500000000000000" pitchFamily="2" charset="0"/>
              </a:rPr>
              <a:t> e posicionamento.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Tem a capacidade de definir mais de uma linha e posicionar cada linha individualmente.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5CAB380-BC59-B6D9-1DD8-D21BEE526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333" y="673605"/>
            <a:ext cx="5579180" cy="811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27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849DA7D-CE19-7C2D-7E93-0FCDCB8AF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ABC56080-9084-A2B1-9939-D47324395C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8116C8A0-D290-8C64-1FC6-DB5340AFDA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0997BF4D-4803-DD96-AD0B-23349A41B06B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Classes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234CF9-03A1-4271-D0AB-310BC56AB765}"/>
              </a:ext>
            </a:extLst>
          </p:cNvPr>
          <p:cNvSpPr txBox="1"/>
          <p:nvPr/>
        </p:nvSpPr>
        <p:spPr>
          <a:xfrm>
            <a:off x="763951" y="2485536"/>
            <a:ext cx="798426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b="1" dirty="0" err="1">
                <a:latin typeface="Montserrat" panose="00000500000000000000" pitchFamily="2" charset="0"/>
              </a:rPr>
              <a:t>class</a:t>
            </a:r>
            <a:r>
              <a:rPr lang="pt-BR" sz="2800" dirty="0">
                <a:latin typeface="Montserrat" panose="00000500000000000000" pitchFamily="2" charset="0"/>
              </a:rPr>
              <a:t> é usado para especificar uma classe para um elemento HTML.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Vários elementos HTML podem compartilhar a mesma classe.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dirty="0" err="1">
                <a:latin typeface="Montserrat" panose="00000500000000000000" pitchFamily="2" charset="0"/>
              </a:rPr>
              <a:t>class</a:t>
            </a:r>
            <a:r>
              <a:rPr lang="pt-BR" sz="2800" dirty="0">
                <a:latin typeface="Montserrat" panose="00000500000000000000" pitchFamily="2" charset="0"/>
              </a:rPr>
              <a:t> é frequentemente usado para apontar para um nome de classe em uma folha de estilo. Também pode ser usado por </a:t>
            </a:r>
            <a:r>
              <a:rPr lang="pt-BR" sz="2800" dirty="0" err="1">
                <a:latin typeface="Montserrat" panose="00000500000000000000" pitchFamily="2" charset="0"/>
              </a:rPr>
              <a:t>JavaScript</a:t>
            </a:r>
            <a:r>
              <a:rPr lang="pt-BR" sz="2800" dirty="0">
                <a:latin typeface="Montserrat" panose="00000500000000000000" pitchFamily="2" charset="0"/>
              </a:rPr>
              <a:t> para acessar e manipular elementos com o nome de classe específico.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571505-E591-8B01-8CC6-BAC99EDE528C}"/>
              </a:ext>
            </a:extLst>
          </p:cNvPr>
          <p:cNvSpPr txBox="1"/>
          <p:nvPr/>
        </p:nvSpPr>
        <p:spPr>
          <a:xfrm>
            <a:off x="9452344" y="764838"/>
            <a:ext cx="9144000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&lt;!DOCTYPE html&gt;</a:t>
            </a: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.city 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background-color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tomato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color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white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border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2px solid black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margin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20px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padding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20px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6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/style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/head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class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="city"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London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/h2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London is the capital of England.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/div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class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="city"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Paris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/h2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Paris is the capital of France.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/div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class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="city"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Tokyo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/h2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Tokyo is the capital of Japan.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/div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dirty="0"/>
            </a:b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960935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57B9E96-B142-4297-D640-D2CA128D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F531F3D-8FC5-17FB-1A4D-FBEAD06639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29778D9-EB3A-25A9-A8F2-FD434AE5F0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1EDECA9-5897-0690-6D57-0ABC15493D2B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Classes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5D21176-B913-2780-4E99-9E48216E24CB}"/>
              </a:ext>
            </a:extLst>
          </p:cNvPr>
          <p:cNvSpPr txBox="1"/>
          <p:nvPr/>
        </p:nvSpPr>
        <p:spPr>
          <a:xfrm>
            <a:off x="763952" y="3167094"/>
            <a:ext cx="679690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Montserrat" panose="00000500000000000000" pitchFamily="2" charset="0"/>
              </a:rPr>
              <a:t>Os elementos HTML podem pertencer a mais de uma classe.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r>
              <a:rPr lang="pt-BR" sz="2400" dirty="0">
                <a:latin typeface="Montserrat" panose="00000500000000000000" pitchFamily="2" charset="0"/>
              </a:rPr>
              <a:t>Para definir várias classes, separe os nomes das classes com um espaço, por exemplo, </a:t>
            </a:r>
            <a:r>
              <a:rPr lang="pt-BR" sz="2400" b="1" dirty="0">
                <a:latin typeface="Montserrat" panose="00000500000000000000" pitchFamily="2" charset="0"/>
              </a:rPr>
              <a:t>&lt;</a:t>
            </a:r>
            <a:r>
              <a:rPr lang="pt-BR" sz="2400" b="1" dirty="0" err="1">
                <a:latin typeface="Montserrat" panose="00000500000000000000" pitchFamily="2" charset="0"/>
              </a:rPr>
              <a:t>div</a:t>
            </a:r>
            <a:r>
              <a:rPr lang="pt-BR" sz="2400" b="1" dirty="0">
                <a:latin typeface="Montserrat" panose="00000500000000000000" pitchFamily="2" charset="0"/>
              </a:rPr>
              <a:t> </a:t>
            </a:r>
            <a:r>
              <a:rPr lang="pt-BR" sz="2400" b="1" dirty="0" err="1">
                <a:latin typeface="Montserrat" panose="00000500000000000000" pitchFamily="2" charset="0"/>
              </a:rPr>
              <a:t>class</a:t>
            </a:r>
            <a:r>
              <a:rPr lang="pt-BR" sz="2400" b="1" dirty="0">
                <a:latin typeface="Montserrat" panose="00000500000000000000" pitchFamily="2" charset="0"/>
              </a:rPr>
              <a:t>="</a:t>
            </a:r>
            <a:r>
              <a:rPr lang="pt-BR" sz="2400" b="1" dirty="0" err="1">
                <a:latin typeface="Montserrat" panose="00000500000000000000" pitchFamily="2" charset="0"/>
              </a:rPr>
              <a:t>city</a:t>
            </a:r>
            <a:r>
              <a:rPr lang="pt-BR" sz="2400" b="1" dirty="0">
                <a:latin typeface="Montserrat" panose="00000500000000000000" pitchFamily="2" charset="0"/>
              </a:rPr>
              <a:t> </a:t>
            </a:r>
            <a:r>
              <a:rPr lang="pt-BR" sz="2400" b="1" dirty="0" err="1">
                <a:latin typeface="Montserrat" panose="00000500000000000000" pitchFamily="2" charset="0"/>
              </a:rPr>
              <a:t>main</a:t>
            </a:r>
            <a:r>
              <a:rPr lang="pt-BR" sz="2400" b="1" dirty="0">
                <a:latin typeface="Montserrat" panose="00000500000000000000" pitchFamily="2" charset="0"/>
              </a:rPr>
              <a:t>"&gt;. </a:t>
            </a:r>
            <a:r>
              <a:rPr lang="pt-BR" sz="2400" dirty="0">
                <a:latin typeface="Montserrat" panose="00000500000000000000" pitchFamily="2" charset="0"/>
              </a:rPr>
              <a:t>O elemento será estilizado de acordo com todas as classes especificadas.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r>
              <a:rPr lang="pt-BR" sz="2400" dirty="0">
                <a:latin typeface="Montserrat" panose="00000500000000000000" pitchFamily="2" charset="0"/>
              </a:rPr>
              <a:t>Além disso, o </a:t>
            </a:r>
            <a:r>
              <a:rPr lang="pt-BR" sz="2400" dirty="0" err="1">
                <a:latin typeface="Montserrat" panose="00000500000000000000" pitchFamily="2" charset="0"/>
              </a:rPr>
              <a:t>JavaScript</a:t>
            </a:r>
            <a:r>
              <a:rPr lang="pt-BR" sz="2400" dirty="0">
                <a:latin typeface="Montserrat" panose="00000500000000000000" pitchFamily="2" charset="0"/>
              </a:rPr>
              <a:t> pode acessar elementos com um nome de classe específico com o </a:t>
            </a:r>
            <a:r>
              <a:rPr lang="pt-BR" sz="2400" b="1" dirty="0" err="1">
                <a:latin typeface="Montserrat" panose="00000500000000000000" pitchFamily="2" charset="0"/>
              </a:rPr>
              <a:t>getElementsByClassName</a:t>
            </a:r>
            <a:r>
              <a:rPr lang="pt-BR" sz="2400" b="1" dirty="0">
                <a:latin typeface="Montserrat" panose="00000500000000000000" pitchFamily="2" charset="0"/>
              </a:rPr>
              <a:t>()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1AF923-3A30-4038-DE4C-0FE2C5E00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169" y="2259440"/>
            <a:ext cx="7162673" cy="614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60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6892FFF-A35A-80F4-B666-FF96F0C34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C7E452D8-8F5A-EEE6-A616-40A51B0329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84EBD6E-2B52-9592-9519-6B1E9C2992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D6935668-4F2D-FEC5-228A-C1A0EFB7C9E1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HTML Layout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E405A92-D046-7005-1849-287BF5FEA734}"/>
              </a:ext>
            </a:extLst>
          </p:cNvPr>
          <p:cNvSpPr txBox="1"/>
          <p:nvPr/>
        </p:nvSpPr>
        <p:spPr>
          <a:xfrm>
            <a:off x="763952" y="2361877"/>
            <a:ext cx="1416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Montserrat" panose="00000500000000000000" pitchFamily="2" charset="0"/>
              </a:rPr>
              <a:t>O HTML possui vários elementos semânticos que definem as diferentes partes de uma página web: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53D08B0-017E-18F2-9D61-093B8A1F0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52" y="3520544"/>
            <a:ext cx="15017602" cy="492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84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4AF0D39-5191-01A0-A30F-830337DE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E39A7F9D-93B4-2857-B608-4A340940C0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45EA0D5C-0912-8760-03A6-E38B40BD55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D0CB7AF3-349A-BABF-EA48-201B2DD75CC7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HTML Layout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D0B0DF2-B6A1-1DE1-E04B-4813D23856FE}"/>
              </a:ext>
            </a:extLst>
          </p:cNvPr>
          <p:cNvSpPr txBox="1"/>
          <p:nvPr/>
        </p:nvSpPr>
        <p:spPr>
          <a:xfrm>
            <a:off x="763952" y="2361877"/>
            <a:ext cx="1416669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Montserrat" panose="00000500000000000000" pitchFamily="2" charset="0"/>
              </a:rPr>
              <a:t>É comum criar layouts web inteiros usando a propriedade </a:t>
            </a:r>
            <a:r>
              <a:rPr lang="pt-BR" sz="2000" b="1" dirty="0" err="1">
                <a:latin typeface="Montserrat" panose="00000500000000000000" pitchFamily="2" charset="0"/>
              </a:rPr>
              <a:t>float</a:t>
            </a:r>
            <a:r>
              <a:rPr lang="pt-BR" sz="2000" dirty="0">
                <a:latin typeface="Montserrat" panose="00000500000000000000" pitchFamily="2" charset="0"/>
              </a:rPr>
              <a:t>. </a:t>
            </a:r>
            <a:r>
              <a:rPr lang="pt-BR" sz="2000" b="1" dirty="0" err="1">
                <a:latin typeface="Montserrat" panose="00000500000000000000" pitchFamily="2" charset="0"/>
              </a:rPr>
              <a:t>Float</a:t>
            </a:r>
            <a:r>
              <a:rPr lang="pt-BR" sz="2000" dirty="0">
                <a:latin typeface="Montserrat" panose="00000500000000000000" pitchFamily="2" charset="0"/>
              </a:rPr>
              <a:t> é fácil de aprender</a:t>
            </a:r>
            <a:r>
              <a:rPr lang="en-US" sz="2000" dirty="0">
                <a:latin typeface="Montserrat" panose="00000500000000000000" pitchFamily="2" charset="0"/>
              </a:rPr>
              <a:t>. 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latin typeface="Montserrat" panose="00000500000000000000" pitchFamily="2" charset="0"/>
              </a:rPr>
              <a:t>Desvantagens</a:t>
            </a:r>
            <a:r>
              <a:rPr lang="pt-BR" sz="2000" dirty="0">
                <a:latin typeface="Montserrat" panose="00000500000000000000" pitchFamily="2" charset="0"/>
              </a:rPr>
              <a:t>: Elementos </a:t>
            </a:r>
            <a:r>
              <a:rPr lang="pt-BR" sz="2000" b="1" dirty="0" err="1">
                <a:latin typeface="Montserrat" panose="00000500000000000000" pitchFamily="2" charset="0"/>
              </a:rPr>
              <a:t>float</a:t>
            </a:r>
            <a:r>
              <a:rPr lang="pt-BR" sz="2000" b="1" dirty="0">
                <a:latin typeface="Montserrat" panose="00000500000000000000" pitchFamily="2" charset="0"/>
              </a:rPr>
              <a:t> </a:t>
            </a:r>
            <a:r>
              <a:rPr lang="pt-BR" sz="2000" dirty="0">
                <a:latin typeface="Montserrat" panose="00000500000000000000" pitchFamily="2" charset="0"/>
              </a:rPr>
              <a:t>(flutuantes) estão vinculados ao fluxo do documento, o que pode prejudicar a flexibilidade.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Montserrat" panose="00000500000000000000" pitchFamily="2" charset="0"/>
            </a:endParaRPr>
          </a:p>
          <a:p>
            <a:r>
              <a:rPr lang="pt-BR" sz="2000" dirty="0">
                <a:latin typeface="Montserrat" panose="00000500000000000000" pitchFamily="2" charset="0"/>
              </a:rPr>
              <a:t>Vamos a um exemplo!!!!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endParaRPr lang="pt-BR" sz="2000" dirty="0">
              <a:latin typeface="Montserrat" panose="00000500000000000000" pitchFamily="2" charset="0"/>
            </a:endParaRPr>
          </a:p>
          <a:p>
            <a:endParaRPr lang="pt-BR" sz="2000" dirty="0">
              <a:latin typeface="Montserrat" panose="00000500000000000000" pitchFamily="2" charset="0"/>
            </a:endParaRPr>
          </a:p>
          <a:p>
            <a:r>
              <a:rPr lang="pt-BR" sz="2000" dirty="0">
                <a:latin typeface="Montserrat" panose="00000500000000000000" pitchFamily="2" charset="0"/>
              </a:rPr>
              <a:t>O uso do </a:t>
            </a:r>
            <a:r>
              <a:rPr lang="pt-BR" sz="2000" b="1" dirty="0" err="1">
                <a:latin typeface="Montserrat" panose="00000500000000000000" pitchFamily="2" charset="0"/>
              </a:rPr>
              <a:t>flexbox</a:t>
            </a:r>
            <a:r>
              <a:rPr lang="pt-BR" sz="2000" dirty="0">
                <a:latin typeface="Montserrat" panose="00000500000000000000" pitchFamily="2" charset="0"/>
              </a:rPr>
              <a:t> garante que os elementos se comportem de forma previsível quando o layout da página precisa acomodar diferentes tamanhos de tela e diferentes dispositivos de exibição.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r>
              <a:rPr lang="pt-BR" sz="2000" dirty="0">
                <a:latin typeface="Montserrat" panose="00000500000000000000" pitchFamily="2" charset="0"/>
              </a:rPr>
              <a:t>Um </a:t>
            </a:r>
            <a:r>
              <a:rPr lang="pt-BR" sz="2000" dirty="0" err="1">
                <a:latin typeface="Montserrat" panose="00000500000000000000" pitchFamily="2" charset="0"/>
              </a:rPr>
              <a:t>flexbox</a:t>
            </a:r>
            <a:r>
              <a:rPr lang="pt-BR" sz="2000" dirty="0">
                <a:latin typeface="Montserrat" panose="00000500000000000000" pitchFamily="2" charset="0"/>
              </a:rPr>
              <a:t> sempre consiste em: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r>
              <a:rPr lang="pt-BR" sz="2000" dirty="0">
                <a:latin typeface="Montserrat" panose="00000500000000000000" pitchFamily="2" charset="0"/>
              </a:rPr>
              <a:t>um Flex Container - o elemento pai (container) &lt;</a:t>
            </a:r>
            <a:r>
              <a:rPr lang="pt-BR" sz="2000" dirty="0" err="1">
                <a:latin typeface="Montserrat" panose="00000500000000000000" pitchFamily="2" charset="0"/>
              </a:rPr>
              <a:t>div</a:t>
            </a:r>
            <a:r>
              <a:rPr lang="pt-BR" sz="2000" dirty="0">
                <a:latin typeface="Montserrat" panose="00000500000000000000" pitchFamily="2" charset="0"/>
              </a:rPr>
              <a:t>&gt;</a:t>
            </a:r>
          </a:p>
          <a:p>
            <a:r>
              <a:rPr lang="pt-BR" sz="2000" dirty="0">
                <a:latin typeface="Montserrat" panose="00000500000000000000" pitchFamily="2" charset="0"/>
              </a:rPr>
              <a:t>Itens Flex - os itens dentro do contêiner &lt;</a:t>
            </a:r>
            <a:r>
              <a:rPr lang="pt-BR" sz="2000" dirty="0" err="1">
                <a:latin typeface="Montserrat" panose="00000500000000000000" pitchFamily="2" charset="0"/>
              </a:rPr>
              <a:t>div</a:t>
            </a:r>
            <a:r>
              <a:rPr lang="pt-BR" sz="2000" dirty="0">
                <a:latin typeface="Montserrat" panose="00000500000000000000" pitchFamily="2" charset="0"/>
              </a:rPr>
              <a:t>&gt;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endParaRPr lang="pt-BR" sz="2000" dirty="0">
              <a:latin typeface="Montserrat" panose="00000500000000000000" pitchFamily="2" charset="0"/>
            </a:endParaRPr>
          </a:p>
          <a:p>
            <a:endParaRPr lang="pt-BR" sz="2000" dirty="0">
              <a:latin typeface="Montserrat" panose="00000500000000000000" pitchFamily="2" charset="0"/>
            </a:endParaRPr>
          </a:p>
          <a:p>
            <a:r>
              <a:rPr lang="pt-BR" sz="2000" dirty="0">
                <a:latin typeface="Montserrat" panose="00000500000000000000" pitchFamily="2" charset="0"/>
              </a:rPr>
              <a:t>Vamos a um exemplo!!!!</a:t>
            </a:r>
          </a:p>
          <a:p>
            <a:endParaRPr lang="pt-BR" sz="2000" dirty="0">
              <a:latin typeface="Montserrat" panose="00000500000000000000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10FCE3E-0951-120F-A368-BB6CBE0A5A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3535" y="7484115"/>
            <a:ext cx="11984122" cy="1314633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DF8667F4-6407-A52D-5E5B-15CC6B4D6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1348" y="6664166"/>
            <a:ext cx="293426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Primeiro definimos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6"/>
              </a:rPr>
              <a:t>display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como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565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CAB4E84-1787-10C7-7674-ACC637B6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B52D9B2E-EB94-7073-D18C-DC883A42AA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47F4804E-481C-9A45-DAFB-76CB24D9DD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C91B294B-4993-5387-17B6-F5EA927857F7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HTML Layout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DADD02-60E4-189C-E19B-C9B903D8D372}"/>
              </a:ext>
            </a:extLst>
          </p:cNvPr>
          <p:cNvSpPr txBox="1"/>
          <p:nvPr/>
        </p:nvSpPr>
        <p:spPr>
          <a:xfrm>
            <a:off x="763952" y="2361877"/>
            <a:ext cx="141666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Montserrat" panose="00000500000000000000" pitchFamily="2" charset="0"/>
              </a:rPr>
              <a:t>O </a:t>
            </a:r>
            <a:r>
              <a:rPr lang="pt-BR" sz="2400" dirty="0" err="1">
                <a:latin typeface="Montserrat" panose="00000500000000000000" pitchFamily="2" charset="0"/>
              </a:rPr>
              <a:t>Flexible</a:t>
            </a:r>
            <a:r>
              <a:rPr lang="pt-BR" sz="2400" dirty="0">
                <a:latin typeface="Montserrat" panose="00000500000000000000" pitchFamily="2" charset="0"/>
              </a:rPr>
              <a:t> Box Module, geralmente chamado de </a:t>
            </a:r>
            <a:r>
              <a:rPr lang="pt-BR" sz="2400" b="1" dirty="0" err="1">
                <a:latin typeface="Montserrat" panose="00000500000000000000" pitchFamily="2" charset="0"/>
              </a:rPr>
              <a:t>flexbox</a:t>
            </a:r>
            <a:r>
              <a:rPr lang="pt-BR" sz="2400" dirty="0">
                <a:latin typeface="Montserrat" panose="00000500000000000000" pitchFamily="2" charset="0"/>
              </a:rPr>
              <a:t>, foi projetado tanto como um modelo de layout unidimensional quanto como um método capaz de organizar espacialmente os elementos em uma interface, além de possuir capacidades avançadas de alinhamento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r>
              <a:rPr lang="pt-BR" sz="2400" dirty="0">
                <a:latin typeface="Montserrat" panose="00000500000000000000" pitchFamily="2" charset="0"/>
              </a:rPr>
              <a:t>Quando se descreve o </a:t>
            </a:r>
            <a:r>
              <a:rPr lang="pt-BR" sz="2400" dirty="0" err="1">
                <a:latin typeface="Montserrat" panose="00000500000000000000" pitchFamily="2" charset="0"/>
              </a:rPr>
              <a:t>flexbox</a:t>
            </a:r>
            <a:r>
              <a:rPr lang="pt-BR" sz="2400" dirty="0">
                <a:latin typeface="Montserrat" panose="00000500000000000000" pitchFamily="2" charset="0"/>
              </a:rPr>
              <a:t> como sendo </a:t>
            </a:r>
            <a:r>
              <a:rPr lang="pt-BR" sz="2400" b="1" dirty="0">
                <a:latin typeface="Montserrat" panose="00000500000000000000" pitchFamily="2" charset="0"/>
              </a:rPr>
              <a:t>unidimensional</a:t>
            </a:r>
            <a:r>
              <a:rPr lang="pt-BR" sz="2400" dirty="0">
                <a:latin typeface="Montserrat" panose="00000500000000000000" pitchFamily="2" charset="0"/>
              </a:rPr>
              <a:t>, enfatiza-se o fato de que ele lida com o layout em uma dimensão de cada vez - seja uma </a:t>
            </a:r>
            <a:r>
              <a:rPr lang="pt-BR" sz="2400" b="1" dirty="0">
                <a:latin typeface="Montserrat" panose="00000500000000000000" pitchFamily="2" charset="0"/>
              </a:rPr>
              <a:t>linha</a:t>
            </a:r>
            <a:r>
              <a:rPr lang="pt-BR" sz="2400" dirty="0">
                <a:latin typeface="Montserrat" panose="00000500000000000000" pitchFamily="2" charset="0"/>
              </a:rPr>
              <a:t> ou uma </a:t>
            </a:r>
            <a:r>
              <a:rPr lang="pt-BR" sz="2400" b="1" dirty="0">
                <a:latin typeface="Montserrat" panose="00000500000000000000" pitchFamily="2" charset="0"/>
              </a:rPr>
              <a:t>coluna</a:t>
            </a:r>
            <a:r>
              <a:rPr lang="pt-BR" sz="2400" dirty="0">
                <a:latin typeface="Montserrat" panose="00000500000000000000" pitchFamily="2" charset="0"/>
              </a:rPr>
              <a:t>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r>
              <a:rPr lang="pt-BR" sz="2400" dirty="0">
                <a:latin typeface="Montserrat" panose="00000500000000000000" pitchFamily="2" charset="0"/>
              </a:rPr>
              <a:t>Neste vamos trabalhar com o </a:t>
            </a:r>
            <a:r>
              <a:rPr lang="pt-BR" sz="2400" b="1" dirty="0">
                <a:latin typeface="Montserrat" panose="00000500000000000000" pitchFamily="2" charset="0"/>
              </a:rPr>
              <a:t>Eixo Principal </a:t>
            </a:r>
            <a:r>
              <a:rPr lang="pt-BR" sz="2400" dirty="0">
                <a:latin typeface="Montserrat" panose="00000500000000000000" pitchFamily="2" charset="0"/>
              </a:rPr>
              <a:t>e</a:t>
            </a:r>
            <a:r>
              <a:rPr lang="en-US" sz="2400" dirty="0">
                <a:latin typeface="Montserrat" panose="00000500000000000000" pitchFamily="2" charset="0"/>
              </a:rPr>
              <a:t>/</a:t>
            </a:r>
            <a:r>
              <a:rPr lang="pt-BR" sz="2400" dirty="0">
                <a:latin typeface="Montserrat" panose="00000500000000000000" pitchFamily="2" charset="0"/>
              </a:rPr>
              <a:t>ou </a:t>
            </a:r>
            <a:r>
              <a:rPr lang="pt-BR" sz="2400" b="1" dirty="0">
                <a:latin typeface="Montserrat" panose="00000500000000000000" pitchFamily="2" charset="0"/>
              </a:rPr>
              <a:t>Eixo Transversal</a:t>
            </a:r>
          </a:p>
          <a:p>
            <a:endParaRPr lang="pt-BR" sz="2400" b="1" dirty="0">
              <a:latin typeface="Montserrat" panose="00000500000000000000" pitchFamily="2" charset="0"/>
            </a:endParaRPr>
          </a:p>
          <a:p>
            <a:endParaRPr lang="pt-BR" sz="24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453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113E0F1-A9D5-D48E-7A70-00221BCE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A11C2EC-4678-C1F5-443D-B2ABC17709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89307229-DA4D-5E95-6314-391707327C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7D14201B-3D6E-8023-0830-F20163AA2706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HTML Layout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DA75CA6-4E8B-5B64-F8BE-E5493ACF8F71}"/>
              </a:ext>
            </a:extLst>
          </p:cNvPr>
          <p:cNvSpPr txBox="1"/>
          <p:nvPr/>
        </p:nvSpPr>
        <p:spPr>
          <a:xfrm>
            <a:off x="763952" y="2361877"/>
            <a:ext cx="141666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Montserrat" panose="00000500000000000000" pitchFamily="2" charset="0"/>
              </a:rPr>
              <a:t>A propriedade </a:t>
            </a:r>
            <a:r>
              <a:rPr lang="pt-BR" sz="2400" b="1" dirty="0" err="1">
                <a:latin typeface="Montserrat" panose="00000500000000000000" pitchFamily="2" charset="0"/>
              </a:rPr>
              <a:t>flex-direction</a:t>
            </a:r>
            <a:r>
              <a:rPr lang="pt-BR" sz="2400" b="1" dirty="0">
                <a:latin typeface="Montserrat" panose="00000500000000000000" pitchFamily="2" charset="0"/>
              </a:rPr>
              <a:t> </a:t>
            </a:r>
            <a:r>
              <a:rPr lang="pt-BR" sz="2400" dirty="0">
                <a:latin typeface="Montserrat" panose="00000500000000000000" pitchFamily="2" charset="0"/>
              </a:rPr>
              <a:t>define a direção do eixo principal e pode tem quatro valores possíveis: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latin typeface="Montserrat" panose="00000500000000000000" pitchFamily="2" charset="0"/>
              </a:rPr>
              <a:t>row</a:t>
            </a:r>
            <a:endParaRPr lang="pt-BR" sz="24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latin typeface="Montserrat" panose="00000500000000000000" pitchFamily="2" charset="0"/>
              </a:rPr>
              <a:t>row</a:t>
            </a:r>
            <a:r>
              <a:rPr lang="pt-BR" sz="2400" dirty="0">
                <a:latin typeface="Montserrat" panose="00000500000000000000" pitchFamily="2" charset="0"/>
              </a:rPr>
              <a:t>-reverse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latin typeface="Montserrat" panose="00000500000000000000" pitchFamily="2" charset="0"/>
              </a:rPr>
              <a:t>column</a:t>
            </a:r>
            <a:endParaRPr lang="pt-BR" sz="24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latin typeface="Montserrat" panose="00000500000000000000" pitchFamily="2" charset="0"/>
              </a:rPr>
              <a:t>column</a:t>
            </a:r>
            <a:r>
              <a:rPr lang="pt-BR" sz="2400" dirty="0">
                <a:latin typeface="Montserrat" panose="00000500000000000000" pitchFamily="2" charset="0"/>
              </a:rPr>
              <a:t>-reverse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Montserrat" panose="00000500000000000000" pitchFamily="2" charset="0"/>
            </a:endParaRPr>
          </a:p>
          <a:p>
            <a:r>
              <a:rPr lang="pt-BR" sz="2400" dirty="0">
                <a:latin typeface="Montserrat" panose="00000500000000000000" pitchFamily="2" charset="0"/>
              </a:rPr>
              <a:t>Se o valor escolhido for </a:t>
            </a:r>
            <a:r>
              <a:rPr lang="pt-BR" sz="2400" b="1" dirty="0" err="1">
                <a:latin typeface="Montserrat" panose="00000500000000000000" pitchFamily="2" charset="0"/>
              </a:rPr>
              <a:t>row</a:t>
            </a:r>
            <a:r>
              <a:rPr lang="pt-BR" sz="2400" dirty="0">
                <a:latin typeface="Montserrat" panose="00000500000000000000" pitchFamily="2" charset="0"/>
              </a:rPr>
              <a:t> (linha) ou </a:t>
            </a:r>
            <a:r>
              <a:rPr lang="pt-BR" sz="2400" b="1" dirty="0" err="1">
                <a:latin typeface="Montserrat" panose="00000500000000000000" pitchFamily="2" charset="0"/>
              </a:rPr>
              <a:t>row</a:t>
            </a:r>
            <a:r>
              <a:rPr lang="pt-BR" sz="2400" b="1" dirty="0">
                <a:latin typeface="Montserrat" panose="00000500000000000000" pitchFamily="2" charset="0"/>
              </a:rPr>
              <a:t>-reverse</a:t>
            </a:r>
            <a:r>
              <a:rPr lang="pt-BR" sz="2400" dirty="0">
                <a:latin typeface="Montserrat" panose="00000500000000000000" pitchFamily="2" charset="0"/>
              </a:rPr>
              <a:t> (linha reversa), seu eixo principal se moverá ao longo da linha — na direção </a:t>
            </a:r>
            <a:r>
              <a:rPr lang="pt-BR" sz="2400" dirty="0" err="1">
                <a:latin typeface="Montserrat" panose="00000500000000000000" pitchFamily="2" charset="0"/>
              </a:rPr>
              <a:t>inline</a:t>
            </a:r>
            <a:r>
              <a:rPr lang="pt-BR" sz="2400" dirty="0">
                <a:latin typeface="Montserrat" panose="00000500000000000000" pitchFamily="2" charset="0"/>
              </a:rPr>
              <a:t>. Se o valor escolhido for </a:t>
            </a:r>
            <a:r>
              <a:rPr lang="pt-BR" sz="2400" b="1" dirty="0" err="1">
                <a:latin typeface="Montserrat" panose="00000500000000000000" pitchFamily="2" charset="0"/>
              </a:rPr>
              <a:t>column</a:t>
            </a:r>
            <a:r>
              <a:rPr lang="pt-BR" sz="2400" dirty="0">
                <a:latin typeface="Montserrat" panose="00000500000000000000" pitchFamily="2" charset="0"/>
              </a:rPr>
              <a:t> (coluna) ou </a:t>
            </a:r>
            <a:r>
              <a:rPr lang="pt-BR" sz="2400" b="1" dirty="0" err="1">
                <a:latin typeface="Montserrat" panose="00000500000000000000" pitchFamily="2" charset="0"/>
              </a:rPr>
              <a:t>column</a:t>
            </a:r>
            <a:r>
              <a:rPr lang="pt-BR" sz="2400" b="1" dirty="0">
                <a:latin typeface="Montserrat" panose="00000500000000000000" pitchFamily="2" charset="0"/>
              </a:rPr>
              <a:t>-reverse</a:t>
            </a:r>
            <a:r>
              <a:rPr lang="pt-BR" sz="2400" dirty="0">
                <a:latin typeface="Montserrat" panose="00000500000000000000" pitchFamily="2" charset="0"/>
              </a:rPr>
              <a:t> (coluna reversa) e o eixo principal se moverá do topo até o fim da página — na </a:t>
            </a:r>
            <a:r>
              <a:rPr lang="pt-BR" sz="2400" b="1" dirty="0">
                <a:latin typeface="Montserrat" panose="00000500000000000000" pitchFamily="2" charset="0"/>
              </a:rPr>
              <a:t>direção </a:t>
            </a:r>
            <a:r>
              <a:rPr lang="pt-BR" sz="2400" b="1" dirty="0" err="1">
                <a:latin typeface="Montserrat" panose="00000500000000000000" pitchFamily="2" charset="0"/>
              </a:rPr>
              <a:t>block</a:t>
            </a:r>
            <a:r>
              <a:rPr lang="pt-BR" sz="24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AFFDF8B-D8D3-13FC-1371-301DD7801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5436" y="6826949"/>
            <a:ext cx="7211431" cy="189574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89AEA98-BD68-270E-F10F-959442EADA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8350" y="6549507"/>
            <a:ext cx="6531794" cy="211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511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D389A03-3775-F16F-E44C-4D897A1C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8AE0C9F-F567-30BD-1E44-933FB396DA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67A6A0B-0FB4-FD6A-A283-C10EF713C0A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3BF0B66-7B2A-D74B-FF76-A263E29F6EEA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HTML Layout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2639CA-17C3-1A53-99D4-651B0AD4C32D}"/>
              </a:ext>
            </a:extLst>
          </p:cNvPr>
          <p:cNvSpPr txBox="1"/>
          <p:nvPr/>
        </p:nvSpPr>
        <p:spPr>
          <a:xfrm>
            <a:off x="763952" y="2361877"/>
            <a:ext cx="14166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Montserrat" panose="00000500000000000000" pitchFamily="2" charset="0"/>
              </a:rPr>
              <a:t>O </a:t>
            </a:r>
            <a:r>
              <a:rPr lang="pt-BR" sz="2400" b="1" dirty="0">
                <a:latin typeface="Montserrat" panose="00000500000000000000" pitchFamily="2" charset="0"/>
              </a:rPr>
              <a:t>eixo transversal </a:t>
            </a:r>
            <a:r>
              <a:rPr lang="pt-BR" sz="2400" dirty="0">
                <a:latin typeface="Montserrat" panose="00000500000000000000" pitchFamily="2" charset="0"/>
              </a:rPr>
              <a:t>é perpendicular ao eixo principal, logo, se a propriedade </a:t>
            </a:r>
            <a:r>
              <a:rPr lang="pt-BR" sz="2400" b="1" dirty="0" err="1">
                <a:latin typeface="Montserrat" panose="00000500000000000000" pitchFamily="2" charset="0"/>
              </a:rPr>
              <a:t>flex-direction</a:t>
            </a:r>
            <a:r>
              <a:rPr lang="pt-BR" sz="2400" dirty="0">
                <a:latin typeface="Montserrat" panose="00000500000000000000" pitchFamily="2" charset="0"/>
              </a:rPr>
              <a:t> estiver definida nas linhas, como </a:t>
            </a:r>
            <a:r>
              <a:rPr lang="pt-BR" sz="2400" b="1" dirty="0" err="1">
                <a:latin typeface="Montserrat" panose="00000500000000000000" pitchFamily="2" charset="0"/>
              </a:rPr>
              <a:t>row</a:t>
            </a:r>
            <a:r>
              <a:rPr lang="pt-BR" sz="2400" dirty="0">
                <a:latin typeface="Montserrat" panose="00000500000000000000" pitchFamily="2" charset="0"/>
              </a:rPr>
              <a:t> ou </a:t>
            </a:r>
            <a:r>
              <a:rPr lang="pt-BR" sz="2400" b="1" dirty="0" err="1">
                <a:latin typeface="Montserrat" panose="00000500000000000000" pitchFamily="2" charset="0"/>
              </a:rPr>
              <a:t>row</a:t>
            </a:r>
            <a:r>
              <a:rPr lang="pt-BR" sz="2400" b="1" dirty="0">
                <a:latin typeface="Montserrat" panose="00000500000000000000" pitchFamily="2" charset="0"/>
              </a:rPr>
              <a:t>-reverse</a:t>
            </a:r>
            <a:r>
              <a:rPr lang="pt-BR" sz="2400" dirty="0">
                <a:latin typeface="Montserrat" panose="00000500000000000000" pitchFamily="2" charset="0"/>
              </a:rPr>
              <a:t>, o eixo transversal estará na direção das colunas, como </a:t>
            </a:r>
            <a:r>
              <a:rPr lang="pt-BR" sz="2400" b="1" dirty="0" err="1">
                <a:latin typeface="Montserrat" panose="00000500000000000000" pitchFamily="2" charset="0"/>
              </a:rPr>
              <a:t>column</a:t>
            </a:r>
            <a:r>
              <a:rPr lang="pt-BR" sz="2400" dirty="0">
                <a:latin typeface="Montserrat" panose="00000500000000000000" pitchFamily="2" charset="0"/>
              </a:rPr>
              <a:t> ou </a:t>
            </a:r>
            <a:r>
              <a:rPr lang="pt-BR" sz="2400" b="1" dirty="0" err="1">
                <a:latin typeface="Montserrat" panose="00000500000000000000" pitchFamily="2" charset="0"/>
              </a:rPr>
              <a:t>column</a:t>
            </a:r>
            <a:r>
              <a:rPr lang="pt-BR" sz="2400" b="1" dirty="0">
                <a:latin typeface="Montserrat" panose="00000500000000000000" pitchFamily="2" charset="0"/>
              </a:rPr>
              <a:t>-reverse</a:t>
            </a:r>
            <a:r>
              <a:rPr lang="pt-BR" sz="24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E712F2F-4B47-5D68-1B6F-244CBFE80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4" y="5566274"/>
            <a:ext cx="9451610" cy="193366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A3BCD6C-699A-39BC-6596-B49873C76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1610" y="4273665"/>
            <a:ext cx="8072438" cy="412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82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F5581B5-D0B5-8275-CD64-7C2CBD5F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8C884D6E-A341-DFA8-67DF-761981C4DF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FC426148-26C5-BE1F-1F0F-DAC799122DA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8CE277B-79E6-3FAF-FB23-CE4748B4DB59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HTML Layout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163189-25EE-F580-3510-3040612780FD}"/>
              </a:ext>
            </a:extLst>
          </p:cNvPr>
          <p:cNvSpPr txBox="1"/>
          <p:nvPr/>
        </p:nvSpPr>
        <p:spPr>
          <a:xfrm>
            <a:off x="763952" y="2361877"/>
            <a:ext cx="14166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Montserrat" panose="00000500000000000000" pitchFamily="2" charset="0"/>
              </a:rPr>
              <a:t>O </a:t>
            </a:r>
            <a:r>
              <a:rPr lang="pt-BR" sz="2400" b="1" dirty="0">
                <a:latin typeface="Montserrat" panose="00000500000000000000" pitchFamily="2" charset="0"/>
              </a:rPr>
              <a:t>eixo transversal </a:t>
            </a:r>
            <a:r>
              <a:rPr lang="pt-BR" sz="2400" dirty="0">
                <a:latin typeface="Montserrat" panose="00000500000000000000" pitchFamily="2" charset="0"/>
              </a:rPr>
              <a:t>é perpendicular ao eixo principal, logo, se a propriedade </a:t>
            </a:r>
            <a:r>
              <a:rPr lang="pt-BR" sz="2400" b="1" dirty="0" err="1">
                <a:latin typeface="Montserrat" panose="00000500000000000000" pitchFamily="2" charset="0"/>
              </a:rPr>
              <a:t>flex-direction</a:t>
            </a:r>
            <a:r>
              <a:rPr lang="pt-BR" sz="2400" dirty="0">
                <a:latin typeface="Montserrat" panose="00000500000000000000" pitchFamily="2" charset="0"/>
              </a:rPr>
              <a:t> estiver definida nas linhas, como </a:t>
            </a:r>
            <a:r>
              <a:rPr lang="pt-BR" sz="2400" b="1" dirty="0" err="1">
                <a:latin typeface="Montserrat" panose="00000500000000000000" pitchFamily="2" charset="0"/>
              </a:rPr>
              <a:t>row</a:t>
            </a:r>
            <a:r>
              <a:rPr lang="pt-BR" sz="2400" dirty="0">
                <a:latin typeface="Montserrat" panose="00000500000000000000" pitchFamily="2" charset="0"/>
              </a:rPr>
              <a:t> ou </a:t>
            </a:r>
            <a:r>
              <a:rPr lang="pt-BR" sz="2400" b="1" dirty="0" err="1">
                <a:latin typeface="Montserrat" panose="00000500000000000000" pitchFamily="2" charset="0"/>
              </a:rPr>
              <a:t>row</a:t>
            </a:r>
            <a:r>
              <a:rPr lang="pt-BR" sz="2400" b="1" dirty="0">
                <a:latin typeface="Montserrat" panose="00000500000000000000" pitchFamily="2" charset="0"/>
              </a:rPr>
              <a:t>-reverse</a:t>
            </a:r>
            <a:r>
              <a:rPr lang="pt-BR" sz="2400" dirty="0">
                <a:latin typeface="Montserrat" panose="00000500000000000000" pitchFamily="2" charset="0"/>
              </a:rPr>
              <a:t>, o eixo transversal estará na direção das colunas, como </a:t>
            </a:r>
            <a:r>
              <a:rPr lang="pt-BR" sz="2400" b="1" dirty="0" err="1">
                <a:latin typeface="Montserrat" panose="00000500000000000000" pitchFamily="2" charset="0"/>
              </a:rPr>
              <a:t>column</a:t>
            </a:r>
            <a:r>
              <a:rPr lang="pt-BR" sz="2400" dirty="0">
                <a:latin typeface="Montserrat" panose="00000500000000000000" pitchFamily="2" charset="0"/>
              </a:rPr>
              <a:t> ou </a:t>
            </a:r>
            <a:r>
              <a:rPr lang="pt-BR" sz="2400" b="1" dirty="0" err="1">
                <a:latin typeface="Montserrat" panose="00000500000000000000" pitchFamily="2" charset="0"/>
              </a:rPr>
              <a:t>column</a:t>
            </a:r>
            <a:r>
              <a:rPr lang="pt-BR" sz="2400" b="1" dirty="0">
                <a:latin typeface="Montserrat" panose="00000500000000000000" pitchFamily="2" charset="0"/>
              </a:rPr>
              <a:t>-reverse</a:t>
            </a:r>
            <a:r>
              <a:rPr lang="pt-BR" sz="24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D81FC38-A292-2721-714A-474AEABC9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4" y="5566274"/>
            <a:ext cx="9451610" cy="193366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A3840CC-E902-EDCD-62AA-99139E400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1610" y="4273665"/>
            <a:ext cx="8072438" cy="412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92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5D08320-B128-592B-0B28-40C422E5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EE39FA43-FCB0-BBBA-4EA8-53E0EE5D92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996AD8DA-94C2-4848-674C-B777A3D6C0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8DE8BBAE-F73E-CCB0-FFBB-01BB44751B10}"/>
              </a:ext>
            </a:extLst>
          </p:cNvPr>
          <p:cNvSpPr txBox="1"/>
          <p:nvPr/>
        </p:nvSpPr>
        <p:spPr>
          <a:xfrm>
            <a:off x="1854903" y="1310481"/>
            <a:ext cx="666010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dirty="0">
                <a:solidFill>
                  <a:srgbClr val="7EB61F"/>
                </a:solidFill>
                <a:latin typeface="Montserrat"/>
                <a:sym typeface="Montserrat"/>
              </a:rPr>
              <a:t>HTML Layout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B1BE637-9F90-0CA1-4F94-0DA8A0A0B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368" y="2310266"/>
            <a:ext cx="7699080" cy="466203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063FE45-28E6-9637-5035-254758A625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256" y="4643438"/>
            <a:ext cx="7681742" cy="299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775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2981</Words>
  <Application>Microsoft Office PowerPoint</Application>
  <PresentationFormat>Personalizar</PresentationFormat>
  <Paragraphs>244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7" baseType="lpstr">
      <vt:lpstr>Consolas</vt:lpstr>
      <vt:lpstr>Montserrat</vt:lpstr>
      <vt:lpstr>Segoe UI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Isaias Dias</dc:creator>
  <cp:lastModifiedBy>Dunfrey Pires Aragão</cp:lastModifiedBy>
  <cp:revision>1</cp:revision>
  <dcterms:created xsi:type="dcterms:W3CDTF">2006-08-16T00:00:00Z</dcterms:created>
  <dcterms:modified xsi:type="dcterms:W3CDTF">2025-08-26T16:10:36Z</dcterms:modified>
</cp:coreProperties>
</file>